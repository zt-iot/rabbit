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28"/>
  </p:notesMasterIdLst>
  <p:sldIdLst>
    <p:sldId id="258" r:id="rId5"/>
    <p:sldId id="341" r:id="rId6"/>
    <p:sldId id="303" r:id="rId7"/>
    <p:sldId id="305" r:id="rId8"/>
    <p:sldId id="272" r:id="rId9"/>
    <p:sldId id="331" r:id="rId10"/>
    <p:sldId id="275" r:id="rId11"/>
    <p:sldId id="278" r:id="rId12"/>
    <p:sldId id="332" r:id="rId13"/>
    <p:sldId id="343" r:id="rId14"/>
    <p:sldId id="333" r:id="rId15"/>
    <p:sldId id="279" r:id="rId16"/>
    <p:sldId id="280" r:id="rId17"/>
    <p:sldId id="335" r:id="rId18"/>
    <p:sldId id="336" r:id="rId19"/>
    <p:sldId id="338" r:id="rId20"/>
    <p:sldId id="339" r:id="rId21"/>
    <p:sldId id="344" r:id="rId22"/>
    <p:sldId id="342" r:id="rId23"/>
    <p:sldId id="317" r:id="rId24"/>
    <p:sldId id="318" r:id="rId25"/>
    <p:sldId id="329" r:id="rId26"/>
    <p:sldId id="319" r:id="rId27"/>
  </p:sldIdLst>
  <p:sldSz cx="24384000" cy="13716000"/>
  <p:notesSz cx="6858000" cy="9144000"/>
  <p:embeddedFontLst>
    <p:embeddedFont>
      <p:font typeface="Cambria Math" panose="02040503050406030204" pitchFamily="18" charset="0"/>
      <p:regular r:id="rId29"/>
    </p:embeddedFont>
    <p:embeddedFont>
      <p:font typeface="Georgia" panose="02040502050405020303" pitchFamily="18" charset="0"/>
      <p:regular r:id="rId30"/>
      <p:bold r:id="rId31"/>
      <p:italic r:id="rId32"/>
      <p:boldItalic r:id="rId33"/>
    </p:embeddedFont>
    <p:embeddedFont>
      <p:font typeface="Noto Serif" panose="02020600060500020200" pitchFamily="18" charset="0"/>
      <p:regular r:id="rId34"/>
      <p:bold r:id="rId35"/>
      <p:italic r:id="rId36"/>
      <p:boldItalic r:id="rId37"/>
    </p:embeddedFont>
    <p:embeddedFont>
      <p:font typeface="Roboto" panose="02000000000000000000" pitchFamily="2" charset="0"/>
      <p:regular r:id="rId38"/>
      <p:bold r:id="rId39"/>
      <p:italic r:id="rId40"/>
      <p:boldItalic r:id="rId4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FF56"/>
    <a:srgbClr val="9BFFB2"/>
    <a:srgbClr val="0F2747"/>
    <a:srgbClr val="00214A"/>
    <a:srgbClr val="FF8700"/>
    <a:srgbClr val="FF3D6A"/>
    <a:srgbClr val="FFCB2E"/>
    <a:srgbClr val="55796B"/>
    <a:srgbClr val="71716F"/>
    <a:srgbClr val="E91A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593" autoAdjust="0"/>
    <p:restoredTop sz="94157" autoAdjust="0"/>
  </p:normalViewPr>
  <p:slideViewPr>
    <p:cSldViewPr snapToGrid="0" showGuides="1">
      <p:cViewPr varScale="1">
        <p:scale>
          <a:sx n="21" d="100"/>
          <a:sy n="21" d="100"/>
        </p:scale>
        <p:origin x="192" y="1936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407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1.fntdata"/><Relationship Id="rId21" Type="http://schemas.openxmlformats.org/officeDocument/2006/relationships/slide" Target="slides/slide17.xml"/><Relationship Id="rId34" Type="http://schemas.openxmlformats.org/officeDocument/2006/relationships/font" Target="fonts/font6.fntdata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3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20" Type="http://schemas.openxmlformats.org/officeDocument/2006/relationships/slide" Target="slides/slide16.xml"/><Relationship Id="rId41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104CC-476D-E647-92A7-EFEE33565BD8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A544C2-5ABA-1F4F-A0D0-8D4983419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7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544C2-5ABA-1F4F-A0D0-8D49834194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136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Menthion</a:t>
            </a:r>
            <a:r>
              <a:rPr lang="zh-CN" altLang="en-US" dirty="0"/>
              <a:t> </a:t>
            </a:r>
            <a:r>
              <a:rPr lang="en-US" altLang="zh-CN" dirty="0"/>
              <a:t>the order: AC compatible, total on ground term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544C2-5ABA-1F4F-A0D0-8D49834194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42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544C2-5ABA-1F4F-A0D0-8D49834194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506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US" altLang="zh-CN" dirty="0"/>
              <a:t>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AC</a:t>
            </a:r>
            <a:r>
              <a:rPr lang="zh-CN" altLang="en-US" dirty="0"/>
              <a:t> </a:t>
            </a:r>
            <a:r>
              <a:rPr lang="en-US" altLang="zh-CN" dirty="0"/>
              <a:t>convergent</a:t>
            </a:r>
            <a:r>
              <a:rPr lang="zh-CN" altLang="en-US" dirty="0"/>
              <a:t> </a:t>
            </a:r>
            <a:r>
              <a:rPr lang="en-US" altLang="zh-CN" dirty="0"/>
              <a:t>rewrite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modelling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equational</a:t>
            </a:r>
            <a:r>
              <a:rPr lang="zh-CN" altLang="en-US" dirty="0"/>
              <a:t> </a:t>
            </a:r>
            <a:r>
              <a:rPr lang="en-US" altLang="zh-CN" dirty="0"/>
              <a:t>theory(source)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544C2-5ABA-1F4F-A0D0-8D49834194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7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half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544C2-5ABA-1F4F-A0D0-8D498341944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971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correctness</a:t>
            </a:r>
            <a:r>
              <a:rPr lang="zh-CN" altLang="en-US" dirty="0"/>
              <a:t> </a:t>
            </a:r>
            <a:r>
              <a:rPr lang="en-US" altLang="zh-CN" dirty="0"/>
              <a:t>proof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544C2-5ABA-1F4F-A0D0-8D498341944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84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restoreation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final</a:t>
            </a:r>
            <a:r>
              <a:rPr lang="zh-CN" altLang="en-US" dirty="0"/>
              <a:t> </a:t>
            </a:r>
            <a:r>
              <a:rPr lang="en-US" altLang="zh-CN" dirty="0"/>
              <a:t>step.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computation</a:t>
            </a:r>
            <a:r>
              <a:rPr lang="zh-CN" altLang="en-US" dirty="0"/>
              <a:t> </a:t>
            </a:r>
            <a:r>
              <a:rPr lang="en-US" altLang="zh-CN" dirty="0"/>
              <a:t>still</a:t>
            </a:r>
            <a:r>
              <a:rPr lang="zh-CN" altLang="en-US" dirty="0"/>
              <a:t> </a:t>
            </a:r>
            <a:r>
              <a:rPr lang="en-US" altLang="zh-CN" dirty="0"/>
              <a:t>happen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loop,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after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saturate,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final</a:t>
            </a:r>
            <a:r>
              <a:rPr lang="zh-CN" altLang="en-US" dirty="0"/>
              <a:t> </a:t>
            </a:r>
            <a:r>
              <a:rPr lang="en-US" altLang="zh-CN" dirty="0"/>
              <a:t>step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fast</a:t>
            </a:r>
            <a:r>
              <a:rPr lang="zh-CN" altLang="en-US" dirty="0"/>
              <a:t> </a:t>
            </a:r>
            <a:r>
              <a:rPr lang="en-US" altLang="zh-CN" dirty="0"/>
              <a:t>step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add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required</a:t>
            </a:r>
            <a:r>
              <a:rPr lang="zh-CN" altLang="en-US" dirty="0"/>
              <a:t> </a:t>
            </a:r>
            <a:r>
              <a:rPr lang="en-US" altLang="zh-CN" dirty="0"/>
              <a:t>rules</a:t>
            </a:r>
            <a:r>
              <a:rPr lang="zh-CN" altLang="en-US" dirty="0"/>
              <a:t> </a:t>
            </a:r>
            <a:r>
              <a:rPr lang="en-US" altLang="zh-CN" dirty="0"/>
              <a:t>back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544C2-5ABA-1F4F-A0D0-8D498341944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015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544C2-5ABA-1F4F-A0D0-8D498341944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57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C046FE6-3716-CA9E-0E27-69068FA007F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4000" cy="13716000"/>
          </a:xfrm>
          <a:solidFill>
            <a:schemeClr val="accent3">
              <a:lumMod val="20000"/>
              <a:lumOff val="80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032000" y="5890828"/>
            <a:ext cx="7794523" cy="3311524"/>
          </a:xfrm>
        </p:spPr>
        <p:txBody>
          <a:bodyPr anchor="b"/>
          <a:lstStyle>
            <a:lvl1pPr algn="l">
              <a:lnSpc>
                <a:spcPts val="7300"/>
              </a:lnSpc>
              <a:defRPr sz="6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32000" y="9483022"/>
            <a:ext cx="8591549" cy="682058"/>
          </a:xfrm>
        </p:spPr>
        <p:txBody>
          <a:bodyPr/>
          <a:lstStyle>
            <a:lvl1pPr marL="0" indent="0" algn="l">
              <a:lnSpc>
                <a:spcPts val="3600"/>
              </a:lnSpc>
              <a:spcBef>
                <a:spcPts val="0"/>
              </a:spcBef>
              <a:buNone/>
              <a:defRPr sz="3400" cap="all" spc="130" baseline="0">
                <a:solidFill>
                  <a:schemeClr val="bg1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GB" dirty="0"/>
              <a:t>Speaker name | Date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952C92-E75C-B3D3-AF16-BAFE402C42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030700" y="12877800"/>
            <a:ext cx="6550025" cy="295275"/>
          </a:xfrm>
        </p:spPr>
        <p:txBody>
          <a:bodyPr/>
          <a:lstStyle>
            <a:lvl1pPr algn="r">
              <a:lnSpc>
                <a:spcPct val="100000"/>
              </a:lnSpc>
              <a:spcBef>
                <a:spcPts val="0"/>
              </a:spcBef>
              <a:defRPr sz="2100" spc="4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Image credit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D16D39-27F4-9D94-E4C4-E5E8B95039BA}"/>
              </a:ext>
            </a:extLst>
          </p:cNvPr>
          <p:cNvSpPr/>
          <p:nvPr userDrawn="1"/>
        </p:nvSpPr>
        <p:spPr>
          <a:xfrm>
            <a:off x="-6248962" y="0"/>
            <a:ext cx="5654007" cy="5219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 anchorCtr="0"/>
          <a:lstStyle/>
          <a:p>
            <a:pPr>
              <a:spcAft>
                <a:spcPts val="1200"/>
              </a:spcAft>
            </a:pPr>
            <a:r>
              <a:rPr lang="en-GB" sz="3200" dirty="0">
                <a:latin typeface="+mj-lt"/>
              </a:rPr>
              <a:t>To change the image –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Delete the current image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Click on the icon in the centre </a:t>
            </a:r>
            <a:br>
              <a:rPr lang="en-GB" sz="2400" dirty="0"/>
            </a:br>
            <a:r>
              <a:rPr lang="en-GB" sz="2400" dirty="0"/>
              <a:t>of the image placeholder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Select a new image (from wherever you have it stored on your computer)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Once inserted, right-click on the new image and select </a:t>
            </a:r>
            <a:br>
              <a:rPr lang="en-GB" sz="2400" dirty="0"/>
            </a:br>
            <a:r>
              <a:rPr lang="en-GB" sz="2400" dirty="0"/>
              <a:t>“Send to Back”</a:t>
            </a:r>
          </a:p>
        </p:txBody>
      </p:sp>
    </p:spTree>
    <p:extLst>
      <p:ext uri="{BB962C8B-B14F-4D97-AF65-F5344CB8AC3E}">
        <p14:creationId xmlns:p14="http://schemas.microsoft.com/office/powerpoint/2010/main" val="31815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4648C25F-5F87-8627-60D6-91179D97EC45}"/>
              </a:ext>
            </a:extLst>
          </p:cNvPr>
          <p:cNvSpPr/>
          <p:nvPr userDrawn="1"/>
        </p:nvSpPr>
        <p:spPr>
          <a:xfrm>
            <a:off x="855" y="2286513"/>
            <a:ext cx="24384000" cy="11429487"/>
          </a:xfrm>
          <a:custGeom>
            <a:avLst/>
            <a:gdLst/>
            <a:ahLst/>
            <a:cxnLst/>
            <a:rect l="l" t="t" r="r" b="b"/>
            <a:pathLst>
              <a:path w="20104100" h="9424035">
                <a:moveTo>
                  <a:pt x="20104099" y="0"/>
                </a:moveTo>
                <a:lnTo>
                  <a:pt x="0" y="0"/>
                </a:lnTo>
                <a:lnTo>
                  <a:pt x="0" y="9423482"/>
                </a:lnTo>
                <a:lnTo>
                  <a:pt x="20104099" y="9423482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214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0F752A4-9620-D91E-7B32-C5781C400D2E}"/>
              </a:ext>
            </a:extLst>
          </p:cNvPr>
          <p:cNvSpPr/>
          <p:nvPr userDrawn="1"/>
        </p:nvSpPr>
        <p:spPr>
          <a:xfrm>
            <a:off x="7086601" y="2286513"/>
            <a:ext cx="17297399" cy="11451929"/>
          </a:xfrm>
          <a:custGeom>
            <a:avLst/>
            <a:gdLst>
              <a:gd name="connsiteX0" fmla="*/ 14720601 w 17297399"/>
              <a:gd name="connsiteY0" fmla="*/ 11010155 h 11451929"/>
              <a:gd name="connsiteX1" fmla="*/ 14720727 w 17297399"/>
              <a:gd name="connsiteY1" fmla="*/ 11010282 h 11451929"/>
              <a:gd name="connsiteX2" fmla="*/ 14720601 w 17297399"/>
              <a:gd name="connsiteY2" fmla="*/ 11010256 h 11451929"/>
              <a:gd name="connsiteX3" fmla="*/ 6030463 w 17297399"/>
              <a:gd name="connsiteY3" fmla="*/ 618027 h 11451929"/>
              <a:gd name="connsiteX4" fmla="*/ 1948181 w 17297399"/>
              <a:gd name="connsiteY4" fmla="*/ 5725393 h 11451929"/>
              <a:gd name="connsiteX5" fmla="*/ 6030463 w 17297399"/>
              <a:gd name="connsiteY5" fmla="*/ 10844839 h 11451929"/>
              <a:gd name="connsiteX6" fmla="*/ 10119611 w 17297399"/>
              <a:gd name="connsiteY6" fmla="*/ 5725393 h 11451929"/>
              <a:gd name="connsiteX7" fmla="*/ 6030463 w 17297399"/>
              <a:gd name="connsiteY7" fmla="*/ 618027 h 11451929"/>
              <a:gd name="connsiteX8" fmla="*/ 10570159 w 17297399"/>
              <a:gd name="connsiteY8" fmla="*/ 7248 h 11451929"/>
              <a:gd name="connsiteX9" fmla="*/ 15809267 w 17297399"/>
              <a:gd name="connsiteY9" fmla="*/ 7248 h 11451929"/>
              <a:gd name="connsiteX10" fmla="*/ 15809267 w 17297399"/>
              <a:gd name="connsiteY10" fmla="*/ 452329 h 11451929"/>
              <a:gd name="connsiteX11" fmla="*/ 14687155 w 17297399"/>
              <a:gd name="connsiteY11" fmla="*/ 645367 h 11451929"/>
              <a:gd name="connsiteX12" fmla="*/ 14559355 w 17297399"/>
              <a:gd name="connsiteY12" fmla="*/ 1058402 h 11451929"/>
              <a:gd name="connsiteX13" fmla="*/ 17191055 w 17297399"/>
              <a:gd name="connsiteY13" fmla="*/ 4653765 h 11451929"/>
              <a:gd name="connsiteX14" fmla="*/ 17258071 w 17297399"/>
              <a:gd name="connsiteY14" fmla="*/ 4653765 h 11451929"/>
              <a:gd name="connsiteX15" fmla="*/ 17297399 w 17297399"/>
              <a:gd name="connsiteY15" fmla="*/ 4602936 h 11451929"/>
              <a:gd name="connsiteX16" fmla="*/ 17297399 w 17297399"/>
              <a:gd name="connsiteY16" fmla="*/ 7562483 h 11451929"/>
              <a:gd name="connsiteX17" fmla="*/ 16529791 w 17297399"/>
              <a:gd name="connsiteY17" fmla="*/ 6525266 h 11451929"/>
              <a:gd name="connsiteX18" fmla="*/ 16465063 w 17297399"/>
              <a:gd name="connsiteY18" fmla="*/ 6525266 h 11451929"/>
              <a:gd name="connsiteX19" fmla="*/ 13533379 w 17297399"/>
              <a:gd name="connsiteY19" fmla="*/ 10403827 h 11451929"/>
              <a:gd name="connsiteX20" fmla="*/ 13664743 w 17297399"/>
              <a:gd name="connsiteY20" fmla="*/ 10788504 h 11451929"/>
              <a:gd name="connsiteX21" fmla="*/ 14720601 w 17297399"/>
              <a:gd name="connsiteY21" fmla="*/ 11010256 h 11451929"/>
              <a:gd name="connsiteX22" fmla="*/ 14720601 w 17297399"/>
              <a:gd name="connsiteY22" fmla="*/ 11429488 h 11451929"/>
              <a:gd name="connsiteX23" fmla="*/ 10469063 w 17297399"/>
              <a:gd name="connsiteY23" fmla="*/ 11429488 h 11451929"/>
              <a:gd name="connsiteX24" fmla="*/ 10469063 w 17297399"/>
              <a:gd name="connsiteY24" fmla="*/ 11010155 h 11451929"/>
              <a:gd name="connsiteX25" fmla="*/ 11522631 w 17297399"/>
              <a:gd name="connsiteY25" fmla="*/ 10788377 h 11451929"/>
              <a:gd name="connsiteX26" fmla="*/ 12448019 w 17297399"/>
              <a:gd name="connsiteY26" fmla="*/ 10274500 h 11451929"/>
              <a:gd name="connsiteX27" fmla="*/ 16007901 w 17297399"/>
              <a:gd name="connsiteY27" fmla="*/ 5886639 h 11451929"/>
              <a:gd name="connsiteX28" fmla="*/ 12448019 w 17297399"/>
              <a:gd name="connsiteY28" fmla="*/ 1251821 h 11451929"/>
              <a:gd name="connsiteX29" fmla="*/ 11556075 w 17297399"/>
              <a:gd name="connsiteY29" fmla="*/ 676650 h 11451929"/>
              <a:gd name="connsiteX30" fmla="*/ 10570159 w 17297399"/>
              <a:gd name="connsiteY30" fmla="*/ 452329 h 11451929"/>
              <a:gd name="connsiteX31" fmla="*/ 6030463 w 17297399"/>
              <a:gd name="connsiteY31" fmla="*/ 0 h 11451929"/>
              <a:gd name="connsiteX32" fmla="*/ 12060927 w 17297399"/>
              <a:gd name="connsiteY32" fmla="*/ 5663717 h 11451929"/>
              <a:gd name="connsiteX33" fmla="*/ 6030463 w 17297399"/>
              <a:gd name="connsiteY33" fmla="*/ 11451929 h 11451929"/>
              <a:gd name="connsiteX34" fmla="*/ 0 w 17297399"/>
              <a:gd name="connsiteY34" fmla="*/ 5787196 h 11451929"/>
              <a:gd name="connsiteX35" fmla="*/ 6030463 w 17297399"/>
              <a:gd name="connsiteY35" fmla="*/ 0 h 1145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297399" h="11451929">
                <a:moveTo>
                  <a:pt x="14720601" y="11010155"/>
                </a:moveTo>
                <a:lnTo>
                  <a:pt x="14720727" y="11010282"/>
                </a:lnTo>
                <a:lnTo>
                  <a:pt x="14720601" y="11010256"/>
                </a:lnTo>
                <a:close/>
                <a:moveTo>
                  <a:pt x="6030463" y="618027"/>
                </a:moveTo>
                <a:cubicBezTo>
                  <a:pt x="3223910" y="618027"/>
                  <a:pt x="1948181" y="3109971"/>
                  <a:pt x="1948181" y="5725393"/>
                </a:cubicBezTo>
                <a:cubicBezTo>
                  <a:pt x="1948181" y="8774196"/>
                  <a:pt x="3447849" y="10844839"/>
                  <a:pt x="6030463" y="10844839"/>
                </a:cubicBezTo>
                <a:cubicBezTo>
                  <a:pt x="8841339" y="10844839"/>
                  <a:pt x="10119611" y="8347046"/>
                  <a:pt x="10119611" y="5725393"/>
                </a:cubicBezTo>
                <a:cubicBezTo>
                  <a:pt x="10119611" y="2677479"/>
                  <a:pt x="8618671" y="618027"/>
                  <a:pt x="6030463" y="618027"/>
                </a:cubicBezTo>
                <a:close/>
                <a:moveTo>
                  <a:pt x="10570159" y="7248"/>
                </a:moveTo>
                <a:lnTo>
                  <a:pt x="15809267" y="7248"/>
                </a:lnTo>
                <a:lnTo>
                  <a:pt x="15809267" y="452329"/>
                </a:lnTo>
                <a:lnTo>
                  <a:pt x="14687155" y="645367"/>
                </a:lnTo>
                <a:cubicBezTo>
                  <a:pt x="14326513" y="708060"/>
                  <a:pt x="14359959" y="802544"/>
                  <a:pt x="14559355" y="1058402"/>
                </a:cubicBezTo>
                <a:lnTo>
                  <a:pt x="17191055" y="4653765"/>
                </a:lnTo>
                <a:lnTo>
                  <a:pt x="17258071" y="4653765"/>
                </a:lnTo>
                <a:lnTo>
                  <a:pt x="17297399" y="4602936"/>
                </a:lnTo>
                <a:lnTo>
                  <a:pt x="17297399" y="7562483"/>
                </a:lnTo>
                <a:lnTo>
                  <a:pt x="16529791" y="6525266"/>
                </a:lnTo>
                <a:lnTo>
                  <a:pt x="16465063" y="6525266"/>
                </a:lnTo>
                <a:lnTo>
                  <a:pt x="13533379" y="10403827"/>
                </a:lnTo>
                <a:cubicBezTo>
                  <a:pt x="13334363" y="10659050"/>
                  <a:pt x="13302827" y="10723523"/>
                  <a:pt x="13664743" y="10788504"/>
                </a:cubicBezTo>
                <a:lnTo>
                  <a:pt x="14720601" y="11010256"/>
                </a:lnTo>
                <a:lnTo>
                  <a:pt x="14720601" y="11429488"/>
                </a:lnTo>
                <a:lnTo>
                  <a:pt x="10469063" y="11429488"/>
                </a:lnTo>
                <a:lnTo>
                  <a:pt x="10469063" y="11010155"/>
                </a:lnTo>
                <a:lnTo>
                  <a:pt x="11522631" y="10788377"/>
                </a:lnTo>
                <a:cubicBezTo>
                  <a:pt x="11917991" y="10690714"/>
                  <a:pt x="12215559" y="10566345"/>
                  <a:pt x="12448019" y="10274500"/>
                </a:cubicBezTo>
                <a:lnTo>
                  <a:pt x="16007901" y="5886639"/>
                </a:lnTo>
                <a:lnTo>
                  <a:pt x="12448019" y="1251821"/>
                </a:lnTo>
                <a:cubicBezTo>
                  <a:pt x="12215559" y="932126"/>
                  <a:pt x="11917991" y="771388"/>
                  <a:pt x="11556075" y="676650"/>
                </a:cubicBezTo>
                <a:lnTo>
                  <a:pt x="10570159" y="452329"/>
                </a:lnTo>
                <a:close/>
                <a:moveTo>
                  <a:pt x="6030463" y="0"/>
                </a:moveTo>
                <a:cubicBezTo>
                  <a:pt x="9377852" y="0"/>
                  <a:pt x="12060927" y="2460534"/>
                  <a:pt x="12060927" y="5663717"/>
                </a:cubicBezTo>
                <a:cubicBezTo>
                  <a:pt x="12060927" y="9020644"/>
                  <a:pt x="9381666" y="11451929"/>
                  <a:pt x="6030463" y="11451929"/>
                </a:cubicBezTo>
                <a:cubicBezTo>
                  <a:pt x="2679258" y="11451929"/>
                  <a:pt x="0" y="8989488"/>
                  <a:pt x="0" y="5787196"/>
                </a:cubicBezTo>
                <a:cubicBezTo>
                  <a:pt x="0" y="2584902"/>
                  <a:pt x="2683073" y="0"/>
                  <a:pt x="6030463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1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7" name="object 4">
            <a:extLst>
              <a:ext uri="{FF2B5EF4-FFF2-40B4-BE49-F238E27FC236}">
                <a16:creationId xmlns:a16="http://schemas.microsoft.com/office/drawing/2014/main" id="{F24E19B8-C345-CDB2-4CD3-6222E8F87872}"/>
              </a:ext>
            </a:extLst>
          </p:cNvPr>
          <p:cNvGrpSpPr/>
          <p:nvPr userDrawn="1"/>
        </p:nvGrpSpPr>
        <p:grpSpPr>
          <a:xfrm>
            <a:off x="2032713" y="917714"/>
            <a:ext cx="2759373" cy="2755522"/>
            <a:chOff x="1675341" y="756689"/>
            <a:chExt cx="2275205" cy="2272030"/>
          </a:xfrm>
        </p:grpSpPr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F024CC0E-E5BE-B95C-3E91-4E3E2C9AF735}"/>
                </a:ext>
              </a:extLst>
            </p:cNvPr>
            <p:cNvSpPr/>
            <p:nvPr/>
          </p:nvSpPr>
          <p:spPr>
            <a:xfrm>
              <a:off x="1675341" y="756689"/>
              <a:ext cx="2275205" cy="2272030"/>
            </a:xfrm>
            <a:custGeom>
              <a:avLst/>
              <a:gdLst/>
              <a:ahLst/>
              <a:cxnLst/>
              <a:rect l="l" t="t" r="r" b="b"/>
              <a:pathLst>
                <a:path w="2275204" h="2272030">
                  <a:moveTo>
                    <a:pt x="2274988" y="0"/>
                  </a:moveTo>
                  <a:lnTo>
                    <a:pt x="0" y="0"/>
                  </a:lnTo>
                  <a:lnTo>
                    <a:pt x="0" y="2271417"/>
                  </a:lnTo>
                  <a:lnTo>
                    <a:pt x="2274988" y="2271417"/>
                  </a:lnTo>
                  <a:lnTo>
                    <a:pt x="22749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F76FE19D-1A72-53E6-F7EE-A0D4E58E5EF3}"/>
                </a:ext>
              </a:extLst>
            </p:cNvPr>
            <p:cNvSpPr/>
            <p:nvPr/>
          </p:nvSpPr>
          <p:spPr>
            <a:xfrm>
              <a:off x="1695006" y="774583"/>
              <a:ext cx="2235835" cy="2235835"/>
            </a:xfrm>
            <a:custGeom>
              <a:avLst/>
              <a:gdLst/>
              <a:ahLst/>
              <a:cxnLst/>
              <a:rect l="l" t="t" r="r" b="b"/>
              <a:pathLst>
                <a:path w="2235835" h="2235835">
                  <a:moveTo>
                    <a:pt x="2235638" y="0"/>
                  </a:moveTo>
                  <a:lnTo>
                    <a:pt x="0" y="0"/>
                  </a:lnTo>
                  <a:lnTo>
                    <a:pt x="0" y="2235649"/>
                  </a:lnTo>
                  <a:lnTo>
                    <a:pt x="2235638" y="2235649"/>
                  </a:lnTo>
                  <a:lnTo>
                    <a:pt x="2235638" y="0"/>
                  </a:lnTo>
                  <a:close/>
                </a:path>
              </a:pathLst>
            </a:custGeom>
            <a:solidFill>
              <a:srgbClr val="002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7">
              <a:extLst>
                <a:ext uri="{FF2B5EF4-FFF2-40B4-BE49-F238E27FC236}">
                  <a16:creationId xmlns:a16="http://schemas.microsoft.com/office/drawing/2014/main" id="{94F6E90F-308B-4F2B-462D-EF2E852E4DD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3232" y="2234279"/>
              <a:ext cx="97546" cy="136760"/>
            </a:xfrm>
            <a:prstGeom prst="rect">
              <a:avLst/>
            </a:prstGeom>
          </p:spPr>
        </p:pic>
        <p:pic>
          <p:nvPicPr>
            <p:cNvPr id="14" name="object 8">
              <a:extLst>
                <a:ext uri="{FF2B5EF4-FFF2-40B4-BE49-F238E27FC236}">
                  <a16:creationId xmlns:a16="http://schemas.microsoft.com/office/drawing/2014/main" id="{5DEB18E0-3AB0-58AD-14EB-F065BD386E0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0611" y="2234280"/>
              <a:ext cx="97337" cy="134142"/>
            </a:xfrm>
            <a:prstGeom prst="rect">
              <a:avLst/>
            </a:prstGeom>
          </p:spPr>
        </p:pic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432C503B-4A47-08C8-1D2E-5839870C88B2}"/>
                </a:ext>
              </a:extLst>
            </p:cNvPr>
            <p:cNvSpPr/>
            <p:nvPr/>
          </p:nvSpPr>
          <p:spPr>
            <a:xfrm>
              <a:off x="221206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0">
              <a:extLst>
                <a:ext uri="{FF2B5EF4-FFF2-40B4-BE49-F238E27FC236}">
                  <a16:creationId xmlns:a16="http://schemas.microsoft.com/office/drawing/2014/main" id="{5E72D531-95F7-9584-0C4B-76DD0D9E879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4586" y="2234280"/>
              <a:ext cx="113221" cy="134142"/>
            </a:xfrm>
            <a:prstGeom prst="rect">
              <a:avLst/>
            </a:prstGeom>
          </p:spPr>
        </p:pic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B7AD32C3-7060-19EA-8E28-96A8584FECD2}"/>
                </a:ext>
              </a:extLst>
            </p:cNvPr>
            <p:cNvSpPr/>
            <p:nvPr/>
          </p:nvSpPr>
          <p:spPr>
            <a:xfrm>
              <a:off x="2412962" y="2233808"/>
              <a:ext cx="76200" cy="134620"/>
            </a:xfrm>
            <a:custGeom>
              <a:avLst/>
              <a:gdLst/>
              <a:ahLst/>
              <a:cxnLst/>
              <a:rect l="l" t="t" r="r" b="b"/>
              <a:pathLst>
                <a:path w="76200" h="134619">
                  <a:moveTo>
                    <a:pt x="75819" y="119380"/>
                  </a:moveTo>
                  <a:lnTo>
                    <a:pt x="17691" y="119380"/>
                  </a:lnTo>
                  <a:lnTo>
                    <a:pt x="17691" y="72390"/>
                  </a:lnTo>
                  <a:lnTo>
                    <a:pt x="70789" y="72390"/>
                  </a:lnTo>
                  <a:lnTo>
                    <a:pt x="70789" y="57150"/>
                  </a:lnTo>
                  <a:lnTo>
                    <a:pt x="17691" y="57150"/>
                  </a:lnTo>
                  <a:lnTo>
                    <a:pt x="17691" y="15240"/>
                  </a:lnTo>
                  <a:lnTo>
                    <a:pt x="74218" y="15240"/>
                  </a:lnTo>
                  <a:lnTo>
                    <a:pt x="74218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57150"/>
                  </a:lnTo>
                  <a:lnTo>
                    <a:pt x="0" y="72390"/>
                  </a:lnTo>
                  <a:lnTo>
                    <a:pt x="0" y="119380"/>
                  </a:lnTo>
                  <a:lnTo>
                    <a:pt x="0" y="134620"/>
                  </a:lnTo>
                  <a:lnTo>
                    <a:pt x="75819" y="134620"/>
                  </a:lnTo>
                  <a:lnTo>
                    <a:pt x="75819" y="1193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2">
              <a:extLst>
                <a:ext uri="{FF2B5EF4-FFF2-40B4-BE49-F238E27FC236}">
                  <a16:creationId xmlns:a16="http://schemas.microsoft.com/office/drawing/2014/main" id="{2A9BCCA0-3859-B1E5-BC88-14C631A83BF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0110" y="2234284"/>
              <a:ext cx="92311" cy="134142"/>
            </a:xfrm>
            <a:prstGeom prst="rect">
              <a:avLst/>
            </a:prstGeom>
          </p:spPr>
        </p:pic>
        <p:pic>
          <p:nvPicPr>
            <p:cNvPr id="19" name="object 13">
              <a:extLst>
                <a:ext uri="{FF2B5EF4-FFF2-40B4-BE49-F238E27FC236}">
                  <a16:creationId xmlns:a16="http://schemas.microsoft.com/office/drawing/2014/main" id="{A7B071CA-F115-775C-8872-D0A436F35DD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0302" y="2231664"/>
              <a:ext cx="85264" cy="139576"/>
            </a:xfrm>
            <a:prstGeom prst="rect">
              <a:avLst/>
            </a:prstGeom>
          </p:spPr>
        </p:pic>
        <p:sp>
          <p:nvSpPr>
            <p:cNvPr id="20" name="object 14">
              <a:extLst>
                <a:ext uri="{FF2B5EF4-FFF2-40B4-BE49-F238E27FC236}">
                  <a16:creationId xmlns:a16="http://schemas.microsoft.com/office/drawing/2014/main" id="{E214B573-C51F-BAE7-8C9F-E29EB64831BD}"/>
                </a:ext>
              </a:extLst>
            </p:cNvPr>
            <p:cNvSpPr/>
            <p:nvPr/>
          </p:nvSpPr>
          <p:spPr>
            <a:xfrm>
              <a:off x="277797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15">
              <a:extLst>
                <a:ext uri="{FF2B5EF4-FFF2-40B4-BE49-F238E27FC236}">
                  <a16:creationId xmlns:a16="http://schemas.microsoft.com/office/drawing/2014/main" id="{EAA3A2ED-57C4-926E-6F77-832567746474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0980" y="2233925"/>
              <a:ext cx="217271" cy="134620"/>
            </a:xfrm>
            <a:prstGeom prst="rect">
              <a:avLst/>
            </a:prstGeom>
          </p:spPr>
        </p:pic>
        <p:pic>
          <p:nvPicPr>
            <p:cNvPr id="22" name="object 16">
              <a:extLst>
                <a:ext uri="{FF2B5EF4-FFF2-40B4-BE49-F238E27FC236}">
                  <a16:creationId xmlns:a16="http://schemas.microsoft.com/office/drawing/2014/main" id="{770AA6EC-D832-6076-AFA6-91069EB63D1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7399" y="2231666"/>
              <a:ext cx="122581" cy="139377"/>
            </a:xfrm>
            <a:prstGeom prst="rect">
              <a:avLst/>
            </a:prstGeom>
          </p:spPr>
        </p:pic>
        <p:pic>
          <p:nvPicPr>
            <p:cNvPr id="23" name="object 17">
              <a:extLst>
                <a:ext uri="{FF2B5EF4-FFF2-40B4-BE49-F238E27FC236}">
                  <a16:creationId xmlns:a16="http://schemas.microsoft.com/office/drawing/2014/main" id="{6630B7C7-8568-CDA6-27F2-5B4D42F60833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02992" y="2234285"/>
              <a:ext cx="72594" cy="134132"/>
            </a:xfrm>
            <a:prstGeom prst="rect">
              <a:avLst/>
            </a:prstGeom>
          </p:spPr>
        </p:pic>
        <p:sp>
          <p:nvSpPr>
            <p:cNvPr id="24" name="object 18">
              <a:extLst>
                <a:ext uri="{FF2B5EF4-FFF2-40B4-BE49-F238E27FC236}">
                  <a16:creationId xmlns:a16="http://schemas.microsoft.com/office/drawing/2014/main" id="{150790B4-415C-BA92-5FD3-D30ABF741537}"/>
                </a:ext>
              </a:extLst>
            </p:cNvPr>
            <p:cNvSpPr/>
            <p:nvPr/>
          </p:nvSpPr>
          <p:spPr>
            <a:xfrm>
              <a:off x="1887258" y="2487135"/>
              <a:ext cx="1851025" cy="293370"/>
            </a:xfrm>
            <a:custGeom>
              <a:avLst/>
              <a:gdLst/>
              <a:ahLst/>
              <a:cxnLst/>
              <a:rect l="l" t="t" r="r" b="b"/>
              <a:pathLst>
                <a:path w="1851025" h="293369">
                  <a:moveTo>
                    <a:pt x="297827" y="144932"/>
                  </a:moveTo>
                  <a:lnTo>
                    <a:pt x="290436" y="98386"/>
                  </a:lnTo>
                  <a:lnTo>
                    <a:pt x="269697" y="58508"/>
                  </a:lnTo>
                  <a:lnTo>
                    <a:pt x="249885" y="39217"/>
                  </a:lnTo>
                  <a:lnTo>
                    <a:pt x="249885" y="146519"/>
                  </a:lnTo>
                  <a:lnTo>
                    <a:pt x="243865" y="195300"/>
                  </a:lnTo>
                  <a:lnTo>
                    <a:pt x="225425" y="237185"/>
                  </a:lnTo>
                  <a:lnTo>
                    <a:pt x="193979" y="266509"/>
                  </a:lnTo>
                  <a:lnTo>
                    <a:pt x="148920" y="277545"/>
                  </a:lnTo>
                  <a:lnTo>
                    <a:pt x="106260" y="268046"/>
                  </a:lnTo>
                  <a:lnTo>
                    <a:pt x="74599" y="241287"/>
                  </a:lnTo>
                  <a:lnTo>
                    <a:pt x="54889" y="199910"/>
                  </a:lnTo>
                  <a:lnTo>
                    <a:pt x="48107" y="146519"/>
                  </a:lnTo>
                  <a:lnTo>
                    <a:pt x="54114" y="97866"/>
                  </a:lnTo>
                  <a:lnTo>
                    <a:pt x="72529" y="56070"/>
                  </a:lnTo>
                  <a:lnTo>
                    <a:pt x="103924" y="26822"/>
                  </a:lnTo>
                  <a:lnTo>
                    <a:pt x="148920" y="15811"/>
                  </a:lnTo>
                  <a:lnTo>
                    <a:pt x="191655" y="25260"/>
                  </a:lnTo>
                  <a:lnTo>
                    <a:pt x="223367" y="51917"/>
                  </a:lnTo>
                  <a:lnTo>
                    <a:pt x="243090" y="93192"/>
                  </a:lnTo>
                  <a:lnTo>
                    <a:pt x="249885" y="146519"/>
                  </a:lnTo>
                  <a:lnTo>
                    <a:pt x="249885" y="39217"/>
                  </a:lnTo>
                  <a:lnTo>
                    <a:pt x="237769" y="27406"/>
                  </a:lnTo>
                  <a:lnTo>
                    <a:pt x="214249" y="15811"/>
                  </a:lnTo>
                  <a:lnTo>
                    <a:pt x="196799" y="7200"/>
                  </a:lnTo>
                  <a:lnTo>
                    <a:pt x="148920" y="0"/>
                  </a:lnTo>
                  <a:lnTo>
                    <a:pt x="101688" y="7162"/>
                  </a:lnTo>
                  <a:lnTo>
                    <a:pt x="60794" y="27419"/>
                  </a:lnTo>
                  <a:lnTo>
                    <a:pt x="28613" y="58889"/>
                  </a:lnTo>
                  <a:lnTo>
                    <a:pt x="7556" y="99745"/>
                  </a:lnTo>
                  <a:lnTo>
                    <a:pt x="0" y="148107"/>
                  </a:lnTo>
                  <a:lnTo>
                    <a:pt x="7404" y="194652"/>
                  </a:lnTo>
                  <a:lnTo>
                    <a:pt x="28155" y="234530"/>
                  </a:lnTo>
                  <a:lnTo>
                    <a:pt x="60096" y="265645"/>
                  </a:lnTo>
                  <a:lnTo>
                    <a:pt x="101079" y="285864"/>
                  </a:lnTo>
                  <a:lnTo>
                    <a:pt x="148920" y="293065"/>
                  </a:lnTo>
                  <a:lnTo>
                    <a:pt x="196176" y="285915"/>
                  </a:lnTo>
                  <a:lnTo>
                    <a:pt x="213093" y="277545"/>
                  </a:lnTo>
                  <a:lnTo>
                    <a:pt x="237109" y="265645"/>
                  </a:lnTo>
                  <a:lnTo>
                    <a:pt x="269240" y="234200"/>
                  </a:lnTo>
                  <a:lnTo>
                    <a:pt x="290283" y="193332"/>
                  </a:lnTo>
                  <a:lnTo>
                    <a:pt x="297827" y="144932"/>
                  </a:lnTo>
                  <a:close/>
                </a:path>
                <a:path w="1851025" h="293369">
                  <a:moveTo>
                    <a:pt x="616991" y="277533"/>
                  </a:moveTo>
                  <a:lnTo>
                    <a:pt x="576516" y="263029"/>
                  </a:lnTo>
                  <a:lnTo>
                    <a:pt x="481545" y="135674"/>
                  </a:lnTo>
                  <a:lnTo>
                    <a:pt x="562622" y="34023"/>
                  </a:lnTo>
                  <a:lnTo>
                    <a:pt x="609879" y="15811"/>
                  </a:lnTo>
                  <a:lnTo>
                    <a:pt x="609879" y="4787"/>
                  </a:lnTo>
                  <a:lnTo>
                    <a:pt x="508279" y="4787"/>
                  </a:lnTo>
                  <a:lnTo>
                    <a:pt x="508279" y="15811"/>
                  </a:lnTo>
                  <a:lnTo>
                    <a:pt x="540575" y="22936"/>
                  </a:lnTo>
                  <a:lnTo>
                    <a:pt x="540575" y="26098"/>
                  </a:lnTo>
                  <a:lnTo>
                    <a:pt x="470458" y="119964"/>
                  </a:lnTo>
                  <a:lnTo>
                    <a:pt x="468858" y="119964"/>
                  </a:lnTo>
                  <a:lnTo>
                    <a:pt x="405917" y="30835"/>
                  </a:lnTo>
                  <a:lnTo>
                    <a:pt x="401142" y="24498"/>
                  </a:lnTo>
                  <a:lnTo>
                    <a:pt x="400354" y="22148"/>
                  </a:lnTo>
                  <a:lnTo>
                    <a:pt x="435813" y="15811"/>
                  </a:lnTo>
                  <a:lnTo>
                    <a:pt x="435813" y="4787"/>
                  </a:lnTo>
                  <a:lnTo>
                    <a:pt x="310502" y="4787"/>
                  </a:lnTo>
                  <a:lnTo>
                    <a:pt x="310502" y="15811"/>
                  </a:lnTo>
                  <a:lnTo>
                    <a:pt x="334086" y="21374"/>
                  </a:lnTo>
                  <a:lnTo>
                    <a:pt x="340283" y="23482"/>
                  </a:lnTo>
                  <a:lnTo>
                    <a:pt x="345909" y="26416"/>
                  </a:lnTo>
                  <a:lnTo>
                    <a:pt x="350964" y="30391"/>
                  </a:lnTo>
                  <a:lnTo>
                    <a:pt x="355422" y="35636"/>
                  </a:lnTo>
                  <a:lnTo>
                    <a:pt x="440575" y="150533"/>
                  </a:lnTo>
                  <a:lnTo>
                    <a:pt x="355422" y="259295"/>
                  </a:lnTo>
                  <a:lnTo>
                    <a:pt x="308076" y="277533"/>
                  </a:lnTo>
                  <a:lnTo>
                    <a:pt x="308076" y="288671"/>
                  </a:lnTo>
                  <a:lnTo>
                    <a:pt x="409778" y="288671"/>
                  </a:lnTo>
                  <a:lnTo>
                    <a:pt x="409778" y="277533"/>
                  </a:lnTo>
                  <a:lnTo>
                    <a:pt x="384517" y="272046"/>
                  </a:lnTo>
                  <a:lnTo>
                    <a:pt x="375856" y="270433"/>
                  </a:lnTo>
                  <a:lnTo>
                    <a:pt x="376618" y="268820"/>
                  </a:lnTo>
                  <a:lnTo>
                    <a:pt x="381381" y="262496"/>
                  </a:lnTo>
                  <a:lnTo>
                    <a:pt x="451497" y="166357"/>
                  </a:lnTo>
                  <a:lnTo>
                    <a:pt x="453047" y="166357"/>
                  </a:lnTo>
                  <a:lnTo>
                    <a:pt x="526326" y="268820"/>
                  </a:lnTo>
                  <a:lnTo>
                    <a:pt x="527126" y="271233"/>
                  </a:lnTo>
                  <a:lnTo>
                    <a:pt x="491667" y="277533"/>
                  </a:lnTo>
                  <a:lnTo>
                    <a:pt x="491667" y="288671"/>
                  </a:lnTo>
                  <a:lnTo>
                    <a:pt x="616991" y="288671"/>
                  </a:lnTo>
                  <a:lnTo>
                    <a:pt x="616991" y="277533"/>
                  </a:lnTo>
                  <a:close/>
                </a:path>
                <a:path w="1851025" h="293369">
                  <a:moveTo>
                    <a:pt x="870724" y="4775"/>
                  </a:moveTo>
                  <a:lnTo>
                    <a:pt x="655612" y="4775"/>
                  </a:lnTo>
                  <a:lnTo>
                    <a:pt x="655612" y="15811"/>
                  </a:lnTo>
                  <a:lnTo>
                    <a:pt x="684720" y="22161"/>
                  </a:lnTo>
                  <a:lnTo>
                    <a:pt x="693420" y="23723"/>
                  </a:lnTo>
                  <a:lnTo>
                    <a:pt x="696595" y="27711"/>
                  </a:lnTo>
                  <a:lnTo>
                    <a:pt x="696595" y="265722"/>
                  </a:lnTo>
                  <a:lnTo>
                    <a:pt x="694232" y="268833"/>
                  </a:lnTo>
                  <a:lnTo>
                    <a:pt x="684720" y="271233"/>
                  </a:lnTo>
                  <a:lnTo>
                    <a:pt x="655612" y="277545"/>
                  </a:lnTo>
                  <a:lnTo>
                    <a:pt x="655612" y="288671"/>
                  </a:lnTo>
                  <a:lnTo>
                    <a:pt x="783297" y="288671"/>
                  </a:lnTo>
                  <a:lnTo>
                    <a:pt x="783297" y="277545"/>
                  </a:lnTo>
                  <a:lnTo>
                    <a:pt x="750925" y="271233"/>
                  </a:lnTo>
                  <a:lnTo>
                    <a:pt x="741540" y="269621"/>
                  </a:lnTo>
                  <a:lnTo>
                    <a:pt x="739165" y="265722"/>
                  </a:lnTo>
                  <a:lnTo>
                    <a:pt x="739165" y="155232"/>
                  </a:lnTo>
                  <a:lnTo>
                    <a:pt x="817181" y="155232"/>
                  </a:lnTo>
                  <a:lnTo>
                    <a:pt x="823506" y="159219"/>
                  </a:lnTo>
                  <a:lnTo>
                    <a:pt x="825779" y="169456"/>
                  </a:lnTo>
                  <a:lnTo>
                    <a:pt x="831316" y="196418"/>
                  </a:lnTo>
                  <a:lnTo>
                    <a:pt x="844715" y="196418"/>
                  </a:lnTo>
                  <a:lnTo>
                    <a:pt x="844715" y="102539"/>
                  </a:lnTo>
                  <a:lnTo>
                    <a:pt x="831316" y="102539"/>
                  </a:lnTo>
                  <a:lnTo>
                    <a:pt x="825779" y="125476"/>
                  </a:lnTo>
                  <a:lnTo>
                    <a:pt x="823506" y="135686"/>
                  </a:lnTo>
                  <a:lnTo>
                    <a:pt x="817181" y="139382"/>
                  </a:lnTo>
                  <a:lnTo>
                    <a:pt x="739165" y="139382"/>
                  </a:lnTo>
                  <a:lnTo>
                    <a:pt x="739165" y="20599"/>
                  </a:lnTo>
                  <a:lnTo>
                    <a:pt x="836815" y="20599"/>
                  </a:lnTo>
                  <a:lnTo>
                    <a:pt x="843140" y="24498"/>
                  </a:lnTo>
                  <a:lnTo>
                    <a:pt x="857377" y="75653"/>
                  </a:lnTo>
                  <a:lnTo>
                    <a:pt x="870724" y="75653"/>
                  </a:lnTo>
                  <a:lnTo>
                    <a:pt x="870724" y="4775"/>
                  </a:lnTo>
                  <a:close/>
                </a:path>
                <a:path w="1851025" h="293369">
                  <a:moveTo>
                    <a:pt x="1207160" y="144932"/>
                  </a:moveTo>
                  <a:lnTo>
                    <a:pt x="1199756" y="98386"/>
                  </a:lnTo>
                  <a:lnTo>
                    <a:pt x="1179017" y="58508"/>
                  </a:lnTo>
                  <a:lnTo>
                    <a:pt x="1159141" y="39166"/>
                  </a:lnTo>
                  <a:lnTo>
                    <a:pt x="1159141" y="146519"/>
                  </a:lnTo>
                  <a:lnTo>
                    <a:pt x="1153121" y="195300"/>
                  </a:lnTo>
                  <a:lnTo>
                    <a:pt x="1134681" y="237185"/>
                  </a:lnTo>
                  <a:lnTo>
                    <a:pt x="1103249" y="266509"/>
                  </a:lnTo>
                  <a:lnTo>
                    <a:pt x="1058227" y="277545"/>
                  </a:lnTo>
                  <a:lnTo>
                    <a:pt x="1015555" y="268046"/>
                  </a:lnTo>
                  <a:lnTo>
                    <a:pt x="983881" y="241287"/>
                  </a:lnTo>
                  <a:lnTo>
                    <a:pt x="964171" y="199910"/>
                  </a:lnTo>
                  <a:lnTo>
                    <a:pt x="957389" y="146519"/>
                  </a:lnTo>
                  <a:lnTo>
                    <a:pt x="963396" y="97866"/>
                  </a:lnTo>
                  <a:lnTo>
                    <a:pt x="981798" y="56070"/>
                  </a:lnTo>
                  <a:lnTo>
                    <a:pt x="1013218" y="26822"/>
                  </a:lnTo>
                  <a:lnTo>
                    <a:pt x="1058227" y="15811"/>
                  </a:lnTo>
                  <a:lnTo>
                    <a:pt x="1100950" y="25260"/>
                  </a:lnTo>
                  <a:lnTo>
                    <a:pt x="1132636" y="51917"/>
                  </a:lnTo>
                  <a:lnTo>
                    <a:pt x="1152359" y="93192"/>
                  </a:lnTo>
                  <a:lnTo>
                    <a:pt x="1159141" y="146519"/>
                  </a:lnTo>
                  <a:lnTo>
                    <a:pt x="1159141" y="39166"/>
                  </a:lnTo>
                  <a:lnTo>
                    <a:pt x="1147064" y="27406"/>
                  </a:lnTo>
                  <a:lnTo>
                    <a:pt x="1123543" y="15811"/>
                  </a:lnTo>
                  <a:lnTo>
                    <a:pt x="1106081" y="7200"/>
                  </a:lnTo>
                  <a:lnTo>
                    <a:pt x="1058227" y="0"/>
                  </a:lnTo>
                  <a:lnTo>
                    <a:pt x="1010996" y="7162"/>
                  </a:lnTo>
                  <a:lnTo>
                    <a:pt x="970089" y="27419"/>
                  </a:lnTo>
                  <a:lnTo>
                    <a:pt x="937920" y="58889"/>
                  </a:lnTo>
                  <a:lnTo>
                    <a:pt x="916876" y="99745"/>
                  </a:lnTo>
                  <a:lnTo>
                    <a:pt x="909320" y="148107"/>
                  </a:lnTo>
                  <a:lnTo>
                    <a:pt x="916724" y="194652"/>
                  </a:lnTo>
                  <a:lnTo>
                    <a:pt x="937475" y="234530"/>
                  </a:lnTo>
                  <a:lnTo>
                    <a:pt x="969429" y="265645"/>
                  </a:lnTo>
                  <a:lnTo>
                    <a:pt x="1010399" y="285864"/>
                  </a:lnTo>
                  <a:lnTo>
                    <a:pt x="1058227" y="293065"/>
                  </a:lnTo>
                  <a:lnTo>
                    <a:pt x="1105496" y="285915"/>
                  </a:lnTo>
                  <a:lnTo>
                    <a:pt x="1122413" y="277545"/>
                  </a:lnTo>
                  <a:lnTo>
                    <a:pt x="1146429" y="265645"/>
                  </a:lnTo>
                  <a:lnTo>
                    <a:pt x="1178560" y="234200"/>
                  </a:lnTo>
                  <a:lnTo>
                    <a:pt x="1199616" y="193332"/>
                  </a:lnTo>
                  <a:lnTo>
                    <a:pt x="1207160" y="144932"/>
                  </a:lnTo>
                  <a:close/>
                </a:path>
                <a:path w="1851025" h="293369">
                  <a:moveTo>
                    <a:pt x="1533385" y="277545"/>
                  </a:moveTo>
                  <a:lnTo>
                    <a:pt x="1493786" y="267690"/>
                  </a:lnTo>
                  <a:lnTo>
                    <a:pt x="1426489" y="182397"/>
                  </a:lnTo>
                  <a:lnTo>
                    <a:pt x="1414792" y="168097"/>
                  </a:lnTo>
                  <a:lnTo>
                    <a:pt x="1409788" y="163131"/>
                  </a:lnTo>
                  <a:lnTo>
                    <a:pt x="1407236" y="160604"/>
                  </a:lnTo>
                  <a:lnTo>
                    <a:pt x="1400987" y="156832"/>
                  </a:lnTo>
                  <a:lnTo>
                    <a:pt x="1400987" y="155232"/>
                  </a:lnTo>
                  <a:lnTo>
                    <a:pt x="1451914" y="127393"/>
                  </a:lnTo>
                  <a:lnTo>
                    <a:pt x="1470317" y="81203"/>
                  </a:lnTo>
                  <a:lnTo>
                    <a:pt x="1467129" y="60591"/>
                  </a:lnTo>
                  <a:lnTo>
                    <a:pt x="1457820" y="41084"/>
                  </a:lnTo>
                  <a:lnTo>
                    <a:pt x="1442745" y="24511"/>
                  </a:lnTo>
                  <a:lnTo>
                    <a:pt x="1435989" y="20599"/>
                  </a:lnTo>
                  <a:lnTo>
                    <a:pt x="1422298" y="12674"/>
                  </a:lnTo>
                  <a:lnTo>
                    <a:pt x="1422298" y="82003"/>
                  </a:lnTo>
                  <a:lnTo>
                    <a:pt x="1419733" y="105879"/>
                  </a:lnTo>
                  <a:lnTo>
                    <a:pt x="1410068" y="126796"/>
                  </a:lnTo>
                  <a:lnTo>
                    <a:pt x="1390345" y="141655"/>
                  </a:lnTo>
                  <a:lnTo>
                    <a:pt x="1357642" y="147307"/>
                  </a:lnTo>
                  <a:lnTo>
                    <a:pt x="1322197" y="147307"/>
                  </a:lnTo>
                  <a:lnTo>
                    <a:pt x="1322197" y="20599"/>
                  </a:lnTo>
                  <a:lnTo>
                    <a:pt x="1343494" y="20599"/>
                  </a:lnTo>
                  <a:lnTo>
                    <a:pt x="1386852" y="26911"/>
                  </a:lnTo>
                  <a:lnTo>
                    <a:pt x="1420291" y="64719"/>
                  </a:lnTo>
                  <a:lnTo>
                    <a:pt x="1422298" y="82003"/>
                  </a:lnTo>
                  <a:lnTo>
                    <a:pt x="1422298" y="12674"/>
                  </a:lnTo>
                  <a:lnTo>
                    <a:pt x="1410398" y="9093"/>
                  </a:lnTo>
                  <a:lnTo>
                    <a:pt x="1396885" y="6642"/>
                  </a:lnTo>
                  <a:lnTo>
                    <a:pt x="1381302" y="5232"/>
                  </a:lnTo>
                  <a:lnTo>
                    <a:pt x="1363179" y="4775"/>
                  </a:lnTo>
                  <a:lnTo>
                    <a:pt x="1238732" y="4775"/>
                  </a:lnTo>
                  <a:lnTo>
                    <a:pt x="1238732" y="15811"/>
                  </a:lnTo>
                  <a:lnTo>
                    <a:pt x="1267853" y="22161"/>
                  </a:lnTo>
                  <a:lnTo>
                    <a:pt x="1276565" y="23723"/>
                  </a:lnTo>
                  <a:lnTo>
                    <a:pt x="1279613" y="27711"/>
                  </a:lnTo>
                  <a:lnTo>
                    <a:pt x="1279613" y="265722"/>
                  </a:lnTo>
                  <a:lnTo>
                    <a:pt x="1277340" y="268833"/>
                  </a:lnTo>
                  <a:lnTo>
                    <a:pt x="1267853" y="271233"/>
                  </a:lnTo>
                  <a:lnTo>
                    <a:pt x="1238732" y="277545"/>
                  </a:lnTo>
                  <a:lnTo>
                    <a:pt x="1238732" y="288671"/>
                  </a:lnTo>
                  <a:lnTo>
                    <a:pt x="1366342" y="288671"/>
                  </a:lnTo>
                  <a:lnTo>
                    <a:pt x="1366342" y="277545"/>
                  </a:lnTo>
                  <a:lnTo>
                    <a:pt x="1334020" y="271233"/>
                  </a:lnTo>
                  <a:lnTo>
                    <a:pt x="1324559" y="269621"/>
                  </a:lnTo>
                  <a:lnTo>
                    <a:pt x="1322197" y="265722"/>
                  </a:lnTo>
                  <a:lnTo>
                    <a:pt x="1322197" y="163131"/>
                  </a:lnTo>
                  <a:lnTo>
                    <a:pt x="1343494" y="163131"/>
                  </a:lnTo>
                  <a:lnTo>
                    <a:pt x="1386852" y="193992"/>
                  </a:lnTo>
                  <a:lnTo>
                    <a:pt x="1445920" y="276720"/>
                  </a:lnTo>
                  <a:lnTo>
                    <a:pt x="1452994" y="286258"/>
                  </a:lnTo>
                  <a:lnTo>
                    <a:pt x="1456956" y="288671"/>
                  </a:lnTo>
                  <a:lnTo>
                    <a:pt x="1533385" y="288671"/>
                  </a:lnTo>
                  <a:lnTo>
                    <a:pt x="1533385" y="277545"/>
                  </a:lnTo>
                  <a:close/>
                </a:path>
                <a:path w="1851025" h="293369">
                  <a:moveTo>
                    <a:pt x="1850898" y="148107"/>
                  </a:moveTo>
                  <a:lnTo>
                    <a:pt x="1846249" y="109499"/>
                  </a:lnTo>
                  <a:lnTo>
                    <a:pt x="1832000" y="73304"/>
                  </a:lnTo>
                  <a:lnTo>
                    <a:pt x="1807692" y="42227"/>
                  </a:lnTo>
                  <a:lnTo>
                    <a:pt x="1802879" y="39027"/>
                  </a:lnTo>
                  <a:lnTo>
                    <a:pt x="1802879" y="148920"/>
                  </a:lnTo>
                  <a:lnTo>
                    <a:pt x="1800453" y="183375"/>
                  </a:lnTo>
                  <a:lnTo>
                    <a:pt x="1779943" y="237337"/>
                  </a:lnTo>
                  <a:lnTo>
                    <a:pt x="1746745" y="264134"/>
                  </a:lnTo>
                  <a:lnTo>
                    <a:pt x="1709458" y="272021"/>
                  </a:lnTo>
                  <a:lnTo>
                    <a:pt x="1686255" y="272846"/>
                  </a:lnTo>
                  <a:lnTo>
                    <a:pt x="1641348" y="272846"/>
                  </a:lnTo>
                  <a:lnTo>
                    <a:pt x="1638998" y="270421"/>
                  </a:lnTo>
                  <a:lnTo>
                    <a:pt x="1638998" y="20599"/>
                  </a:lnTo>
                  <a:lnTo>
                    <a:pt x="1679943" y="20599"/>
                  </a:lnTo>
                  <a:lnTo>
                    <a:pt x="1702650" y="21107"/>
                  </a:lnTo>
                  <a:lnTo>
                    <a:pt x="1750885" y="32410"/>
                  </a:lnTo>
                  <a:lnTo>
                    <a:pt x="1791652" y="81280"/>
                  </a:lnTo>
                  <a:lnTo>
                    <a:pt x="1802879" y="148920"/>
                  </a:lnTo>
                  <a:lnTo>
                    <a:pt x="1802879" y="39027"/>
                  </a:lnTo>
                  <a:lnTo>
                    <a:pt x="1755978" y="12750"/>
                  </a:lnTo>
                  <a:lnTo>
                    <a:pt x="1714754" y="5664"/>
                  </a:lnTo>
                  <a:lnTo>
                    <a:pt x="1689417" y="4775"/>
                  </a:lnTo>
                  <a:lnTo>
                    <a:pt x="1556232" y="4775"/>
                  </a:lnTo>
                  <a:lnTo>
                    <a:pt x="1556232" y="15811"/>
                  </a:lnTo>
                  <a:lnTo>
                    <a:pt x="1585366" y="22161"/>
                  </a:lnTo>
                  <a:lnTo>
                    <a:pt x="1594040" y="23723"/>
                  </a:lnTo>
                  <a:lnTo>
                    <a:pt x="1597202" y="27711"/>
                  </a:lnTo>
                  <a:lnTo>
                    <a:pt x="1597202" y="265722"/>
                  </a:lnTo>
                  <a:lnTo>
                    <a:pt x="1594827" y="268833"/>
                  </a:lnTo>
                  <a:lnTo>
                    <a:pt x="1585366" y="271246"/>
                  </a:lnTo>
                  <a:lnTo>
                    <a:pt x="1556232" y="277533"/>
                  </a:lnTo>
                  <a:lnTo>
                    <a:pt x="1556232" y="288658"/>
                  </a:lnTo>
                  <a:lnTo>
                    <a:pt x="1690992" y="288658"/>
                  </a:lnTo>
                  <a:lnTo>
                    <a:pt x="1719364" y="287604"/>
                  </a:lnTo>
                  <a:lnTo>
                    <a:pt x="1744268" y="284378"/>
                  </a:lnTo>
                  <a:lnTo>
                    <a:pt x="1765769" y="278942"/>
                  </a:lnTo>
                  <a:lnTo>
                    <a:pt x="1780159" y="272846"/>
                  </a:lnTo>
                  <a:lnTo>
                    <a:pt x="1783943" y="271246"/>
                  </a:lnTo>
                  <a:lnTo>
                    <a:pt x="1814703" y="248412"/>
                  </a:lnTo>
                  <a:lnTo>
                    <a:pt x="1835467" y="219138"/>
                  </a:lnTo>
                  <a:lnTo>
                    <a:pt x="1847202" y="185127"/>
                  </a:lnTo>
                  <a:lnTo>
                    <a:pt x="1850898" y="148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19">
              <a:extLst>
                <a:ext uri="{FF2B5EF4-FFF2-40B4-BE49-F238E27FC236}">
                  <a16:creationId xmlns:a16="http://schemas.microsoft.com/office/drawing/2014/main" id="{CD8C4E4E-CB4F-365F-8603-B114D6D47E9B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21167" y="926515"/>
              <a:ext cx="915186" cy="109220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032000" y="5817802"/>
            <a:ext cx="12636500" cy="2581660"/>
          </a:xfrm>
        </p:spPr>
        <p:txBody>
          <a:bodyPr anchor="b"/>
          <a:lstStyle>
            <a:lvl1pPr algn="l">
              <a:lnSpc>
                <a:spcPts val="7800"/>
              </a:lnSpc>
              <a:defRPr sz="6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32000" y="8651172"/>
            <a:ext cx="8591549" cy="682058"/>
          </a:xfrm>
        </p:spPr>
        <p:txBody>
          <a:bodyPr/>
          <a:lstStyle>
            <a:lvl1pPr marL="0" indent="0" algn="l">
              <a:lnSpc>
                <a:spcPts val="3600"/>
              </a:lnSpc>
              <a:spcBef>
                <a:spcPts val="0"/>
              </a:spcBef>
              <a:buNone/>
              <a:defRPr sz="3400" cap="all" spc="130" baseline="0">
                <a:solidFill>
                  <a:schemeClr val="bg1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GB" dirty="0"/>
              <a:t>Speaker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652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65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AFCD9D0-F9C6-AF82-BAC7-A1A6E59609D7}"/>
              </a:ext>
            </a:extLst>
          </p:cNvPr>
          <p:cNvSpPr/>
          <p:nvPr userDrawn="1"/>
        </p:nvSpPr>
        <p:spPr>
          <a:xfrm>
            <a:off x="-1" y="-240632"/>
            <a:ext cx="24384001" cy="3913868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D16D39-27F4-9D94-E4C4-E5E8B95039BA}"/>
              </a:ext>
            </a:extLst>
          </p:cNvPr>
          <p:cNvSpPr/>
          <p:nvPr userDrawn="1"/>
        </p:nvSpPr>
        <p:spPr>
          <a:xfrm>
            <a:off x="-6248962" y="0"/>
            <a:ext cx="5654007" cy="5219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 anchorCtr="0"/>
          <a:lstStyle/>
          <a:p>
            <a:pPr>
              <a:spcAft>
                <a:spcPts val="1200"/>
              </a:spcAft>
            </a:pPr>
            <a:r>
              <a:rPr lang="en-GB" sz="3200" dirty="0">
                <a:latin typeface="+mj-lt"/>
              </a:rPr>
              <a:t>To change the image –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Delete the current image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Click on the icon in the centre </a:t>
            </a:r>
            <a:br>
              <a:rPr lang="en-GB" sz="2400" dirty="0"/>
            </a:br>
            <a:r>
              <a:rPr lang="en-GB" sz="2400" dirty="0"/>
              <a:t>of the image placeholder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Select a new image (from wherever you have it stored on your computer)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Once inserted, right-click on the new image and select </a:t>
            </a:r>
            <a:br>
              <a:rPr lang="en-GB" sz="2400" dirty="0"/>
            </a:br>
            <a:r>
              <a:rPr lang="en-GB" sz="2400" dirty="0"/>
              <a:t>“Send to Back”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8CD7807-86BC-B09C-31D6-2B8A6CF64137}"/>
              </a:ext>
            </a:extLst>
          </p:cNvPr>
          <p:cNvSpPr/>
          <p:nvPr userDrawn="1"/>
        </p:nvSpPr>
        <p:spPr>
          <a:xfrm>
            <a:off x="855" y="2286513"/>
            <a:ext cx="24384000" cy="11429487"/>
          </a:xfrm>
          <a:custGeom>
            <a:avLst/>
            <a:gdLst/>
            <a:ahLst/>
            <a:cxnLst/>
            <a:rect l="l" t="t" r="r" b="b"/>
            <a:pathLst>
              <a:path w="20104100" h="9424035">
                <a:moveTo>
                  <a:pt x="20104099" y="0"/>
                </a:moveTo>
                <a:lnTo>
                  <a:pt x="0" y="0"/>
                </a:lnTo>
                <a:lnTo>
                  <a:pt x="0" y="9423482"/>
                </a:lnTo>
                <a:lnTo>
                  <a:pt x="20104099" y="9423482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Freeform: Shape 37">
            <a:extLst>
              <a:ext uri="{FF2B5EF4-FFF2-40B4-BE49-F238E27FC236}">
                <a16:creationId xmlns:a16="http://schemas.microsoft.com/office/drawing/2014/main" id="{A988855B-23F2-79B2-D158-B509CB0483D3}"/>
              </a:ext>
            </a:extLst>
          </p:cNvPr>
          <p:cNvSpPr/>
          <p:nvPr userDrawn="1"/>
        </p:nvSpPr>
        <p:spPr>
          <a:xfrm>
            <a:off x="7086601" y="2286513"/>
            <a:ext cx="17297399" cy="11451929"/>
          </a:xfrm>
          <a:custGeom>
            <a:avLst/>
            <a:gdLst>
              <a:gd name="connsiteX0" fmla="*/ 14720601 w 17297399"/>
              <a:gd name="connsiteY0" fmla="*/ 11010155 h 11451929"/>
              <a:gd name="connsiteX1" fmla="*/ 14720727 w 17297399"/>
              <a:gd name="connsiteY1" fmla="*/ 11010282 h 11451929"/>
              <a:gd name="connsiteX2" fmla="*/ 14720601 w 17297399"/>
              <a:gd name="connsiteY2" fmla="*/ 11010256 h 11451929"/>
              <a:gd name="connsiteX3" fmla="*/ 6030463 w 17297399"/>
              <a:gd name="connsiteY3" fmla="*/ 618027 h 11451929"/>
              <a:gd name="connsiteX4" fmla="*/ 1948181 w 17297399"/>
              <a:gd name="connsiteY4" fmla="*/ 5725393 h 11451929"/>
              <a:gd name="connsiteX5" fmla="*/ 6030463 w 17297399"/>
              <a:gd name="connsiteY5" fmla="*/ 10844839 h 11451929"/>
              <a:gd name="connsiteX6" fmla="*/ 10119611 w 17297399"/>
              <a:gd name="connsiteY6" fmla="*/ 5725393 h 11451929"/>
              <a:gd name="connsiteX7" fmla="*/ 6030463 w 17297399"/>
              <a:gd name="connsiteY7" fmla="*/ 618027 h 11451929"/>
              <a:gd name="connsiteX8" fmla="*/ 10570159 w 17297399"/>
              <a:gd name="connsiteY8" fmla="*/ 7248 h 11451929"/>
              <a:gd name="connsiteX9" fmla="*/ 15809267 w 17297399"/>
              <a:gd name="connsiteY9" fmla="*/ 7248 h 11451929"/>
              <a:gd name="connsiteX10" fmla="*/ 15809267 w 17297399"/>
              <a:gd name="connsiteY10" fmla="*/ 452329 h 11451929"/>
              <a:gd name="connsiteX11" fmla="*/ 14687155 w 17297399"/>
              <a:gd name="connsiteY11" fmla="*/ 645367 h 11451929"/>
              <a:gd name="connsiteX12" fmla="*/ 14559355 w 17297399"/>
              <a:gd name="connsiteY12" fmla="*/ 1058402 h 11451929"/>
              <a:gd name="connsiteX13" fmla="*/ 17191055 w 17297399"/>
              <a:gd name="connsiteY13" fmla="*/ 4653765 h 11451929"/>
              <a:gd name="connsiteX14" fmla="*/ 17258071 w 17297399"/>
              <a:gd name="connsiteY14" fmla="*/ 4653765 h 11451929"/>
              <a:gd name="connsiteX15" fmla="*/ 17297399 w 17297399"/>
              <a:gd name="connsiteY15" fmla="*/ 4602936 h 11451929"/>
              <a:gd name="connsiteX16" fmla="*/ 17297399 w 17297399"/>
              <a:gd name="connsiteY16" fmla="*/ 7562483 h 11451929"/>
              <a:gd name="connsiteX17" fmla="*/ 16529791 w 17297399"/>
              <a:gd name="connsiteY17" fmla="*/ 6525266 h 11451929"/>
              <a:gd name="connsiteX18" fmla="*/ 16465063 w 17297399"/>
              <a:gd name="connsiteY18" fmla="*/ 6525266 h 11451929"/>
              <a:gd name="connsiteX19" fmla="*/ 13533379 w 17297399"/>
              <a:gd name="connsiteY19" fmla="*/ 10403827 h 11451929"/>
              <a:gd name="connsiteX20" fmla="*/ 13664743 w 17297399"/>
              <a:gd name="connsiteY20" fmla="*/ 10788504 h 11451929"/>
              <a:gd name="connsiteX21" fmla="*/ 14720601 w 17297399"/>
              <a:gd name="connsiteY21" fmla="*/ 11010256 h 11451929"/>
              <a:gd name="connsiteX22" fmla="*/ 14720601 w 17297399"/>
              <a:gd name="connsiteY22" fmla="*/ 11429488 h 11451929"/>
              <a:gd name="connsiteX23" fmla="*/ 10469063 w 17297399"/>
              <a:gd name="connsiteY23" fmla="*/ 11429488 h 11451929"/>
              <a:gd name="connsiteX24" fmla="*/ 10469063 w 17297399"/>
              <a:gd name="connsiteY24" fmla="*/ 11010155 h 11451929"/>
              <a:gd name="connsiteX25" fmla="*/ 11522631 w 17297399"/>
              <a:gd name="connsiteY25" fmla="*/ 10788377 h 11451929"/>
              <a:gd name="connsiteX26" fmla="*/ 12448019 w 17297399"/>
              <a:gd name="connsiteY26" fmla="*/ 10274500 h 11451929"/>
              <a:gd name="connsiteX27" fmla="*/ 16007901 w 17297399"/>
              <a:gd name="connsiteY27" fmla="*/ 5886639 h 11451929"/>
              <a:gd name="connsiteX28" fmla="*/ 12448019 w 17297399"/>
              <a:gd name="connsiteY28" fmla="*/ 1251821 h 11451929"/>
              <a:gd name="connsiteX29" fmla="*/ 11556075 w 17297399"/>
              <a:gd name="connsiteY29" fmla="*/ 676650 h 11451929"/>
              <a:gd name="connsiteX30" fmla="*/ 10570159 w 17297399"/>
              <a:gd name="connsiteY30" fmla="*/ 452329 h 11451929"/>
              <a:gd name="connsiteX31" fmla="*/ 6030463 w 17297399"/>
              <a:gd name="connsiteY31" fmla="*/ 0 h 11451929"/>
              <a:gd name="connsiteX32" fmla="*/ 12060927 w 17297399"/>
              <a:gd name="connsiteY32" fmla="*/ 5663717 h 11451929"/>
              <a:gd name="connsiteX33" fmla="*/ 6030463 w 17297399"/>
              <a:gd name="connsiteY33" fmla="*/ 11451929 h 11451929"/>
              <a:gd name="connsiteX34" fmla="*/ 0 w 17297399"/>
              <a:gd name="connsiteY34" fmla="*/ 5787196 h 11451929"/>
              <a:gd name="connsiteX35" fmla="*/ 6030463 w 17297399"/>
              <a:gd name="connsiteY35" fmla="*/ 0 h 1145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297399" h="11451929">
                <a:moveTo>
                  <a:pt x="14720601" y="11010155"/>
                </a:moveTo>
                <a:lnTo>
                  <a:pt x="14720727" y="11010282"/>
                </a:lnTo>
                <a:lnTo>
                  <a:pt x="14720601" y="11010256"/>
                </a:lnTo>
                <a:close/>
                <a:moveTo>
                  <a:pt x="6030463" y="618027"/>
                </a:moveTo>
                <a:cubicBezTo>
                  <a:pt x="3223910" y="618027"/>
                  <a:pt x="1948181" y="3109971"/>
                  <a:pt x="1948181" y="5725393"/>
                </a:cubicBezTo>
                <a:cubicBezTo>
                  <a:pt x="1948181" y="8774196"/>
                  <a:pt x="3447849" y="10844839"/>
                  <a:pt x="6030463" y="10844839"/>
                </a:cubicBezTo>
                <a:cubicBezTo>
                  <a:pt x="8841339" y="10844839"/>
                  <a:pt x="10119611" y="8347046"/>
                  <a:pt x="10119611" y="5725393"/>
                </a:cubicBezTo>
                <a:cubicBezTo>
                  <a:pt x="10119611" y="2677479"/>
                  <a:pt x="8618671" y="618027"/>
                  <a:pt x="6030463" y="618027"/>
                </a:cubicBezTo>
                <a:close/>
                <a:moveTo>
                  <a:pt x="10570159" y="7248"/>
                </a:moveTo>
                <a:lnTo>
                  <a:pt x="15809267" y="7248"/>
                </a:lnTo>
                <a:lnTo>
                  <a:pt x="15809267" y="452329"/>
                </a:lnTo>
                <a:lnTo>
                  <a:pt x="14687155" y="645367"/>
                </a:lnTo>
                <a:cubicBezTo>
                  <a:pt x="14326513" y="708060"/>
                  <a:pt x="14359959" y="802544"/>
                  <a:pt x="14559355" y="1058402"/>
                </a:cubicBezTo>
                <a:lnTo>
                  <a:pt x="17191055" y="4653765"/>
                </a:lnTo>
                <a:lnTo>
                  <a:pt x="17258071" y="4653765"/>
                </a:lnTo>
                <a:lnTo>
                  <a:pt x="17297399" y="4602936"/>
                </a:lnTo>
                <a:lnTo>
                  <a:pt x="17297399" y="7562483"/>
                </a:lnTo>
                <a:lnTo>
                  <a:pt x="16529791" y="6525266"/>
                </a:lnTo>
                <a:lnTo>
                  <a:pt x="16465063" y="6525266"/>
                </a:lnTo>
                <a:lnTo>
                  <a:pt x="13533379" y="10403827"/>
                </a:lnTo>
                <a:cubicBezTo>
                  <a:pt x="13334363" y="10659050"/>
                  <a:pt x="13302827" y="10723523"/>
                  <a:pt x="13664743" y="10788504"/>
                </a:cubicBezTo>
                <a:lnTo>
                  <a:pt x="14720601" y="11010256"/>
                </a:lnTo>
                <a:lnTo>
                  <a:pt x="14720601" y="11429488"/>
                </a:lnTo>
                <a:lnTo>
                  <a:pt x="10469063" y="11429488"/>
                </a:lnTo>
                <a:lnTo>
                  <a:pt x="10469063" y="11010155"/>
                </a:lnTo>
                <a:lnTo>
                  <a:pt x="11522631" y="10788377"/>
                </a:lnTo>
                <a:cubicBezTo>
                  <a:pt x="11917991" y="10690714"/>
                  <a:pt x="12215559" y="10566345"/>
                  <a:pt x="12448019" y="10274500"/>
                </a:cubicBezTo>
                <a:lnTo>
                  <a:pt x="16007901" y="5886639"/>
                </a:lnTo>
                <a:lnTo>
                  <a:pt x="12448019" y="1251821"/>
                </a:lnTo>
                <a:cubicBezTo>
                  <a:pt x="12215559" y="932126"/>
                  <a:pt x="11917991" y="771388"/>
                  <a:pt x="11556075" y="676650"/>
                </a:cubicBezTo>
                <a:lnTo>
                  <a:pt x="10570159" y="452329"/>
                </a:lnTo>
                <a:close/>
                <a:moveTo>
                  <a:pt x="6030463" y="0"/>
                </a:moveTo>
                <a:cubicBezTo>
                  <a:pt x="9377852" y="0"/>
                  <a:pt x="12060927" y="2460534"/>
                  <a:pt x="12060927" y="5663717"/>
                </a:cubicBezTo>
                <a:cubicBezTo>
                  <a:pt x="12060927" y="9020644"/>
                  <a:pt x="9381666" y="11451929"/>
                  <a:pt x="6030463" y="11451929"/>
                </a:cubicBezTo>
                <a:cubicBezTo>
                  <a:pt x="2679258" y="11451929"/>
                  <a:pt x="0" y="8989488"/>
                  <a:pt x="0" y="5787196"/>
                </a:cubicBezTo>
                <a:cubicBezTo>
                  <a:pt x="0" y="2584902"/>
                  <a:pt x="2683073" y="0"/>
                  <a:pt x="6030463" y="0"/>
                </a:cubicBezTo>
                <a:close/>
              </a:path>
            </a:pathLst>
          </a:custGeom>
          <a:solidFill>
            <a:srgbClr val="F2F4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426D61F9-9991-05DA-E6FF-748678209725}"/>
              </a:ext>
            </a:extLst>
          </p:cNvPr>
          <p:cNvGrpSpPr/>
          <p:nvPr userDrawn="1"/>
        </p:nvGrpSpPr>
        <p:grpSpPr>
          <a:xfrm>
            <a:off x="2032713" y="917714"/>
            <a:ext cx="2759373" cy="2755522"/>
            <a:chOff x="1675341" y="756689"/>
            <a:chExt cx="2275205" cy="2272030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DE9CFC75-DA6E-AEAA-06FC-4203D3197F76}"/>
                </a:ext>
              </a:extLst>
            </p:cNvPr>
            <p:cNvSpPr/>
            <p:nvPr/>
          </p:nvSpPr>
          <p:spPr>
            <a:xfrm>
              <a:off x="1675341" y="756689"/>
              <a:ext cx="2275205" cy="2272030"/>
            </a:xfrm>
            <a:custGeom>
              <a:avLst/>
              <a:gdLst/>
              <a:ahLst/>
              <a:cxnLst/>
              <a:rect l="l" t="t" r="r" b="b"/>
              <a:pathLst>
                <a:path w="2275204" h="2272030">
                  <a:moveTo>
                    <a:pt x="2274988" y="0"/>
                  </a:moveTo>
                  <a:lnTo>
                    <a:pt x="0" y="0"/>
                  </a:lnTo>
                  <a:lnTo>
                    <a:pt x="0" y="2271417"/>
                  </a:lnTo>
                  <a:lnTo>
                    <a:pt x="2274988" y="2271417"/>
                  </a:lnTo>
                  <a:lnTo>
                    <a:pt x="22749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EFD1F5CC-CFAA-AD61-FD56-5BF4831EE6B2}"/>
                </a:ext>
              </a:extLst>
            </p:cNvPr>
            <p:cNvSpPr/>
            <p:nvPr/>
          </p:nvSpPr>
          <p:spPr>
            <a:xfrm>
              <a:off x="1695006" y="774583"/>
              <a:ext cx="2235835" cy="2235835"/>
            </a:xfrm>
            <a:custGeom>
              <a:avLst/>
              <a:gdLst/>
              <a:ahLst/>
              <a:cxnLst/>
              <a:rect l="l" t="t" r="r" b="b"/>
              <a:pathLst>
                <a:path w="2235835" h="2235835">
                  <a:moveTo>
                    <a:pt x="2235638" y="0"/>
                  </a:moveTo>
                  <a:lnTo>
                    <a:pt x="0" y="0"/>
                  </a:lnTo>
                  <a:lnTo>
                    <a:pt x="0" y="2235649"/>
                  </a:lnTo>
                  <a:lnTo>
                    <a:pt x="2235638" y="2235649"/>
                  </a:lnTo>
                  <a:lnTo>
                    <a:pt x="2235638" y="0"/>
                  </a:lnTo>
                  <a:close/>
                </a:path>
              </a:pathLst>
            </a:custGeom>
            <a:solidFill>
              <a:srgbClr val="002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7">
              <a:extLst>
                <a:ext uri="{FF2B5EF4-FFF2-40B4-BE49-F238E27FC236}">
                  <a16:creationId xmlns:a16="http://schemas.microsoft.com/office/drawing/2014/main" id="{A6021FD2-4BDA-653A-E2F6-8C2FC819EA1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3232" y="2234279"/>
              <a:ext cx="97546" cy="136760"/>
            </a:xfrm>
            <a:prstGeom prst="rect">
              <a:avLst/>
            </a:prstGeom>
          </p:spPr>
        </p:pic>
        <p:pic>
          <p:nvPicPr>
            <p:cNvPr id="13" name="object 8">
              <a:extLst>
                <a:ext uri="{FF2B5EF4-FFF2-40B4-BE49-F238E27FC236}">
                  <a16:creationId xmlns:a16="http://schemas.microsoft.com/office/drawing/2014/main" id="{45E6990C-399E-1091-DE37-4D3AC54D4B7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0611" y="2234280"/>
              <a:ext cx="97337" cy="134142"/>
            </a:xfrm>
            <a:prstGeom prst="rect">
              <a:avLst/>
            </a:prstGeom>
          </p:spPr>
        </p:pic>
        <p:sp>
          <p:nvSpPr>
            <p:cNvPr id="14" name="object 9">
              <a:extLst>
                <a:ext uri="{FF2B5EF4-FFF2-40B4-BE49-F238E27FC236}">
                  <a16:creationId xmlns:a16="http://schemas.microsoft.com/office/drawing/2014/main" id="{4F12FC00-5C82-9134-B3EB-50ACD3AF1665}"/>
                </a:ext>
              </a:extLst>
            </p:cNvPr>
            <p:cNvSpPr/>
            <p:nvPr/>
          </p:nvSpPr>
          <p:spPr>
            <a:xfrm>
              <a:off x="221206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0">
              <a:extLst>
                <a:ext uri="{FF2B5EF4-FFF2-40B4-BE49-F238E27FC236}">
                  <a16:creationId xmlns:a16="http://schemas.microsoft.com/office/drawing/2014/main" id="{204E584B-11AB-429B-1F04-7A1070528F8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4586" y="2234280"/>
              <a:ext cx="113221" cy="134142"/>
            </a:xfrm>
            <a:prstGeom prst="rect">
              <a:avLst/>
            </a:prstGeom>
          </p:spPr>
        </p:pic>
        <p:sp>
          <p:nvSpPr>
            <p:cNvPr id="16" name="object 11">
              <a:extLst>
                <a:ext uri="{FF2B5EF4-FFF2-40B4-BE49-F238E27FC236}">
                  <a16:creationId xmlns:a16="http://schemas.microsoft.com/office/drawing/2014/main" id="{0F4ADA0E-A6E4-0636-84FA-95E5A59BB9CB}"/>
                </a:ext>
              </a:extLst>
            </p:cNvPr>
            <p:cNvSpPr/>
            <p:nvPr/>
          </p:nvSpPr>
          <p:spPr>
            <a:xfrm>
              <a:off x="2412962" y="2233808"/>
              <a:ext cx="76200" cy="134620"/>
            </a:xfrm>
            <a:custGeom>
              <a:avLst/>
              <a:gdLst/>
              <a:ahLst/>
              <a:cxnLst/>
              <a:rect l="l" t="t" r="r" b="b"/>
              <a:pathLst>
                <a:path w="76200" h="134619">
                  <a:moveTo>
                    <a:pt x="75819" y="119380"/>
                  </a:moveTo>
                  <a:lnTo>
                    <a:pt x="17691" y="119380"/>
                  </a:lnTo>
                  <a:lnTo>
                    <a:pt x="17691" y="72390"/>
                  </a:lnTo>
                  <a:lnTo>
                    <a:pt x="70789" y="72390"/>
                  </a:lnTo>
                  <a:lnTo>
                    <a:pt x="70789" y="57150"/>
                  </a:lnTo>
                  <a:lnTo>
                    <a:pt x="17691" y="57150"/>
                  </a:lnTo>
                  <a:lnTo>
                    <a:pt x="17691" y="15240"/>
                  </a:lnTo>
                  <a:lnTo>
                    <a:pt x="74218" y="15240"/>
                  </a:lnTo>
                  <a:lnTo>
                    <a:pt x="74218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57150"/>
                  </a:lnTo>
                  <a:lnTo>
                    <a:pt x="0" y="72390"/>
                  </a:lnTo>
                  <a:lnTo>
                    <a:pt x="0" y="119380"/>
                  </a:lnTo>
                  <a:lnTo>
                    <a:pt x="0" y="134620"/>
                  </a:lnTo>
                  <a:lnTo>
                    <a:pt x="75819" y="134620"/>
                  </a:lnTo>
                  <a:lnTo>
                    <a:pt x="75819" y="1193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2">
              <a:extLst>
                <a:ext uri="{FF2B5EF4-FFF2-40B4-BE49-F238E27FC236}">
                  <a16:creationId xmlns:a16="http://schemas.microsoft.com/office/drawing/2014/main" id="{C32B5A24-6E50-A0CF-FD0B-0CDD7C8927C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0110" y="2234284"/>
              <a:ext cx="92311" cy="134142"/>
            </a:xfrm>
            <a:prstGeom prst="rect">
              <a:avLst/>
            </a:prstGeom>
          </p:spPr>
        </p:pic>
        <p:pic>
          <p:nvPicPr>
            <p:cNvPr id="18" name="object 13">
              <a:extLst>
                <a:ext uri="{FF2B5EF4-FFF2-40B4-BE49-F238E27FC236}">
                  <a16:creationId xmlns:a16="http://schemas.microsoft.com/office/drawing/2014/main" id="{7FCB08BA-3F15-CC9C-BC72-56995EC9033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0302" y="2231664"/>
              <a:ext cx="85264" cy="139576"/>
            </a:xfrm>
            <a:prstGeom prst="rect">
              <a:avLst/>
            </a:prstGeom>
          </p:spPr>
        </p:pic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DD2562D3-2249-2957-7A9D-AB7DFA239E6C}"/>
                </a:ext>
              </a:extLst>
            </p:cNvPr>
            <p:cNvSpPr/>
            <p:nvPr/>
          </p:nvSpPr>
          <p:spPr>
            <a:xfrm>
              <a:off x="277797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15">
              <a:extLst>
                <a:ext uri="{FF2B5EF4-FFF2-40B4-BE49-F238E27FC236}">
                  <a16:creationId xmlns:a16="http://schemas.microsoft.com/office/drawing/2014/main" id="{D86F5186-5178-F0AA-D03F-60D0E3773B4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0980" y="2233925"/>
              <a:ext cx="217271" cy="134620"/>
            </a:xfrm>
            <a:prstGeom prst="rect">
              <a:avLst/>
            </a:prstGeom>
          </p:spPr>
        </p:pic>
        <p:pic>
          <p:nvPicPr>
            <p:cNvPr id="21" name="object 16">
              <a:extLst>
                <a:ext uri="{FF2B5EF4-FFF2-40B4-BE49-F238E27FC236}">
                  <a16:creationId xmlns:a16="http://schemas.microsoft.com/office/drawing/2014/main" id="{78F8CFB0-3557-CBFC-5028-58D4EF4E0540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7399" y="2231666"/>
              <a:ext cx="122581" cy="139377"/>
            </a:xfrm>
            <a:prstGeom prst="rect">
              <a:avLst/>
            </a:prstGeom>
          </p:spPr>
        </p:pic>
        <p:pic>
          <p:nvPicPr>
            <p:cNvPr id="22" name="object 17">
              <a:extLst>
                <a:ext uri="{FF2B5EF4-FFF2-40B4-BE49-F238E27FC236}">
                  <a16:creationId xmlns:a16="http://schemas.microsoft.com/office/drawing/2014/main" id="{87958F96-F2EC-4FE8-182F-F676FDE83F02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02992" y="2234285"/>
              <a:ext cx="72594" cy="134132"/>
            </a:xfrm>
            <a:prstGeom prst="rect">
              <a:avLst/>
            </a:prstGeom>
          </p:spPr>
        </p:pic>
        <p:sp>
          <p:nvSpPr>
            <p:cNvPr id="23" name="object 18">
              <a:extLst>
                <a:ext uri="{FF2B5EF4-FFF2-40B4-BE49-F238E27FC236}">
                  <a16:creationId xmlns:a16="http://schemas.microsoft.com/office/drawing/2014/main" id="{7361F5F6-5B2B-3AFC-B6D6-EBEE599A6EB2}"/>
                </a:ext>
              </a:extLst>
            </p:cNvPr>
            <p:cNvSpPr/>
            <p:nvPr/>
          </p:nvSpPr>
          <p:spPr>
            <a:xfrm>
              <a:off x="1887258" y="2487135"/>
              <a:ext cx="1851025" cy="293370"/>
            </a:xfrm>
            <a:custGeom>
              <a:avLst/>
              <a:gdLst/>
              <a:ahLst/>
              <a:cxnLst/>
              <a:rect l="l" t="t" r="r" b="b"/>
              <a:pathLst>
                <a:path w="1851025" h="293369">
                  <a:moveTo>
                    <a:pt x="297827" y="144932"/>
                  </a:moveTo>
                  <a:lnTo>
                    <a:pt x="290436" y="98386"/>
                  </a:lnTo>
                  <a:lnTo>
                    <a:pt x="269697" y="58508"/>
                  </a:lnTo>
                  <a:lnTo>
                    <a:pt x="249885" y="39217"/>
                  </a:lnTo>
                  <a:lnTo>
                    <a:pt x="249885" y="146519"/>
                  </a:lnTo>
                  <a:lnTo>
                    <a:pt x="243865" y="195300"/>
                  </a:lnTo>
                  <a:lnTo>
                    <a:pt x="225425" y="237185"/>
                  </a:lnTo>
                  <a:lnTo>
                    <a:pt x="193979" y="266509"/>
                  </a:lnTo>
                  <a:lnTo>
                    <a:pt x="148920" y="277545"/>
                  </a:lnTo>
                  <a:lnTo>
                    <a:pt x="106260" y="268046"/>
                  </a:lnTo>
                  <a:lnTo>
                    <a:pt x="74599" y="241287"/>
                  </a:lnTo>
                  <a:lnTo>
                    <a:pt x="54889" y="199910"/>
                  </a:lnTo>
                  <a:lnTo>
                    <a:pt x="48107" y="146519"/>
                  </a:lnTo>
                  <a:lnTo>
                    <a:pt x="54114" y="97866"/>
                  </a:lnTo>
                  <a:lnTo>
                    <a:pt x="72529" y="56070"/>
                  </a:lnTo>
                  <a:lnTo>
                    <a:pt x="103924" y="26822"/>
                  </a:lnTo>
                  <a:lnTo>
                    <a:pt x="148920" y="15811"/>
                  </a:lnTo>
                  <a:lnTo>
                    <a:pt x="191655" y="25260"/>
                  </a:lnTo>
                  <a:lnTo>
                    <a:pt x="223367" y="51917"/>
                  </a:lnTo>
                  <a:lnTo>
                    <a:pt x="243090" y="93192"/>
                  </a:lnTo>
                  <a:lnTo>
                    <a:pt x="249885" y="146519"/>
                  </a:lnTo>
                  <a:lnTo>
                    <a:pt x="249885" y="39217"/>
                  </a:lnTo>
                  <a:lnTo>
                    <a:pt x="237769" y="27406"/>
                  </a:lnTo>
                  <a:lnTo>
                    <a:pt x="214249" y="15811"/>
                  </a:lnTo>
                  <a:lnTo>
                    <a:pt x="196799" y="7200"/>
                  </a:lnTo>
                  <a:lnTo>
                    <a:pt x="148920" y="0"/>
                  </a:lnTo>
                  <a:lnTo>
                    <a:pt x="101688" y="7162"/>
                  </a:lnTo>
                  <a:lnTo>
                    <a:pt x="60794" y="27419"/>
                  </a:lnTo>
                  <a:lnTo>
                    <a:pt x="28613" y="58889"/>
                  </a:lnTo>
                  <a:lnTo>
                    <a:pt x="7556" y="99745"/>
                  </a:lnTo>
                  <a:lnTo>
                    <a:pt x="0" y="148107"/>
                  </a:lnTo>
                  <a:lnTo>
                    <a:pt x="7404" y="194652"/>
                  </a:lnTo>
                  <a:lnTo>
                    <a:pt x="28155" y="234530"/>
                  </a:lnTo>
                  <a:lnTo>
                    <a:pt x="60096" y="265645"/>
                  </a:lnTo>
                  <a:lnTo>
                    <a:pt x="101079" y="285864"/>
                  </a:lnTo>
                  <a:lnTo>
                    <a:pt x="148920" y="293065"/>
                  </a:lnTo>
                  <a:lnTo>
                    <a:pt x="196176" y="285915"/>
                  </a:lnTo>
                  <a:lnTo>
                    <a:pt x="213093" y="277545"/>
                  </a:lnTo>
                  <a:lnTo>
                    <a:pt x="237109" y="265645"/>
                  </a:lnTo>
                  <a:lnTo>
                    <a:pt x="269240" y="234200"/>
                  </a:lnTo>
                  <a:lnTo>
                    <a:pt x="290283" y="193332"/>
                  </a:lnTo>
                  <a:lnTo>
                    <a:pt x="297827" y="144932"/>
                  </a:lnTo>
                  <a:close/>
                </a:path>
                <a:path w="1851025" h="293369">
                  <a:moveTo>
                    <a:pt x="616991" y="277533"/>
                  </a:moveTo>
                  <a:lnTo>
                    <a:pt x="576516" y="263029"/>
                  </a:lnTo>
                  <a:lnTo>
                    <a:pt x="481545" y="135674"/>
                  </a:lnTo>
                  <a:lnTo>
                    <a:pt x="562622" y="34023"/>
                  </a:lnTo>
                  <a:lnTo>
                    <a:pt x="609879" y="15811"/>
                  </a:lnTo>
                  <a:lnTo>
                    <a:pt x="609879" y="4787"/>
                  </a:lnTo>
                  <a:lnTo>
                    <a:pt x="508279" y="4787"/>
                  </a:lnTo>
                  <a:lnTo>
                    <a:pt x="508279" y="15811"/>
                  </a:lnTo>
                  <a:lnTo>
                    <a:pt x="540575" y="22936"/>
                  </a:lnTo>
                  <a:lnTo>
                    <a:pt x="540575" y="26098"/>
                  </a:lnTo>
                  <a:lnTo>
                    <a:pt x="470458" y="119964"/>
                  </a:lnTo>
                  <a:lnTo>
                    <a:pt x="468858" y="119964"/>
                  </a:lnTo>
                  <a:lnTo>
                    <a:pt x="405917" y="30835"/>
                  </a:lnTo>
                  <a:lnTo>
                    <a:pt x="401142" y="24498"/>
                  </a:lnTo>
                  <a:lnTo>
                    <a:pt x="400354" y="22148"/>
                  </a:lnTo>
                  <a:lnTo>
                    <a:pt x="435813" y="15811"/>
                  </a:lnTo>
                  <a:lnTo>
                    <a:pt x="435813" y="4787"/>
                  </a:lnTo>
                  <a:lnTo>
                    <a:pt x="310502" y="4787"/>
                  </a:lnTo>
                  <a:lnTo>
                    <a:pt x="310502" y="15811"/>
                  </a:lnTo>
                  <a:lnTo>
                    <a:pt x="334086" y="21374"/>
                  </a:lnTo>
                  <a:lnTo>
                    <a:pt x="340283" y="23482"/>
                  </a:lnTo>
                  <a:lnTo>
                    <a:pt x="345909" y="26416"/>
                  </a:lnTo>
                  <a:lnTo>
                    <a:pt x="350964" y="30391"/>
                  </a:lnTo>
                  <a:lnTo>
                    <a:pt x="355422" y="35636"/>
                  </a:lnTo>
                  <a:lnTo>
                    <a:pt x="440575" y="150533"/>
                  </a:lnTo>
                  <a:lnTo>
                    <a:pt x="355422" y="259295"/>
                  </a:lnTo>
                  <a:lnTo>
                    <a:pt x="308076" y="277533"/>
                  </a:lnTo>
                  <a:lnTo>
                    <a:pt x="308076" y="288671"/>
                  </a:lnTo>
                  <a:lnTo>
                    <a:pt x="409778" y="288671"/>
                  </a:lnTo>
                  <a:lnTo>
                    <a:pt x="409778" y="277533"/>
                  </a:lnTo>
                  <a:lnTo>
                    <a:pt x="384517" y="272046"/>
                  </a:lnTo>
                  <a:lnTo>
                    <a:pt x="375856" y="270433"/>
                  </a:lnTo>
                  <a:lnTo>
                    <a:pt x="376618" y="268820"/>
                  </a:lnTo>
                  <a:lnTo>
                    <a:pt x="381381" y="262496"/>
                  </a:lnTo>
                  <a:lnTo>
                    <a:pt x="451497" y="166357"/>
                  </a:lnTo>
                  <a:lnTo>
                    <a:pt x="453047" y="166357"/>
                  </a:lnTo>
                  <a:lnTo>
                    <a:pt x="526326" y="268820"/>
                  </a:lnTo>
                  <a:lnTo>
                    <a:pt x="527126" y="271233"/>
                  </a:lnTo>
                  <a:lnTo>
                    <a:pt x="491667" y="277533"/>
                  </a:lnTo>
                  <a:lnTo>
                    <a:pt x="491667" y="288671"/>
                  </a:lnTo>
                  <a:lnTo>
                    <a:pt x="616991" y="288671"/>
                  </a:lnTo>
                  <a:lnTo>
                    <a:pt x="616991" y="277533"/>
                  </a:lnTo>
                  <a:close/>
                </a:path>
                <a:path w="1851025" h="293369">
                  <a:moveTo>
                    <a:pt x="870724" y="4775"/>
                  </a:moveTo>
                  <a:lnTo>
                    <a:pt x="655612" y="4775"/>
                  </a:lnTo>
                  <a:lnTo>
                    <a:pt x="655612" y="15811"/>
                  </a:lnTo>
                  <a:lnTo>
                    <a:pt x="684720" y="22161"/>
                  </a:lnTo>
                  <a:lnTo>
                    <a:pt x="693420" y="23723"/>
                  </a:lnTo>
                  <a:lnTo>
                    <a:pt x="696595" y="27711"/>
                  </a:lnTo>
                  <a:lnTo>
                    <a:pt x="696595" y="265722"/>
                  </a:lnTo>
                  <a:lnTo>
                    <a:pt x="694232" y="268833"/>
                  </a:lnTo>
                  <a:lnTo>
                    <a:pt x="684720" y="271233"/>
                  </a:lnTo>
                  <a:lnTo>
                    <a:pt x="655612" y="277545"/>
                  </a:lnTo>
                  <a:lnTo>
                    <a:pt x="655612" y="288671"/>
                  </a:lnTo>
                  <a:lnTo>
                    <a:pt x="783297" y="288671"/>
                  </a:lnTo>
                  <a:lnTo>
                    <a:pt x="783297" y="277545"/>
                  </a:lnTo>
                  <a:lnTo>
                    <a:pt x="750925" y="271233"/>
                  </a:lnTo>
                  <a:lnTo>
                    <a:pt x="741540" y="269621"/>
                  </a:lnTo>
                  <a:lnTo>
                    <a:pt x="739165" y="265722"/>
                  </a:lnTo>
                  <a:lnTo>
                    <a:pt x="739165" y="155232"/>
                  </a:lnTo>
                  <a:lnTo>
                    <a:pt x="817181" y="155232"/>
                  </a:lnTo>
                  <a:lnTo>
                    <a:pt x="823506" y="159219"/>
                  </a:lnTo>
                  <a:lnTo>
                    <a:pt x="825779" y="169456"/>
                  </a:lnTo>
                  <a:lnTo>
                    <a:pt x="831316" y="196418"/>
                  </a:lnTo>
                  <a:lnTo>
                    <a:pt x="844715" y="196418"/>
                  </a:lnTo>
                  <a:lnTo>
                    <a:pt x="844715" y="102539"/>
                  </a:lnTo>
                  <a:lnTo>
                    <a:pt x="831316" y="102539"/>
                  </a:lnTo>
                  <a:lnTo>
                    <a:pt x="825779" y="125476"/>
                  </a:lnTo>
                  <a:lnTo>
                    <a:pt x="823506" y="135686"/>
                  </a:lnTo>
                  <a:lnTo>
                    <a:pt x="817181" y="139382"/>
                  </a:lnTo>
                  <a:lnTo>
                    <a:pt x="739165" y="139382"/>
                  </a:lnTo>
                  <a:lnTo>
                    <a:pt x="739165" y="20599"/>
                  </a:lnTo>
                  <a:lnTo>
                    <a:pt x="836815" y="20599"/>
                  </a:lnTo>
                  <a:lnTo>
                    <a:pt x="843140" y="24498"/>
                  </a:lnTo>
                  <a:lnTo>
                    <a:pt x="857377" y="75653"/>
                  </a:lnTo>
                  <a:lnTo>
                    <a:pt x="870724" y="75653"/>
                  </a:lnTo>
                  <a:lnTo>
                    <a:pt x="870724" y="4775"/>
                  </a:lnTo>
                  <a:close/>
                </a:path>
                <a:path w="1851025" h="293369">
                  <a:moveTo>
                    <a:pt x="1207160" y="144932"/>
                  </a:moveTo>
                  <a:lnTo>
                    <a:pt x="1199756" y="98386"/>
                  </a:lnTo>
                  <a:lnTo>
                    <a:pt x="1179017" y="58508"/>
                  </a:lnTo>
                  <a:lnTo>
                    <a:pt x="1159141" y="39166"/>
                  </a:lnTo>
                  <a:lnTo>
                    <a:pt x="1159141" y="146519"/>
                  </a:lnTo>
                  <a:lnTo>
                    <a:pt x="1153121" y="195300"/>
                  </a:lnTo>
                  <a:lnTo>
                    <a:pt x="1134681" y="237185"/>
                  </a:lnTo>
                  <a:lnTo>
                    <a:pt x="1103249" y="266509"/>
                  </a:lnTo>
                  <a:lnTo>
                    <a:pt x="1058227" y="277545"/>
                  </a:lnTo>
                  <a:lnTo>
                    <a:pt x="1015555" y="268046"/>
                  </a:lnTo>
                  <a:lnTo>
                    <a:pt x="983881" y="241287"/>
                  </a:lnTo>
                  <a:lnTo>
                    <a:pt x="964171" y="199910"/>
                  </a:lnTo>
                  <a:lnTo>
                    <a:pt x="957389" y="146519"/>
                  </a:lnTo>
                  <a:lnTo>
                    <a:pt x="963396" y="97866"/>
                  </a:lnTo>
                  <a:lnTo>
                    <a:pt x="981798" y="56070"/>
                  </a:lnTo>
                  <a:lnTo>
                    <a:pt x="1013218" y="26822"/>
                  </a:lnTo>
                  <a:lnTo>
                    <a:pt x="1058227" y="15811"/>
                  </a:lnTo>
                  <a:lnTo>
                    <a:pt x="1100950" y="25260"/>
                  </a:lnTo>
                  <a:lnTo>
                    <a:pt x="1132636" y="51917"/>
                  </a:lnTo>
                  <a:lnTo>
                    <a:pt x="1152359" y="93192"/>
                  </a:lnTo>
                  <a:lnTo>
                    <a:pt x="1159141" y="146519"/>
                  </a:lnTo>
                  <a:lnTo>
                    <a:pt x="1159141" y="39166"/>
                  </a:lnTo>
                  <a:lnTo>
                    <a:pt x="1147064" y="27406"/>
                  </a:lnTo>
                  <a:lnTo>
                    <a:pt x="1123543" y="15811"/>
                  </a:lnTo>
                  <a:lnTo>
                    <a:pt x="1106081" y="7200"/>
                  </a:lnTo>
                  <a:lnTo>
                    <a:pt x="1058227" y="0"/>
                  </a:lnTo>
                  <a:lnTo>
                    <a:pt x="1010996" y="7162"/>
                  </a:lnTo>
                  <a:lnTo>
                    <a:pt x="970089" y="27419"/>
                  </a:lnTo>
                  <a:lnTo>
                    <a:pt x="937920" y="58889"/>
                  </a:lnTo>
                  <a:lnTo>
                    <a:pt x="916876" y="99745"/>
                  </a:lnTo>
                  <a:lnTo>
                    <a:pt x="909320" y="148107"/>
                  </a:lnTo>
                  <a:lnTo>
                    <a:pt x="916724" y="194652"/>
                  </a:lnTo>
                  <a:lnTo>
                    <a:pt x="937475" y="234530"/>
                  </a:lnTo>
                  <a:lnTo>
                    <a:pt x="969429" y="265645"/>
                  </a:lnTo>
                  <a:lnTo>
                    <a:pt x="1010399" y="285864"/>
                  </a:lnTo>
                  <a:lnTo>
                    <a:pt x="1058227" y="293065"/>
                  </a:lnTo>
                  <a:lnTo>
                    <a:pt x="1105496" y="285915"/>
                  </a:lnTo>
                  <a:lnTo>
                    <a:pt x="1122413" y="277545"/>
                  </a:lnTo>
                  <a:lnTo>
                    <a:pt x="1146429" y="265645"/>
                  </a:lnTo>
                  <a:lnTo>
                    <a:pt x="1178560" y="234200"/>
                  </a:lnTo>
                  <a:lnTo>
                    <a:pt x="1199616" y="193332"/>
                  </a:lnTo>
                  <a:lnTo>
                    <a:pt x="1207160" y="144932"/>
                  </a:lnTo>
                  <a:close/>
                </a:path>
                <a:path w="1851025" h="293369">
                  <a:moveTo>
                    <a:pt x="1533385" y="277545"/>
                  </a:moveTo>
                  <a:lnTo>
                    <a:pt x="1493786" y="267690"/>
                  </a:lnTo>
                  <a:lnTo>
                    <a:pt x="1426489" y="182397"/>
                  </a:lnTo>
                  <a:lnTo>
                    <a:pt x="1414792" y="168097"/>
                  </a:lnTo>
                  <a:lnTo>
                    <a:pt x="1409788" y="163131"/>
                  </a:lnTo>
                  <a:lnTo>
                    <a:pt x="1407236" y="160604"/>
                  </a:lnTo>
                  <a:lnTo>
                    <a:pt x="1400987" y="156832"/>
                  </a:lnTo>
                  <a:lnTo>
                    <a:pt x="1400987" y="155232"/>
                  </a:lnTo>
                  <a:lnTo>
                    <a:pt x="1451914" y="127393"/>
                  </a:lnTo>
                  <a:lnTo>
                    <a:pt x="1470317" y="81203"/>
                  </a:lnTo>
                  <a:lnTo>
                    <a:pt x="1467129" y="60591"/>
                  </a:lnTo>
                  <a:lnTo>
                    <a:pt x="1457820" y="41084"/>
                  </a:lnTo>
                  <a:lnTo>
                    <a:pt x="1442745" y="24511"/>
                  </a:lnTo>
                  <a:lnTo>
                    <a:pt x="1435989" y="20599"/>
                  </a:lnTo>
                  <a:lnTo>
                    <a:pt x="1422298" y="12674"/>
                  </a:lnTo>
                  <a:lnTo>
                    <a:pt x="1422298" y="82003"/>
                  </a:lnTo>
                  <a:lnTo>
                    <a:pt x="1419733" y="105879"/>
                  </a:lnTo>
                  <a:lnTo>
                    <a:pt x="1410068" y="126796"/>
                  </a:lnTo>
                  <a:lnTo>
                    <a:pt x="1390345" y="141655"/>
                  </a:lnTo>
                  <a:lnTo>
                    <a:pt x="1357642" y="147307"/>
                  </a:lnTo>
                  <a:lnTo>
                    <a:pt x="1322197" y="147307"/>
                  </a:lnTo>
                  <a:lnTo>
                    <a:pt x="1322197" y="20599"/>
                  </a:lnTo>
                  <a:lnTo>
                    <a:pt x="1343494" y="20599"/>
                  </a:lnTo>
                  <a:lnTo>
                    <a:pt x="1386852" y="26911"/>
                  </a:lnTo>
                  <a:lnTo>
                    <a:pt x="1420291" y="64719"/>
                  </a:lnTo>
                  <a:lnTo>
                    <a:pt x="1422298" y="82003"/>
                  </a:lnTo>
                  <a:lnTo>
                    <a:pt x="1422298" y="12674"/>
                  </a:lnTo>
                  <a:lnTo>
                    <a:pt x="1410398" y="9093"/>
                  </a:lnTo>
                  <a:lnTo>
                    <a:pt x="1396885" y="6642"/>
                  </a:lnTo>
                  <a:lnTo>
                    <a:pt x="1381302" y="5232"/>
                  </a:lnTo>
                  <a:lnTo>
                    <a:pt x="1363179" y="4775"/>
                  </a:lnTo>
                  <a:lnTo>
                    <a:pt x="1238732" y="4775"/>
                  </a:lnTo>
                  <a:lnTo>
                    <a:pt x="1238732" y="15811"/>
                  </a:lnTo>
                  <a:lnTo>
                    <a:pt x="1267853" y="22161"/>
                  </a:lnTo>
                  <a:lnTo>
                    <a:pt x="1276565" y="23723"/>
                  </a:lnTo>
                  <a:lnTo>
                    <a:pt x="1279613" y="27711"/>
                  </a:lnTo>
                  <a:lnTo>
                    <a:pt x="1279613" y="265722"/>
                  </a:lnTo>
                  <a:lnTo>
                    <a:pt x="1277340" y="268833"/>
                  </a:lnTo>
                  <a:lnTo>
                    <a:pt x="1267853" y="271233"/>
                  </a:lnTo>
                  <a:lnTo>
                    <a:pt x="1238732" y="277545"/>
                  </a:lnTo>
                  <a:lnTo>
                    <a:pt x="1238732" y="288671"/>
                  </a:lnTo>
                  <a:lnTo>
                    <a:pt x="1366342" y="288671"/>
                  </a:lnTo>
                  <a:lnTo>
                    <a:pt x="1366342" y="277545"/>
                  </a:lnTo>
                  <a:lnTo>
                    <a:pt x="1334020" y="271233"/>
                  </a:lnTo>
                  <a:lnTo>
                    <a:pt x="1324559" y="269621"/>
                  </a:lnTo>
                  <a:lnTo>
                    <a:pt x="1322197" y="265722"/>
                  </a:lnTo>
                  <a:lnTo>
                    <a:pt x="1322197" y="163131"/>
                  </a:lnTo>
                  <a:lnTo>
                    <a:pt x="1343494" y="163131"/>
                  </a:lnTo>
                  <a:lnTo>
                    <a:pt x="1386852" y="193992"/>
                  </a:lnTo>
                  <a:lnTo>
                    <a:pt x="1445920" y="276720"/>
                  </a:lnTo>
                  <a:lnTo>
                    <a:pt x="1452994" y="286258"/>
                  </a:lnTo>
                  <a:lnTo>
                    <a:pt x="1456956" y="288671"/>
                  </a:lnTo>
                  <a:lnTo>
                    <a:pt x="1533385" y="288671"/>
                  </a:lnTo>
                  <a:lnTo>
                    <a:pt x="1533385" y="277545"/>
                  </a:lnTo>
                  <a:close/>
                </a:path>
                <a:path w="1851025" h="293369">
                  <a:moveTo>
                    <a:pt x="1850898" y="148107"/>
                  </a:moveTo>
                  <a:lnTo>
                    <a:pt x="1846249" y="109499"/>
                  </a:lnTo>
                  <a:lnTo>
                    <a:pt x="1832000" y="73304"/>
                  </a:lnTo>
                  <a:lnTo>
                    <a:pt x="1807692" y="42227"/>
                  </a:lnTo>
                  <a:lnTo>
                    <a:pt x="1802879" y="39027"/>
                  </a:lnTo>
                  <a:lnTo>
                    <a:pt x="1802879" y="148920"/>
                  </a:lnTo>
                  <a:lnTo>
                    <a:pt x="1800453" y="183375"/>
                  </a:lnTo>
                  <a:lnTo>
                    <a:pt x="1779943" y="237337"/>
                  </a:lnTo>
                  <a:lnTo>
                    <a:pt x="1746745" y="264134"/>
                  </a:lnTo>
                  <a:lnTo>
                    <a:pt x="1709458" y="272021"/>
                  </a:lnTo>
                  <a:lnTo>
                    <a:pt x="1686255" y="272846"/>
                  </a:lnTo>
                  <a:lnTo>
                    <a:pt x="1641348" y="272846"/>
                  </a:lnTo>
                  <a:lnTo>
                    <a:pt x="1638998" y="270421"/>
                  </a:lnTo>
                  <a:lnTo>
                    <a:pt x="1638998" y="20599"/>
                  </a:lnTo>
                  <a:lnTo>
                    <a:pt x="1679943" y="20599"/>
                  </a:lnTo>
                  <a:lnTo>
                    <a:pt x="1702650" y="21107"/>
                  </a:lnTo>
                  <a:lnTo>
                    <a:pt x="1750885" y="32410"/>
                  </a:lnTo>
                  <a:lnTo>
                    <a:pt x="1791652" y="81280"/>
                  </a:lnTo>
                  <a:lnTo>
                    <a:pt x="1802879" y="148920"/>
                  </a:lnTo>
                  <a:lnTo>
                    <a:pt x="1802879" y="39027"/>
                  </a:lnTo>
                  <a:lnTo>
                    <a:pt x="1755978" y="12750"/>
                  </a:lnTo>
                  <a:lnTo>
                    <a:pt x="1714754" y="5664"/>
                  </a:lnTo>
                  <a:lnTo>
                    <a:pt x="1689417" y="4775"/>
                  </a:lnTo>
                  <a:lnTo>
                    <a:pt x="1556232" y="4775"/>
                  </a:lnTo>
                  <a:lnTo>
                    <a:pt x="1556232" y="15811"/>
                  </a:lnTo>
                  <a:lnTo>
                    <a:pt x="1585366" y="22161"/>
                  </a:lnTo>
                  <a:lnTo>
                    <a:pt x="1594040" y="23723"/>
                  </a:lnTo>
                  <a:lnTo>
                    <a:pt x="1597202" y="27711"/>
                  </a:lnTo>
                  <a:lnTo>
                    <a:pt x="1597202" y="265722"/>
                  </a:lnTo>
                  <a:lnTo>
                    <a:pt x="1594827" y="268833"/>
                  </a:lnTo>
                  <a:lnTo>
                    <a:pt x="1585366" y="271246"/>
                  </a:lnTo>
                  <a:lnTo>
                    <a:pt x="1556232" y="277533"/>
                  </a:lnTo>
                  <a:lnTo>
                    <a:pt x="1556232" y="288658"/>
                  </a:lnTo>
                  <a:lnTo>
                    <a:pt x="1690992" y="288658"/>
                  </a:lnTo>
                  <a:lnTo>
                    <a:pt x="1719364" y="287604"/>
                  </a:lnTo>
                  <a:lnTo>
                    <a:pt x="1744268" y="284378"/>
                  </a:lnTo>
                  <a:lnTo>
                    <a:pt x="1765769" y="278942"/>
                  </a:lnTo>
                  <a:lnTo>
                    <a:pt x="1780159" y="272846"/>
                  </a:lnTo>
                  <a:lnTo>
                    <a:pt x="1783943" y="271246"/>
                  </a:lnTo>
                  <a:lnTo>
                    <a:pt x="1814703" y="248412"/>
                  </a:lnTo>
                  <a:lnTo>
                    <a:pt x="1835467" y="219138"/>
                  </a:lnTo>
                  <a:lnTo>
                    <a:pt x="1847202" y="185127"/>
                  </a:lnTo>
                  <a:lnTo>
                    <a:pt x="1850898" y="148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>
              <a:extLst>
                <a:ext uri="{FF2B5EF4-FFF2-40B4-BE49-F238E27FC236}">
                  <a16:creationId xmlns:a16="http://schemas.microsoft.com/office/drawing/2014/main" id="{B0E8AE90-F545-E919-1554-D9650FD34076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21167" y="926515"/>
              <a:ext cx="915186" cy="1092200"/>
            </a:xfrm>
            <a:prstGeom prst="rect">
              <a:avLst/>
            </a:prstGeom>
          </p:spPr>
        </p:pic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7FF622C3-E4C3-B9B4-5F0F-1A554ED936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2000" y="5817802"/>
            <a:ext cx="12636500" cy="2581660"/>
          </a:xfrm>
        </p:spPr>
        <p:txBody>
          <a:bodyPr anchor="b"/>
          <a:lstStyle>
            <a:lvl1pPr algn="l">
              <a:lnSpc>
                <a:spcPts val="7800"/>
              </a:lnSpc>
              <a:defRPr sz="6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B3D8F93D-7240-6657-F46B-A610D59774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32000" y="8651172"/>
            <a:ext cx="8591549" cy="682058"/>
          </a:xfrm>
        </p:spPr>
        <p:txBody>
          <a:bodyPr/>
          <a:lstStyle>
            <a:lvl1pPr marL="0" indent="0" algn="l">
              <a:lnSpc>
                <a:spcPts val="3600"/>
              </a:lnSpc>
              <a:spcBef>
                <a:spcPts val="0"/>
              </a:spcBef>
              <a:buNone/>
              <a:defRPr sz="3400" cap="all" spc="130" baseline="0">
                <a:solidFill>
                  <a:schemeClr val="tx1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GB" dirty="0"/>
              <a:t>Speaker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452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>
            <a:extLst>
              <a:ext uri="{FF2B5EF4-FFF2-40B4-BE49-F238E27FC236}">
                <a16:creationId xmlns:a16="http://schemas.microsoft.com/office/drawing/2014/main" id="{1A0DDDB1-52DB-DC78-3C38-CA810AD340EC}"/>
              </a:ext>
            </a:extLst>
          </p:cNvPr>
          <p:cNvSpPr/>
          <p:nvPr userDrawn="1"/>
        </p:nvSpPr>
        <p:spPr>
          <a:xfrm>
            <a:off x="1015994" y="2285843"/>
            <a:ext cx="22352257" cy="10286615"/>
          </a:xfrm>
          <a:custGeom>
            <a:avLst/>
            <a:gdLst/>
            <a:ahLst/>
            <a:cxnLst/>
            <a:rect l="l" t="t" r="r" b="b"/>
            <a:pathLst>
              <a:path w="18428970" h="8481695">
                <a:moveTo>
                  <a:pt x="18428754" y="0"/>
                </a:moveTo>
                <a:lnTo>
                  <a:pt x="0" y="0"/>
                </a:lnTo>
                <a:lnTo>
                  <a:pt x="0" y="658177"/>
                </a:lnTo>
                <a:lnTo>
                  <a:pt x="0" y="668616"/>
                </a:lnTo>
                <a:lnTo>
                  <a:pt x="0" y="8481416"/>
                </a:lnTo>
                <a:lnTo>
                  <a:pt x="18428754" y="8481416"/>
                </a:lnTo>
                <a:lnTo>
                  <a:pt x="18428754" y="668616"/>
                </a:lnTo>
                <a:lnTo>
                  <a:pt x="18428754" y="658177"/>
                </a:lnTo>
                <a:lnTo>
                  <a:pt x="18428754" y="0"/>
                </a:lnTo>
                <a:close/>
              </a:path>
            </a:pathLst>
          </a:custGeom>
          <a:solidFill>
            <a:srgbClr val="F2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bg object 17">
            <a:extLst>
              <a:ext uri="{FF2B5EF4-FFF2-40B4-BE49-F238E27FC236}">
                <a16:creationId xmlns:a16="http://schemas.microsoft.com/office/drawing/2014/main" id="{0513E0A2-AF41-A414-087B-7569662369BB}"/>
              </a:ext>
            </a:extLst>
          </p:cNvPr>
          <p:cNvSpPr/>
          <p:nvPr userDrawn="1"/>
        </p:nvSpPr>
        <p:spPr>
          <a:xfrm>
            <a:off x="8278222" y="2276710"/>
            <a:ext cx="16106070" cy="10295856"/>
          </a:xfrm>
          <a:custGeom>
            <a:avLst/>
            <a:gdLst/>
            <a:ahLst/>
            <a:cxnLst/>
            <a:rect l="l" t="t" r="r" b="b"/>
            <a:pathLst>
              <a:path w="13279119" h="8489315">
                <a:moveTo>
                  <a:pt x="8939162" y="4203700"/>
                </a:moveTo>
                <a:lnTo>
                  <a:pt x="8938895" y="4152900"/>
                </a:lnTo>
                <a:lnTo>
                  <a:pt x="8938120" y="4102100"/>
                </a:lnTo>
                <a:lnTo>
                  <a:pt x="8936812" y="4051300"/>
                </a:lnTo>
                <a:lnTo>
                  <a:pt x="8934996" y="4013200"/>
                </a:lnTo>
                <a:lnTo>
                  <a:pt x="8932672" y="3962400"/>
                </a:lnTo>
                <a:lnTo>
                  <a:pt x="8929827" y="3911600"/>
                </a:lnTo>
                <a:lnTo>
                  <a:pt x="8926474" y="3873500"/>
                </a:lnTo>
                <a:lnTo>
                  <a:pt x="8922614" y="3822700"/>
                </a:lnTo>
                <a:lnTo>
                  <a:pt x="8918245" y="3771900"/>
                </a:lnTo>
                <a:lnTo>
                  <a:pt x="8913381" y="3733800"/>
                </a:lnTo>
                <a:lnTo>
                  <a:pt x="8908021" y="3683000"/>
                </a:lnTo>
                <a:lnTo>
                  <a:pt x="8902154" y="3632200"/>
                </a:lnTo>
                <a:lnTo>
                  <a:pt x="8895804" y="3594100"/>
                </a:lnTo>
                <a:lnTo>
                  <a:pt x="8888959" y="3543300"/>
                </a:lnTo>
                <a:lnTo>
                  <a:pt x="8881618" y="3505200"/>
                </a:lnTo>
                <a:lnTo>
                  <a:pt x="8873795" y="3454400"/>
                </a:lnTo>
                <a:lnTo>
                  <a:pt x="8865489" y="3416300"/>
                </a:lnTo>
                <a:lnTo>
                  <a:pt x="8856688" y="3365500"/>
                </a:lnTo>
                <a:lnTo>
                  <a:pt x="8847417" y="3327400"/>
                </a:lnTo>
                <a:lnTo>
                  <a:pt x="8837676" y="3276600"/>
                </a:lnTo>
                <a:lnTo>
                  <a:pt x="8827452" y="3238500"/>
                </a:lnTo>
                <a:lnTo>
                  <a:pt x="8816759" y="3187700"/>
                </a:lnTo>
                <a:lnTo>
                  <a:pt x="8805583" y="3149600"/>
                </a:lnTo>
                <a:lnTo>
                  <a:pt x="8793950" y="3098800"/>
                </a:lnTo>
                <a:lnTo>
                  <a:pt x="8781859" y="3060700"/>
                </a:lnTo>
                <a:lnTo>
                  <a:pt x="8769299" y="3009900"/>
                </a:lnTo>
                <a:lnTo>
                  <a:pt x="8756269" y="2971800"/>
                </a:lnTo>
                <a:lnTo>
                  <a:pt x="8742794" y="2933700"/>
                </a:lnTo>
                <a:lnTo>
                  <a:pt x="8728862" y="2882900"/>
                </a:lnTo>
                <a:lnTo>
                  <a:pt x="8714473" y="2844800"/>
                </a:lnTo>
                <a:lnTo>
                  <a:pt x="8699627" y="2806700"/>
                </a:lnTo>
                <a:lnTo>
                  <a:pt x="8684336" y="2755900"/>
                </a:lnTo>
                <a:lnTo>
                  <a:pt x="8668614" y="2717800"/>
                </a:lnTo>
                <a:lnTo>
                  <a:pt x="8652434" y="2679700"/>
                </a:lnTo>
                <a:lnTo>
                  <a:pt x="8635822" y="2628900"/>
                </a:lnTo>
                <a:lnTo>
                  <a:pt x="8618766" y="2590800"/>
                </a:lnTo>
                <a:lnTo>
                  <a:pt x="8601265" y="2552700"/>
                </a:lnTo>
                <a:lnTo>
                  <a:pt x="8583346" y="2514600"/>
                </a:lnTo>
                <a:lnTo>
                  <a:pt x="8564994" y="2476500"/>
                </a:lnTo>
                <a:lnTo>
                  <a:pt x="8546211" y="2425700"/>
                </a:lnTo>
                <a:lnTo>
                  <a:pt x="8526996" y="2387600"/>
                </a:lnTo>
                <a:lnTo>
                  <a:pt x="8507362" y="2349500"/>
                </a:lnTo>
                <a:lnTo>
                  <a:pt x="8487308" y="2311400"/>
                </a:lnTo>
                <a:lnTo>
                  <a:pt x="8466836" y="2273300"/>
                </a:lnTo>
                <a:lnTo>
                  <a:pt x="8445944" y="2235200"/>
                </a:lnTo>
                <a:lnTo>
                  <a:pt x="8424634" y="2197100"/>
                </a:lnTo>
                <a:lnTo>
                  <a:pt x="8402917" y="2159000"/>
                </a:lnTo>
                <a:lnTo>
                  <a:pt x="8380793" y="2120900"/>
                </a:lnTo>
                <a:lnTo>
                  <a:pt x="8358264" y="2082800"/>
                </a:lnTo>
                <a:lnTo>
                  <a:pt x="8335327" y="2044700"/>
                </a:lnTo>
                <a:lnTo>
                  <a:pt x="8311985" y="2006600"/>
                </a:lnTo>
                <a:lnTo>
                  <a:pt x="8288248" y="1968500"/>
                </a:lnTo>
                <a:lnTo>
                  <a:pt x="8264106" y="1930400"/>
                </a:lnTo>
                <a:lnTo>
                  <a:pt x="8239582" y="1892300"/>
                </a:lnTo>
                <a:lnTo>
                  <a:pt x="8214665" y="1854200"/>
                </a:lnTo>
                <a:lnTo>
                  <a:pt x="8189354" y="1828800"/>
                </a:lnTo>
                <a:lnTo>
                  <a:pt x="8163649" y="1790700"/>
                </a:lnTo>
                <a:lnTo>
                  <a:pt x="8137563" y="1752600"/>
                </a:lnTo>
                <a:lnTo>
                  <a:pt x="8111096" y="1714500"/>
                </a:lnTo>
                <a:lnTo>
                  <a:pt x="8084261" y="1689100"/>
                </a:lnTo>
                <a:lnTo>
                  <a:pt x="8057032" y="1651000"/>
                </a:lnTo>
                <a:lnTo>
                  <a:pt x="8029435" y="1612900"/>
                </a:lnTo>
                <a:lnTo>
                  <a:pt x="8001470" y="1574800"/>
                </a:lnTo>
                <a:lnTo>
                  <a:pt x="7973123" y="1549400"/>
                </a:lnTo>
                <a:lnTo>
                  <a:pt x="7944409" y="1511300"/>
                </a:lnTo>
                <a:lnTo>
                  <a:pt x="7915338" y="1485900"/>
                </a:lnTo>
                <a:lnTo>
                  <a:pt x="7885900" y="1447800"/>
                </a:lnTo>
                <a:lnTo>
                  <a:pt x="7856106" y="1409700"/>
                </a:lnTo>
                <a:lnTo>
                  <a:pt x="7825956" y="1384300"/>
                </a:lnTo>
                <a:lnTo>
                  <a:pt x="7795438" y="1346200"/>
                </a:lnTo>
                <a:lnTo>
                  <a:pt x="7764577" y="1320800"/>
                </a:lnTo>
                <a:lnTo>
                  <a:pt x="7733360" y="1282700"/>
                </a:lnTo>
                <a:lnTo>
                  <a:pt x="7669898" y="1231900"/>
                </a:lnTo>
                <a:lnTo>
                  <a:pt x="7637640" y="1193800"/>
                </a:lnTo>
                <a:lnTo>
                  <a:pt x="7605052" y="1168400"/>
                </a:lnTo>
                <a:lnTo>
                  <a:pt x="7572121" y="1130300"/>
                </a:lnTo>
                <a:lnTo>
                  <a:pt x="7505255" y="1079500"/>
                </a:lnTo>
                <a:lnTo>
                  <a:pt x="7500290" y="1075791"/>
                </a:lnTo>
                <a:lnTo>
                  <a:pt x="7500290" y="4241800"/>
                </a:lnTo>
                <a:lnTo>
                  <a:pt x="7500099" y="4292600"/>
                </a:lnTo>
                <a:lnTo>
                  <a:pt x="7499502" y="4343400"/>
                </a:lnTo>
                <a:lnTo>
                  <a:pt x="7498512" y="4394200"/>
                </a:lnTo>
                <a:lnTo>
                  <a:pt x="7497127" y="4445000"/>
                </a:lnTo>
                <a:lnTo>
                  <a:pt x="7495349" y="4483100"/>
                </a:lnTo>
                <a:lnTo>
                  <a:pt x="7493165" y="4533900"/>
                </a:lnTo>
                <a:lnTo>
                  <a:pt x="7490587" y="4584700"/>
                </a:lnTo>
                <a:lnTo>
                  <a:pt x="7487602" y="4635500"/>
                </a:lnTo>
                <a:lnTo>
                  <a:pt x="7484224" y="4686300"/>
                </a:lnTo>
                <a:lnTo>
                  <a:pt x="7480452" y="4724400"/>
                </a:lnTo>
                <a:lnTo>
                  <a:pt x="7476274" y="4775200"/>
                </a:lnTo>
                <a:lnTo>
                  <a:pt x="7471689" y="4826000"/>
                </a:lnTo>
                <a:lnTo>
                  <a:pt x="7466698" y="4876800"/>
                </a:lnTo>
                <a:lnTo>
                  <a:pt x="7461313" y="4914900"/>
                </a:lnTo>
                <a:lnTo>
                  <a:pt x="7455522" y="4965700"/>
                </a:lnTo>
                <a:lnTo>
                  <a:pt x="7449325" y="5016500"/>
                </a:lnTo>
                <a:lnTo>
                  <a:pt x="7442721" y="5054600"/>
                </a:lnTo>
                <a:lnTo>
                  <a:pt x="7435710" y="5105400"/>
                </a:lnTo>
                <a:lnTo>
                  <a:pt x="7428293" y="5156200"/>
                </a:lnTo>
                <a:lnTo>
                  <a:pt x="7420470" y="5207000"/>
                </a:lnTo>
                <a:lnTo>
                  <a:pt x="7412241" y="5245100"/>
                </a:lnTo>
                <a:lnTo>
                  <a:pt x="7403605" y="5295900"/>
                </a:lnTo>
                <a:lnTo>
                  <a:pt x="7394562" y="5346700"/>
                </a:lnTo>
                <a:lnTo>
                  <a:pt x="7385101" y="5384800"/>
                </a:lnTo>
                <a:lnTo>
                  <a:pt x="7375233" y="5435600"/>
                </a:lnTo>
                <a:lnTo>
                  <a:pt x="7364958" y="5473700"/>
                </a:lnTo>
                <a:lnTo>
                  <a:pt x="7354265" y="5524500"/>
                </a:lnTo>
                <a:lnTo>
                  <a:pt x="7343165" y="5562600"/>
                </a:lnTo>
                <a:lnTo>
                  <a:pt x="7331646" y="5613400"/>
                </a:lnTo>
                <a:lnTo>
                  <a:pt x="7319721" y="5664200"/>
                </a:lnTo>
                <a:lnTo>
                  <a:pt x="7307377" y="5702300"/>
                </a:lnTo>
                <a:lnTo>
                  <a:pt x="7294613" y="5753100"/>
                </a:lnTo>
                <a:lnTo>
                  <a:pt x="7281443" y="5791200"/>
                </a:lnTo>
                <a:lnTo>
                  <a:pt x="7267854" y="5829300"/>
                </a:lnTo>
                <a:lnTo>
                  <a:pt x="7253846" y="5880100"/>
                </a:lnTo>
                <a:lnTo>
                  <a:pt x="7239419" y="5918200"/>
                </a:lnTo>
                <a:lnTo>
                  <a:pt x="7224573" y="5969000"/>
                </a:lnTo>
                <a:lnTo>
                  <a:pt x="7209307" y="6007100"/>
                </a:lnTo>
                <a:lnTo>
                  <a:pt x="7193623" y="6045200"/>
                </a:lnTo>
                <a:lnTo>
                  <a:pt x="7177519" y="6096000"/>
                </a:lnTo>
                <a:lnTo>
                  <a:pt x="7160996" y="6134100"/>
                </a:lnTo>
                <a:lnTo>
                  <a:pt x="7144055" y="6172200"/>
                </a:lnTo>
                <a:lnTo>
                  <a:pt x="7126681" y="6223000"/>
                </a:lnTo>
                <a:lnTo>
                  <a:pt x="7108901" y="6261100"/>
                </a:lnTo>
                <a:lnTo>
                  <a:pt x="7090677" y="6299200"/>
                </a:lnTo>
                <a:lnTo>
                  <a:pt x="7072046" y="6337300"/>
                </a:lnTo>
                <a:lnTo>
                  <a:pt x="7052983" y="6375400"/>
                </a:lnTo>
                <a:lnTo>
                  <a:pt x="7033488" y="6426200"/>
                </a:lnTo>
                <a:lnTo>
                  <a:pt x="7013575" y="6464300"/>
                </a:lnTo>
                <a:lnTo>
                  <a:pt x="6993229" y="6502400"/>
                </a:lnTo>
                <a:lnTo>
                  <a:pt x="6972465" y="6540500"/>
                </a:lnTo>
                <a:lnTo>
                  <a:pt x="6951269" y="6578600"/>
                </a:lnTo>
                <a:lnTo>
                  <a:pt x="6929641" y="6616700"/>
                </a:lnTo>
                <a:lnTo>
                  <a:pt x="6907581" y="6654800"/>
                </a:lnTo>
                <a:lnTo>
                  <a:pt x="6885102" y="6692900"/>
                </a:lnTo>
                <a:lnTo>
                  <a:pt x="6862178" y="6731000"/>
                </a:lnTo>
                <a:lnTo>
                  <a:pt x="6838836" y="6769100"/>
                </a:lnTo>
                <a:lnTo>
                  <a:pt x="6815061" y="6794500"/>
                </a:lnTo>
                <a:lnTo>
                  <a:pt x="6790842" y="6832600"/>
                </a:lnTo>
                <a:lnTo>
                  <a:pt x="6766192" y="6870700"/>
                </a:lnTo>
                <a:lnTo>
                  <a:pt x="6741122" y="6908800"/>
                </a:lnTo>
                <a:lnTo>
                  <a:pt x="6715607" y="6946900"/>
                </a:lnTo>
                <a:lnTo>
                  <a:pt x="6689649" y="6972300"/>
                </a:lnTo>
                <a:lnTo>
                  <a:pt x="6663271" y="7010400"/>
                </a:lnTo>
                <a:lnTo>
                  <a:pt x="6636448" y="7048500"/>
                </a:lnTo>
                <a:lnTo>
                  <a:pt x="6609181" y="7073900"/>
                </a:lnTo>
                <a:lnTo>
                  <a:pt x="6581483" y="7112000"/>
                </a:lnTo>
                <a:lnTo>
                  <a:pt x="6553352" y="7137400"/>
                </a:lnTo>
                <a:lnTo>
                  <a:pt x="6524777" y="7175500"/>
                </a:lnTo>
                <a:lnTo>
                  <a:pt x="6495758" y="7200900"/>
                </a:lnTo>
                <a:lnTo>
                  <a:pt x="6466306" y="7239000"/>
                </a:lnTo>
                <a:lnTo>
                  <a:pt x="6436398" y="7264400"/>
                </a:lnTo>
                <a:lnTo>
                  <a:pt x="6406058" y="7289800"/>
                </a:lnTo>
                <a:lnTo>
                  <a:pt x="6375286" y="7327900"/>
                </a:lnTo>
                <a:lnTo>
                  <a:pt x="6344056" y="7353300"/>
                </a:lnTo>
                <a:lnTo>
                  <a:pt x="6312382" y="7378700"/>
                </a:lnTo>
                <a:lnTo>
                  <a:pt x="6280277" y="7404100"/>
                </a:lnTo>
                <a:lnTo>
                  <a:pt x="6247714" y="7429500"/>
                </a:lnTo>
                <a:lnTo>
                  <a:pt x="6214707" y="7467600"/>
                </a:lnTo>
                <a:lnTo>
                  <a:pt x="6181255" y="7493000"/>
                </a:lnTo>
                <a:lnTo>
                  <a:pt x="6147359" y="7518400"/>
                </a:lnTo>
                <a:lnTo>
                  <a:pt x="6078220" y="7569200"/>
                </a:lnTo>
                <a:lnTo>
                  <a:pt x="6042977" y="7581900"/>
                </a:lnTo>
                <a:lnTo>
                  <a:pt x="5971133" y="7632700"/>
                </a:lnTo>
                <a:lnTo>
                  <a:pt x="5897499" y="7683500"/>
                </a:lnTo>
                <a:lnTo>
                  <a:pt x="5859996" y="7696200"/>
                </a:lnTo>
                <a:lnTo>
                  <a:pt x="5822048" y="7721600"/>
                </a:lnTo>
                <a:lnTo>
                  <a:pt x="5783643" y="7734300"/>
                </a:lnTo>
                <a:lnTo>
                  <a:pt x="5705462" y="7785100"/>
                </a:lnTo>
                <a:lnTo>
                  <a:pt x="5625465" y="7810500"/>
                </a:lnTo>
                <a:lnTo>
                  <a:pt x="5584787" y="7835900"/>
                </a:lnTo>
                <a:lnTo>
                  <a:pt x="5459984" y="7874000"/>
                </a:lnTo>
                <a:lnTo>
                  <a:pt x="5417464" y="7899400"/>
                </a:lnTo>
                <a:lnTo>
                  <a:pt x="5197957" y="7962900"/>
                </a:lnTo>
                <a:lnTo>
                  <a:pt x="5152669" y="7962900"/>
                </a:lnTo>
                <a:lnTo>
                  <a:pt x="5014011" y="8001000"/>
                </a:lnTo>
                <a:lnTo>
                  <a:pt x="4966868" y="8001000"/>
                </a:lnTo>
                <a:lnTo>
                  <a:pt x="4919243" y="8013700"/>
                </a:lnTo>
                <a:lnTo>
                  <a:pt x="4871161" y="8013700"/>
                </a:lnTo>
                <a:lnTo>
                  <a:pt x="4822609" y="8026400"/>
                </a:lnTo>
                <a:lnTo>
                  <a:pt x="4724095" y="8026400"/>
                </a:lnTo>
                <a:lnTo>
                  <a:pt x="4674133" y="8039100"/>
                </a:lnTo>
                <a:lnTo>
                  <a:pt x="4279290" y="8039100"/>
                </a:lnTo>
                <a:lnTo>
                  <a:pt x="4232580" y="8026400"/>
                </a:lnTo>
                <a:lnTo>
                  <a:pt x="4140187" y="8026400"/>
                </a:lnTo>
                <a:lnTo>
                  <a:pt x="4094505" y="8013700"/>
                </a:lnTo>
                <a:lnTo>
                  <a:pt x="4004208" y="8013700"/>
                </a:lnTo>
                <a:lnTo>
                  <a:pt x="3915321" y="7988300"/>
                </a:lnTo>
                <a:lnTo>
                  <a:pt x="3871391" y="7988300"/>
                </a:lnTo>
                <a:lnTo>
                  <a:pt x="3784625" y="7962900"/>
                </a:lnTo>
                <a:lnTo>
                  <a:pt x="3741775" y="7962900"/>
                </a:lnTo>
                <a:lnTo>
                  <a:pt x="3451885" y="7874000"/>
                </a:lnTo>
                <a:lnTo>
                  <a:pt x="3372332" y="7848600"/>
                </a:lnTo>
                <a:lnTo>
                  <a:pt x="3333102" y="7823200"/>
                </a:lnTo>
                <a:lnTo>
                  <a:pt x="3255759" y="7797800"/>
                </a:lnTo>
                <a:lnTo>
                  <a:pt x="3217634" y="7772400"/>
                </a:lnTo>
                <a:lnTo>
                  <a:pt x="3142526" y="7747000"/>
                </a:lnTo>
                <a:lnTo>
                  <a:pt x="3105531" y="7721600"/>
                </a:lnTo>
                <a:lnTo>
                  <a:pt x="3068904" y="7708900"/>
                </a:lnTo>
                <a:lnTo>
                  <a:pt x="2996793" y="7658100"/>
                </a:lnTo>
                <a:lnTo>
                  <a:pt x="2961297" y="7645400"/>
                </a:lnTo>
                <a:lnTo>
                  <a:pt x="2891459" y="7594600"/>
                </a:lnTo>
                <a:lnTo>
                  <a:pt x="2857106" y="7569200"/>
                </a:lnTo>
                <a:lnTo>
                  <a:pt x="2823146" y="7556500"/>
                </a:lnTo>
                <a:lnTo>
                  <a:pt x="2756370" y="7505700"/>
                </a:lnTo>
                <a:lnTo>
                  <a:pt x="2691142" y="7454900"/>
                </a:lnTo>
                <a:lnTo>
                  <a:pt x="2627465" y="7404100"/>
                </a:lnTo>
                <a:lnTo>
                  <a:pt x="2596210" y="7366000"/>
                </a:lnTo>
                <a:lnTo>
                  <a:pt x="2565349" y="7340600"/>
                </a:lnTo>
                <a:lnTo>
                  <a:pt x="2534882" y="7315200"/>
                </a:lnTo>
                <a:lnTo>
                  <a:pt x="2504808" y="7289800"/>
                </a:lnTo>
                <a:lnTo>
                  <a:pt x="2475128" y="7264400"/>
                </a:lnTo>
                <a:lnTo>
                  <a:pt x="2445842" y="7226300"/>
                </a:lnTo>
                <a:lnTo>
                  <a:pt x="2416962" y="7200900"/>
                </a:lnTo>
                <a:lnTo>
                  <a:pt x="2388476" y="7162800"/>
                </a:lnTo>
                <a:lnTo>
                  <a:pt x="2360384" y="7137400"/>
                </a:lnTo>
                <a:lnTo>
                  <a:pt x="2332698" y="7099300"/>
                </a:lnTo>
                <a:lnTo>
                  <a:pt x="2305405" y="7073900"/>
                </a:lnTo>
                <a:lnTo>
                  <a:pt x="2278532" y="7035800"/>
                </a:lnTo>
                <a:lnTo>
                  <a:pt x="2252053" y="7010400"/>
                </a:lnTo>
                <a:lnTo>
                  <a:pt x="2225967" y="6972300"/>
                </a:lnTo>
                <a:lnTo>
                  <a:pt x="2200300" y="6934200"/>
                </a:lnTo>
                <a:lnTo>
                  <a:pt x="2175040" y="6908800"/>
                </a:lnTo>
                <a:lnTo>
                  <a:pt x="2150186" y="6870700"/>
                </a:lnTo>
                <a:lnTo>
                  <a:pt x="2125751" y="6832600"/>
                </a:lnTo>
                <a:lnTo>
                  <a:pt x="2101710" y="6794500"/>
                </a:lnTo>
                <a:lnTo>
                  <a:pt x="2078088" y="6756400"/>
                </a:lnTo>
                <a:lnTo>
                  <a:pt x="2054885" y="6731000"/>
                </a:lnTo>
                <a:lnTo>
                  <a:pt x="2032088" y="6692900"/>
                </a:lnTo>
                <a:lnTo>
                  <a:pt x="2009711" y="6654800"/>
                </a:lnTo>
                <a:lnTo>
                  <a:pt x="1987740" y="6616700"/>
                </a:lnTo>
                <a:lnTo>
                  <a:pt x="1966201" y="6578600"/>
                </a:lnTo>
                <a:lnTo>
                  <a:pt x="1945068" y="6527800"/>
                </a:lnTo>
                <a:lnTo>
                  <a:pt x="1924354" y="6489700"/>
                </a:lnTo>
                <a:lnTo>
                  <a:pt x="1904072" y="6451600"/>
                </a:lnTo>
                <a:lnTo>
                  <a:pt x="1884197" y="6413500"/>
                </a:lnTo>
                <a:lnTo>
                  <a:pt x="1864753" y="6375400"/>
                </a:lnTo>
                <a:lnTo>
                  <a:pt x="1845729" y="6337300"/>
                </a:lnTo>
                <a:lnTo>
                  <a:pt x="1827136" y="6286500"/>
                </a:lnTo>
                <a:lnTo>
                  <a:pt x="1808962" y="6248400"/>
                </a:lnTo>
                <a:lnTo>
                  <a:pt x="1791220" y="6210300"/>
                </a:lnTo>
                <a:lnTo>
                  <a:pt x="1773910" y="6159500"/>
                </a:lnTo>
                <a:lnTo>
                  <a:pt x="1757019" y="6121400"/>
                </a:lnTo>
                <a:lnTo>
                  <a:pt x="1740560" y="6070600"/>
                </a:lnTo>
                <a:lnTo>
                  <a:pt x="1724533" y="6032500"/>
                </a:lnTo>
                <a:lnTo>
                  <a:pt x="1708950" y="5981700"/>
                </a:lnTo>
                <a:lnTo>
                  <a:pt x="1693786" y="5943600"/>
                </a:lnTo>
                <a:lnTo>
                  <a:pt x="1679054" y="5892800"/>
                </a:lnTo>
                <a:lnTo>
                  <a:pt x="1664766" y="5854700"/>
                </a:lnTo>
                <a:lnTo>
                  <a:pt x="1650923" y="5803900"/>
                </a:lnTo>
                <a:lnTo>
                  <a:pt x="1637499" y="5753100"/>
                </a:lnTo>
                <a:lnTo>
                  <a:pt x="1624533" y="5715000"/>
                </a:lnTo>
                <a:lnTo>
                  <a:pt x="1611998" y="5664200"/>
                </a:lnTo>
                <a:lnTo>
                  <a:pt x="1599895" y="5613400"/>
                </a:lnTo>
                <a:lnTo>
                  <a:pt x="1588249" y="5562600"/>
                </a:lnTo>
                <a:lnTo>
                  <a:pt x="1577035" y="5511800"/>
                </a:lnTo>
                <a:lnTo>
                  <a:pt x="1566278" y="5473700"/>
                </a:lnTo>
                <a:lnTo>
                  <a:pt x="1555965" y="5422900"/>
                </a:lnTo>
                <a:lnTo>
                  <a:pt x="1546085" y="5372100"/>
                </a:lnTo>
                <a:lnTo>
                  <a:pt x="1536661" y="5321300"/>
                </a:lnTo>
                <a:lnTo>
                  <a:pt x="1527695" y="5270500"/>
                </a:lnTo>
                <a:lnTo>
                  <a:pt x="1519174" y="5219700"/>
                </a:lnTo>
                <a:lnTo>
                  <a:pt x="1511096" y="5168900"/>
                </a:lnTo>
                <a:lnTo>
                  <a:pt x="1503476" y="5118100"/>
                </a:lnTo>
                <a:lnTo>
                  <a:pt x="1496301" y="5067300"/>
                </a:lnTo>
                <a:lnTo>
                  <a:pt x="1489595" y="5016500"/>
                </a:lnTo>
                <a:lnTo>
                  <a:pt x="1483334" y="4953000"/>
                </a:lnTo>
                <a:lnTo>
                  <a:pt x="1477530" y="4902200"/>
                </a:lnTo>
                <a:lnTo>
                  <a:pt x="1472196" y="4851400"/>
                </a:lnTo>
                <a:lnTo>
                  <a:pt x="1467307" y="4800600"/>
                </a:lnTo>
                <a:lnTo>
                  <a:pt x="1462887" y="4749800"/>
                </a:lnTo>
                <a:lnTo>
                  <a:pt x="1458925" y="4686300"/>
                </a:lnTo>
                <a:lnTo>
                  <a:pt x="1455420" y="4635500"/>
                </a:lnTo>
                <a:lnTo>
                  <a:pt x="1452384" y="4584700"/>
                </a:lnTo>
                <a:lnTo>
                  <a:pt x="1449806" y="4521200"/>
                </a:lnTo>
                <a:lnTo>
                  <a:pt x="1447698" y="4470400"/>
                </a:lnTo>
                <a:lnTo>
                  <a:pt x="1446060" y="4419600"/>
                </a:lnTo>
                <a:lnTo>
                  <a:pt x="1444879" y="4356100"/>
                </a:lnTo>
                <a:lnTo>
                  <a:pt x="1444180" y="4305300"/>
                </a:lnTo>
                <a:lnTo>
                  <a:pt x="1443939" y="4241800"/>
                </a:lnTo>
                <a:lnTo>
                  <a:pt x="1444142" y="4191000"/>
                </a:lnTo>
                <a:lnTo>
                  <a:pt x="1444739" y="4152900"/>
                </a:lnTo>
                <a:lnTo>
                  <a:pt x="1445717" y="4102100"/>
                </a:lnTo>
                <a:lnTo>
                  <a:pt x="1447101" y="4051300"/>
                </a:lnTo>
                <a:lnTo>
                  <a:pt x="1448879" y="4000500"/>
                </a:lnTo>
                <a:lnTo>
                  <a:pt x="1451063" y="3949700"/>
                </a:lnTo>
                <a:lnTo>
                  <a:pt x="1453629" y="3911600"/>
                </a:lnTo>
                <a:lnTo>
                  <a:pt x="1456601" y="3860800"/>
                </a:lnTo>
                <a:lnTo>
                  <a:pt x="1459979" y="3810000"/>
                </a:lnTo>
                <a:lnTo>
                  <a:pt x="1463751" y="3759200"/>
                </a:lnTo>
                <a:lnTo>
                  <a:pt x="1467929" y="3721100"/>
                </a:lnTo>
                <a:lnTo>
                  <a:pt x="1472501" y="3670300"/>
                </a:lnTo>
                <a:lnTo>
                  <a:pt x="1477479" y="3619500"/>
                </a:lnTo>
                <a:lnTo>
                  <a:pt x="1482852" y="3568700"/>
                </a:lnTo>
                <a:lnTo>
                  <a:pt x="1488630" y="3530600"/>
                </a:lnTo>
                <a:lnTo>
                  <a:pt x="1494815" y="3479800"/>
                </a:lnTo>
                <a:lnTo>
                  <a:pt x="1501406" y="3429000"/>
                </a:lnTo>
                <a:lnTo>
                  <a:pt x="1508404" y="3390900"/>
                </a:lnTo>
                <a:lnTo>
                  <a:pt x="1515808" y="3340100"/>
                </a:lnTo>
                <a:lnTo>
                  <a:pt x="1523606" y="3289300"/>
                </a:lnTo>
                <a:lnTo>
                  <a:pt x="1531823" y="3251200"/>
                </a:lnTo>
                <a:lnTo>
                  <a:pt x="1540446" y="3200400"/>
                </a:lnTo>
                <a:lnTo>
                  <a:pt x="1549476" y="3149600"/>
                </a:lnTo>
                <a:lnTo>
                  <a:pt x="1558912" y="3111500"/>
                </a:lnTo>
                <a:lnTo>
                  <a:pt x="1568767" y="3060700"/>
                </a:lnTo>
                <a:lnTo>
                  <a:pt x="1579029" y="3022600"/>
                </a:lnTo>
                <a:lnTo>
                  <a:pt x="1589697" y="2971800"/>
                </a:lnTo>
                <a:lnTo>
                  <a:pt x="1600784" y="2921000"/>
                </a:lnTo>
                <a:lnTo>
                  <a:pt x="1612277" y="2882900"/>
                </a:lnTo>
                <a:lnTo>
                  <a:pt x="1624177" y="2832100"/>
                </a:lnTo>
                <a:lnTo>
                  <a:pt x="1636509" y="2794000"/>
                </a:lnTo>
                <a:lnTo>
                  <a:pt x="1649234" y="2743200"/>
                </a:lnTo>
                <a:lnTo>
                  <a:pt x="1662391" y="2705100"/>
                </a:lnTo>
                <a:lnTo>
                  <a:pt x="1675955" y="2654300"/>
                </a:lnTo>
                <a:lnTo>
                  <a:pt x="1689938" y="2616200"/>
                </a:lnTo>
                <a:lnTo>
                  <a:pt x="1704340" y="2578100"/>
                </a:lnTo>
                <a:lnTo>
                  <a:pt x="1719160" y="2527300"/>
                </a:lnTo>
                <a:lnTo>
                  <a:pt x="1734388" y="2489200"/>
                </a:lnTo>
                <a:lnTo>
                  <a:pt x="1750047" y="2451100"/>
                </a:lnTo>
                <a:lnTo>
                  <a:pt x="1766112" y="2400300"/>
                </a:lnTo>
                <a:lnTo>
                  <a:pt x="1782610" y="2362200"/>
                </a:lnTo>
                <a:lnTo>
                  <a:pt x="1799526" y="2324100"/>
                </a:lnTo>
                <a:lnTo>
                  <a:pt x="1816862" y="2273300"/>
                </a:lnTo>
                <a:lnTo>
                  <a:pt x="1834616" y="2235200"/>
                </a:lnTo>
                <a:lnTo>
                  <a:pt x="1852803" y="2197100"/>
                </a:lnTo>
                <a:lnTo>
                  <a:pt x="1871408" y="2159000"/>
                </a:lnTo>
                <a:lnTo>
                  <a:pt x="1890433" y="2120900"/>
                </a:lnTo>
                <a:lnTo>
                  <a:pt x="1909889" y="2070100"/>
                </a:lnTo>
                <a:lnTo>
                  <a:pt x="1929777" y="2032000"/>
                </a:lnTo>
                <a:lnTo>
                  <a:pt x="1950072" y="1993900"/>
                </a:lnTo>
                <a:lnTo>
                  <a:pt x="1970811" y="1955800"/>
                </a:lnTo>
                <a:lnTo>
                  <a:pt x="1991969" y="1917700"/>
                </a:lnTo>
                <a:lnTo>
                  <a:pt x="2013559" y="1879600"/>
                </a:lnTo>
                <a:lnTo>
                  <a:pt x="2035568" y="1841500"/>
                </a:lnTo>
                <a:lnTo>
                  <a:pt x="2058022" y="1803400"/>
                </a:lnTo>
                <a:lnTo>
                  <a:pt x="2080895" y="1765300"/>
                </a:lnTo>
                <a:lnTo>
                  <a:pt x="2104199" y="1727200"/>
                </a:lnTo>
                <a:lnTo>
                  <a:pt x="2127935" y="1701800"/>
                </a:lnTo>
                <a:lnTo>
                  <a:pt x="2152116" y="1663700"/>
                </a:lnTo>
                <a:lnTo>
                  <a:pt x="2176716" y="1625600"/>
                </a:lnTo>
                <a:lnTo>
                  <a:pt x="2201748" y="1587500"/>
                </a:lnTo>
                <a:lnTo>
                  <a:pt x="2227224" y="1562100"/>
                </a:lnTo>
                <a:lnTo>
                  <a:pt x="2253132" y="1524000"/>
                </a:lnTo>
                <a:lnTo>
                  <a:pt x="2279472" y="1485900"/>
                </a:lnTo>
                <a:lnTo>
                  <a:pt x="2306243" y="1460500"/>
                </a:lnTo>
                <a:lnTo>
                  <a:pt x="2333460" y="1422400"/>
                </a:lnTo>
                <a:lnTo>
                  <a:pt x="2361107" y="1384300"/>
                </a:lnTo>
                <a:lnTo>
                  <a:pt x="2389200" y="1358900"/>
                </a:lnTo>
                <a:lnTo>
                  <a:pt x="2417724" y="1320800"/>
                </a:lnTo>
                <a:lnTo>
                  <a:pt x="2446693" y="1295400"/>
                </a:lnTo>
                <a:lnTo>
                  <a:pt x="2476093" y="1270000"/>
                </a:lnTo>
                <a:lnTo>
                  <a:pt x="2505938" y="1231900"/>
                </a:lnTo>
                <a:lnTo>
                  <a:pt x="2536228" y="1206500"/>
                </a:lnTo>
                <a:lnTo>
                  <a:pt x="2566962" y="1181100"/>
                </a:lnTo>
                <a:lnTo>
                  <a:pt x="2598128" y="1143000"/>
                </a:lnTo>
                <a:lnTo>
                  <a:pt x="2629751" y="1117600"/>
                </a:lnTo>
                <a:lnTo>
                  <a:pt x="2661805" y="1092200"/>
                </a:lnTo>
                <a:lnTo>
                  <a:pt x="2694317" y="1066800"/>
                </a:lnTo>
                <a:lnTo>
                  <a:pt x="2727261" y="1041400"/>
                </a:lnTo>
                <a:lnTo>
                  <a:pt x="2760649" y="1016000"/>
                </a:lnTo>
                <a:lnTo>
                  <a:pt x="2828785" y="965200"/>
                </a:lnTo>
                <a:lnTo>
                  <a:pt x="2898711" y="914400"/>
                </a:lnTo>
                <a:lnTo>
                  <a:pt x="2970428" y="863600"/>
                </a:lnTo>
                <a:lnTo>
                  <a:pt x="3006953" y="838200"/>
                </a:lnTo>
                <a:lnTo>
                  <a:pt x="3043948" y="825500"/>
                </a:lnTo>
                <a:lnTo>
                  <a:pt x="3119272" y="774700"/>
                </a:lnTo>
                <a:lnTo>
                  <a:pt x="3157613" y="762000"/>
                </a:lnTo>
                <a:lnTo>
                  <a:pt x="3196412" y="736600"/>
                </a:lnTo>
                <a:lnTo>
                  <a:pt x="3235655" y="723900"/>
                </a:lnTo>
                <a:lnTo>
                  <a:pt x="3275368" y="698500"/>
                </a:lnTo>
                <a:lnTo>
                  <a:pt x="3356140" y="673100"/>
                </a:lnTo>
                <a:lnTo>
                  <a:pt x="3397224" y="647700"/>
                </a:lnTo>
                <a:lnTo>
                  <a:pt x="3653307" y="571500"/>
                </a:lnTo>
                <a:lnTo>
                  <a:pt x="3879392" y="508000"/>
                </a:lnTo>
                <a:lnTo>
                  <a:pt x="3926001" y="508000"/>
                </a:lnTo>
                <a:lnTo>
                  <a:pt x="3973080" y="495300"/>
                </a:lnTo>
                <a:lnTo>
                  <a:pt x="4020616" y="495300"/>
                </a:lnTo>
                <a:lnTo>
                  <a:pt x="4068622" y="482600"/>
                </a:lnTo>
                <a:lnTo>
                  <a:pt x="4117098" y="482600"/>
                </a:lnTo>
                <a:lnTo>
                  <a:pt x="4166044" y="469900"/>
                </a:lnTo>
                <a:lnTo>
                  <a:pt x="4315701" y="469900"/>
                </a:lnTo>
                <a:lnTo>
                  <a:pt x="4366514" y="457200"/>
                </a:lnTo>
                <a:lnTo>
                  <a:pt x="4613122" y="457200"/>
                </a:lnTo>
                <a:lnTo>
                  <a:pt x="4660277" y="469900"/>
                </a:lnTo>
                <a:lnTo>
                  <a:pt x="4799673" y="469900"/>
                </a:lnTo>
                <a:lnTo>
                  <a:pt x="4845443" y="482600"/>
                </a:lnTo>
                <a:lnTo>
                  <a:pt x="4890859" y="482600"/>
                </a:lnTo>
                <a:lnTo>
                  <a:pt x="4935931" y="495300"/>
                </a:lnTo>
                <a:lnTo>
                  <a:pt x="4980648" y="495300"/>
                </a:lnTo>
                <a:lnTo>
                  <a:pt x="5025009" y="508000"/>
                </a:lnTo>
                <a:lnTo>
                  <a:pt x="5069014" y="508000"/>
                </a:lnTo>
                <a:lnTo>
                  <a:pt x="5198897" y="546100"/>
                </a:lnTo>
                <a:lnTo>
                  <a:pt x="5241480" y="546100"/>
                </a:lnTo>
                <a:lnTo>
                  <a:pt x="5529377" y="635000"/>
                </a:lnTo>
                <a:lnTo>
                  <a:pt x="5569051" y="660400"/>
                </a:lnTo>
                <a:lnTo>
                  <a:pt x="5685828" y="698500"/>
                </a:lnTo>
                <a:lnTo>
                  <a:pt x="5724017" y="723900"/>
                </a:lnTo>
                <a:lnTo>
                  <a:pt x="5761825" y="736600"/>
                </a:lnTo>
                <a:lnTo>
                  <a:pt x="5799264" y="762000"/>
                </a:lnTo>
                <a:lnTo>
                  <a:pt x="5836336" y="774700"/>
                </a:lnTo>
                <a:lnTo>
                  <a:pt x="5873013" y="800100"/>
                </a:lnTo>
                <a:lnTo>
                  <a:pt x="5909322" y="812800"/>
                </a:lnTo>
                <a:lnTo>
                  <a:pt x="5980811" y="863600"/>
                </a:lnTo>
                <a:lnTo>
                  <a:pt x="6015977" y="876300"/>
                </a:lnTo>
                <a:lnTo>
                  <a:pt x="6050762" y="901700"/>
                </a:lnTo>
                <a:lnTo>
                  <a:pt x="6119190" y="952500"/>
                </a:lnTo>
                <a:lnTo>
                  <a:pt x="6152832" y="965200"/>
                </a:lnTo>
                <a:lnTo>
                  <a:pt x="6218948" y="1016000"/>
                </a:lnTo>
                <a:lnTo>
                  <a:pt x="6283503" y="1066800"/>
                </a:lnTo>
                <a:lnTo>
                  <a:pt x="6315202" y="1104900"/>
                </a:lnTo>
                <a:lnTo>
                  <a:pt x="6346507" y="1130300"/>
                </a:lnTo>
                <a:lnTo>
                  <a:pt x="6377419" y="1155700"/>
                </a:lnTo>
                <a:lnTo>
                  <a:pt x="6407925" y="1181100"/>
                </a:lnTo>
                <a:lnTo>
                  <a:pt x="6438049" y="1206500"/>
                </a:lnTo>
                <a:lnTo>
                  <a:pt x="6467780" y="1244600"/>
                </a:lnTo>
                <a:lnTo>
                  <a:pt x="6497104" y="1270000"/>
                </a:lnTo>
                <a:lnTo>
                  <a:pt x="6526035" y="1295400"/>
                </a:lnTo>
                <a:lnTo>
                  <a:pt x="6554571" y="1333500"/>
                </a:lnTo>
                <a:lnTo>
                  <a:pt x="6582702" y="1358900"/>
                </a:lnTo>
                <a:lnTo>
                  <a:pt x="6610426" y="1397000"/>
                </a:lnTo>
                <a:lnTo>
                  <a:pt x="6637756" y="1422400"/>
                </a:lnTo>
                <a:lnTo>
                  <a:pt x="6664668" y="1460500"/>
                </a:lnTo>
                <a:lnTo>
                  <a:pt x="6691198" y="1485900"/>
                </a:lnTo>
                <a:lnTo>
                  <a:pt x="6717309" y="1524000"/>
                </a:lnTo>
                <a:lnTo>
                  <a:pt x="6743014" y="1562100"/>
                </a:lnTo>
                <a:lnTo>
                  <a:pt x="6768312" y="1587500"/>
                </a:lnTo>
                <a:lnTo>
                  <a:pt x="6793192" y="1625600"/>
                </a:lnTo>
                <a:lnTo>
                  <a:pt x="6817677" y="1663700"/>
                </a:lnTo>
                <a:lnTo>
                  <a:pt x="6841744" y="1701800"/>
                </a:lnTo>
                <a:lnTo>
                  <a:pt x="6865391" y="1727200"/>
                </a:lnTo>
                <a:lnTo>
                  <a:pt x="6888632" y="1765300"/>
                </a:lnTo>
                <a:lnTo>
                  <a:pt x="6911454" y="1803400"/>
                </a:lnTo>
                <a:lnTo>
                  <a:pt x="6933870" y="1841500"/>
                </a:lnTo>
                <a:lnTo>
                  <a:pt x="6955866" y="1879600"/>
                </a:lnTo>
                <a:lnTo>
                  <a:pt x="6977443" y="1917700"/>
                </a:lnTo>
                <a:lnTo>
                  <a:pt x="6998602" y="1955800"/>
                </a:lnTo>
                <a:lnTo>
                  <a:pt x="7019328" y="1993900"/>
                </a:lnTo>
                <a:lnTo>
                  <a:pt x="7039648" y="2044700"/>
                </a:lnTo>
                <a:lnTo>
                  <a:pt x="7059536" y="2082800"/>
                </a:lnTo>
                <a:lnTo>
                  <a:pt x="7079018" y="2120900"/>
                </a:lnTo>
                <a:lnTo>
                  <a:pt x="7098055" y="2159000"/>
                </a:lnTo>
                <a:lnTo>
                  <a:pt x="7116673" y="2209800"/>
                </a:lnTo>
                <a:lnTo>
                  <a:pt x="7134873" y="2247900"/>
                </a:lnTo>
                <a:lnTo>
                  <a:pt x="7152640" y="2286000"/>
                </a:lnTo>
                <a:lnTo>
                  <a:pt x="7169975" y="2336800"/>
                </a:lnTo>
                <a:lnTo>
                  <a:pt x="7186879" y="2374900"/>
                </a:lnTo>
                <a:lnTo>
                  <a:pt x="7203364" y="2413000"/>
                </a:lnTo>
                <a:lnTo>
                  <a:pt x="7219404" y="2463800"/>
                </a:lnTo>
                <a:lnTo>
                  <a:pt x="7235012" y="2501900"/>
                </a:lnTo>
                <a:lnTo>
                  <a:pt x="7250189" y="2552700"/>
                </a:lnTo>
                <a:lnTo>
                  <a:pt x="7264933" y="2603500"/>
                </a:lnTo>
                <a:lnTo>
                  <a:pt x="7279233" y="2641600"/>
                </a:lnTo>
                <a:lnTo>
                  <a:pt x="7293102" y="2692400"/>
                </a:lnTo>
                <a:lnTo>
                  <a:pt x="7306538" y="2730500"/>
                </a:lnTo>
                <a:lnTo>
                  <a:pt x="7319531" y="2781300"/>
                </a:lnTo>
                <a:lnTo>
                  <a:pt x="7332078" y="2832100"/>
                </a:lnTo>
                <a:lnTo>
                  <a:pt x="7344181" y="2882900"/>
                </a:lnTo>
                <a:lnTo>
                  <a:pt x="7355840" y="2921000"/>
                </a:lnTo>
                <a:lnTo>
                  <a:pt x="7367067" y="2971800"/>
                </a:lnTo>
                <a:lnTo>
                  <a:pt x="7377836" y="3022600"/>
                </a:lnTo>
                <a:lnTo>
                  <a:pt x="7388174" y="3073400"/>
                </a:lnTo>
                <a:lnTo>
                  <a:pt x="7398055" y="3124200"/>
                </a:lnTo>
                <a:lnTo>
                  <a:pt x="7407478" y="3175000"/>
                </a:lnTo>
                <a:lnTo>
                  <a:pt x="7416470" y="3225800"/>
                </a:lnTo>
                <a:lnTo>
                  <a:pt x="7425004" y="3276600"/>
                </a:lnTo>
                <a:lnTo>
                  <a:pt x="7433081" y="3327400"/>
                </a:lnTo>
                <a:lnTo>
                  <a:pt x="7440714" y="3378200"/>
                </a:lnTo>
                <a:lnTo>
                  <a:pt x="7447889" y="3429000"/>
                </a:lnTo>
                <a:lnTo>
                  <a:pt x="7454608" y="3479800"/>
                </a:lnTo>
                <a:lnTo>
                  <a:pt x="7460869" y="3530600"/>
                </a:lnTo>
                <a:lnTo>
                  <a:pt x="7466673" y="3581400"/>
                </a:lnTo>
                <a:lnTo>
                  <a:pt x="7472019" y="3644900"/>
                </a:lnTo>
                <a:lnTo>
                  <a:pt x="7476909" y="3695700"/>
                </a:lnTo>
                <a:lnTo>
                  <a:pt x="7481341" y="3746500"/>
                </a:lnTo>
                <a:lnTo>
                  <a:pt x="7485304" y="3797300"/>
                </a:lnTo>
                <a:lnTo>
                  <a:pt x="7488809" y="3860800"/>
                </a:lnTo>
                <a:lnTo>
                  <a:pt x="7491844" y="3911600"/>
                </a:lnTo>
                <a:lnTo>
                  <a:pt x="7494422" y="3962400"/>
                </a:lnTo>
                <a:lnTo>
                  <a:pt x="7496530" y="4025900"/>
                </a:lnTo>
                <a:lnTo>
                  <a:pt x="7498181" y="4076700"/>
                </a:lnTo>
                <a:lnTo>
                  <a:pt x="7499350" y="4127500"/>
                </a:lnTo>
                <a:lnTo>
                  <a:pt x="7500061" y="4191000"/>
                </a:lnTo>
                <a:lnTo>
                  <a:pt x="7500290" y="4241800"/>
                </a:lnTo>
                <a:lnTo>
                  <a:pt x="7500290" y="1075791"/>
                </a:lnTo>
                <a:lnTo>
                  <a:pt x="7471321" y="1054100"/>
                </a:lnTo>
                <a:lnTo>
                  <a:pt x="7437056" y="1016000"/>
                </a:lnTo>
                <a:lnTo>
                  <a:pt x="7367562" y="965200"/>
                </a:lnTo>
                <a:lnTo>
                  <a:pt x="7260907" y="889000"/>
                </a:lnTo>
                <a:lnTo>
                  <a:pt x="7224725" y="863600"/>
                </a:lnTo>
                <a:lnTo>
                  <a:pt x="7188238" y="825500"/>
                </a:lnTo>
                <a:lnTo>
                  <a:pt x="7114324" y="774700"/>
                </a:lnTo>
                <a:lnTo>
                  <a:pt x="7076910" y="762000"/>
                </a:lnTo>
                <a:lnTo>
                  <a:pt x="6962864" y="685800"/>
                </a:lnTo>
                <a:lnTo>
                  <a:pt x="6846176" y="609600"/>
                </a:lnTo>
                <a:lnTo>
                  <a:pt x="6806705" y="596900"/>
                </a:lnTo>
                <a:lnTo>
                  <a:pt x="6726898" y="546100"/>
                </a:lnTo>
                <a:lnTo>
                  <a:pt x="6686575" y="533400"/>
                </a:lnTo>
                <a:lnTo>
                  <a:pt x="6605092" y="482600"/>
                </a:lnTo>
                <a:lnTo>
                  <a:pt x="6563944" y="469900"/>
                </a:lnTo>
                <a:lnTo>
                  <a:pt x="6543243" y="457200"/>
                </a:lnTo>
                <a:lnTo>
                  <a:pt x="6522529" y="444500"/>
                </a:lnTo>
                <a:lnTo>
                  <a:pt x="6480848" y="431800"/>
                </a:lnTo>
                <a:lnTo>
                  <a:pt x="6438887" y="406400"/>
                </a:lnTo>
                <a:lnTo>
                  <a:pt x="6396672" y="393700"/>
                </a:lnTo>
                <a:lnTo>
                  <a:pt x="6354204" y="368300"/>
                </a:lnTo>
                <a:lnTo>
                  <a:pt x="6268478" y="342900"/>
                </a:lnTo>
                <a:lnTo>
                  <a:pt x="6225235" y="317500"/>
                </a:lnTo>
                <a:lnTo>
                  <a:pt x="6137999" y="292100"/>
                </a:lnTo>
                <a:lnTo>
                  <a:pt x="6094019" y="266700"/>
                </a:lnTo>
                <a:lnTo>
                  <a:pt x="5500929" y="101600"/>
                </a:lnTo>
                <a:lnTo>
                  <a:pt x="5453748" y="101600"/>
                </a:lnTo>
                <a:lnTo>
                  <a:pt x="5358777" y="76200"/>
                </a:lnTo>
                <a:lnTo>
                  <a:pt x="5310987" y="76200"/>
                </a:lnTo>
                <a:lnTo>
                  <a:pt x="5214798" y="50800"/>
                </a:lnTo>
                <a:lnTo>
                  <a:pt x="5166398" y="50800"/>
                </a:lnTo>
                <a:lnTo>
                  <a:pt x="5117820" y="38100"/>
                </a:lnTo>
                <a:lnTo>
                  <a:pt x="5069040" y="38100"/>
                </a:lnTo>
                <a:lnTo>
                  <a:pt x="5020068" y="25400"/>
                </a:lnTo>
                <a:lnTo>
                  <a:pt x="4921567" y="25400"/>
                </a:lnTo>
                <a:lnTo>
                  <a:pt x="4872050" y="12700"/>
                </a:lnTo>
                <a:lnTo>
                  <a:pt x="4722406" y="12700"/>
                </a:lnTo>
                <a:lnTo>
                  <a:pt x="4672177" y="0"/>
                </a:lnTo>
                <a:lnTo>
                  <a:pt x="4273474" y="0"/>
                </a:lnTo>
                <a:lnTo>
                  <a:pt x="4224794" y="12700"/>
                </a:lnTo>
                <a:lnTo>
                  <a:pt x="4079621" y="12700"/>
                </a:lnTo>
                <a:lnTo>
                  <a:pt x="4031526" y="25400"/>
                </a:lnTo>
                <a:lnTo>
                  <a:pt x="3935793" y="25400"/>
                </a:lnTo>
                <a:lnTo>
                  <a:pt x="3888168" y="38100"/>
                </a:lnTo>
                <a:lnTo>
                  <a:pt x="3840696" y="38100"/>
                </a:lnTo>
                <a:lnTo>
                  <a:pt x="3793388" y="50800"/>
                </a:lnTo>
                <a:lnTo>
                  <a:pt x="3746258" y="50800"/>
                </a:lnTo>
                <a:lnTo>
                  <a:pt x="3699281" y="63500"/>
                </a:lnTo>
                <a:lnTo>
                  <a:pt x="3652482" y="63500"/>
                </a:lnTo>
                <a:lnTo>
                  <a:pt x="3559416" y="88900"/>
                </a:lnTo>
                <a:lnTo>
                  <a:pt x="3513150" y="88900"/>
                </a:lnTo>
                <a:lnTo>
                  <a:pt x="3329914" y="139700"/>
                </a:lnTo>
                <a:lnTo>
                  <a:pt x="3284575" y="139700"/>
                </a:lnTo>
                <a:lnTo>
                  <a:pt x="2972841" y="228600"/>
                </a:lnTo>
                <a:lnTo>
                  <a:pt x="2929140" y="254000"/>
                </a:lnTo>
                <a:lnTo>
                  <a:pt x="2756509" y="304800"/>
                </a:lnTo>
                <a:lnTo>
                  <a:pt x="2713913" y="330200"/>
                </a:lnTo>
                <a:lnTo>
                  <a:pt x="2629408" y="355600"/>
                </a:lnTo>
                <a:lnTo>
                  <a:pt x="2587498" y="381000"/>
                </a:lnTo>
                <a:lnTo>
                  <a:pt x="2545829" y="393700"/>
                </a:lnTo>
                <a:lnTo>
                  <a:pt x="2504402" y="419100"/>
                </a:lnTo>
                <a:lnTo>
                  <a:pt x="2463215" y="431800"/>
                </a:lnTo>
                <a:lnTo>
                  <a:pt x="2422271" y="457200"/>
                </a:lnTo>
                <a:lnTo>
                  <a:pt x="2381567" y="469900"/>
                </a:lnTo>
                <a:lnTo>
                  <a:pt x="2341130" y="495300"/>
                </a:lnTo>
                <a:lnTo>
                  <a:pt x="2300935" y="508000"/>
                </a:lnTo>
                <a:lnTo>
                  <a:pt x="2221306" y="558800"/>
                </a:lnTo>
                <a:lnTo>
                  <a:pt x="2181885" y="571500"/>
                </a:lnTo>
                <a:lnTo>
                  <a:pt x="2065197" y="647700"/>
                </a:lnTo>
                <a:lnTo>
                  <a:pt x="2026843" y="660400"/>
                </a:lnTo>
                <a:lnTo>
                  <a:pt x="1913420" y="736600"/>
                </a:lnTo>
                <a:lnTo>
                  <a:pt x="1802523" y="812800"/>
                </a:lnTo>
                <a:lnTo>
                  <a:pt x="1694230" y="889000"/>
                </a:lnTo>
                <a:lnTo>
                  <a:pt x="1588592" y="965200"/>
                </a:lnTo>
                <a:lnTo>
                  <a:pt x="1553997" y="1003300"/>
                </a:lnTo>
                <a:lnTo>
                  <a:pt x="1485709" y="1054100"/>
                </a:lnTo>
                <a:lnTo>
                  <a:pt x="1418666" y="1104900"/>
                </a:lnTo>
                <a:lnTo>
                  <a:pt x="1385620" y="1143000"/>
                </a:lnTo>
                <a:lnTo>
                  <a:pt x="1320495" y="1193800"/>
                </a:lnTo>
                <a:lnTo>
                  <a:pt x="1288415" y="1231900"/>
                </a:lnTo>
                <a:lnTo>
                  <a:pt x="1256665" y="1257300"/>
                </a:lnTo>
                <a:lnTo>
                  <a:pt x="1225257" y="1295400"/>
                </a:lnTo>
                <a:lnTo>
                  <a:pt x="1194168" y="1320800"/>
                </a:lnTo>
                <a:lnTo>
                  <a:pt x="1163421" y="1358900"/>
                </a:lnTo>
                <a:lnTo>
                  <a:pt x="1133005" y="1384300"/>
                </a:lnTo>
                <a:lnTo>
                  <a:pt x="1102931" y="1422400"/>
                </a:lnTo>
                <a:lnTo>
                  <a:pt x="1073200" y="1447800"/>
                </a:lnTo>
                <a:lnTo>
                  <a:pt x="1043825" y="1485900"/>
                </a:lnTo>
                <a:lnTo>
                  <a:pt x="1014793" y="1511300"/>
                </a:lnTo>
                <a:lnTo>
                  <a:pt x="986104" y="1549400"/>
                </a:lnTo>
                <a:lnTo>
                  <a:pt x="957783" y="1587500"/>
                </a:lnTo>
                <a:lnTo>
                  <a:pt x="929805" y="1612900"/>
                </a:lnTo>
                <a:lnTo>
                  <a:pt x="902195" y="1651000"/>
                </a:lnTo>
                <a:lnTo>
                  <a:pt x="874941" y="1689100"/>
                </a:lnTo>
                <a:lnTo>
                  <a:pt x="848055" y="1727200"/>
                </a:lnTo>
                <a:lnTo>
                  <a:pt x="821537" y="1752600"/>
                </a:lnTo>
                <a:lnTo>
                  <a:pt x="795388" y="1790700"/>
                </a:lnTo>
                <a:lnTo>
                  <a:pt x="769607" y="1828800"/>
                </a:lnTo>
                <a:lnTo>
                  <a:pt x="744194" y="1866900"/>
                </a:lnTo>
                <a:lnTo>
                  <a:pt x="719175" y="1905000"/>
                </a:lnTo>
                <a:lnTo>
                  <a:pt x="694524" y="1943100"/>
                </a:lnTo>
                <a:lnTo>
                  <a:pt x="670267" y="1968500"/>
                </a:lnTo>
                <a:lnTo>
                  <a:pt x="646379" y="2006600"/>
                </a:lnTo>
                <a:lnTo>
                  <a:pt x="622896" y="2044700"/>
                </a:lnTo>
                <a:lnTo>
                  <a:pt x="599795" y="2082800"/>
                </a:lnTo>
                <a:lnTo>
                  <a:pt x="577088" y="2120900"/>
                </a:lnTo>
                <a:lnTo>
                  <a:pt x="554774" y="2159000"/>
                </a:lnTo>
                <a:lnTo>
                  <a:pt x="532853" y="2197100"/>
                </a:lnTo>
                <a:lnTo>
                  <a:pt x="511340" y="2235200"/>
                </a:lnTo>
                <a:lnTo>
                  <a:pt x="490232" y="2286000"/>
                </a:lnTo>
                <a:lnTo>
                  <a:pt x="469531" y="2324100"/>
                </a:lnTo>
                <a:lnTo>
                  <a:pt x="449224" y="2362200"/>
                </a:lnTo>
                <a:lnTo>
                  <a:pt x="429348" y="2400300"/>
                </a:lnTo>
                <a:lnTo>
                  <a:pt x="409867" y="2438400"/>
                </a:lnTo>
                <a:lnTo>
                  <a:pt x="390817" y="2476500"/>
                </a:lnTo>
                <a:lnTo>
                  <a:pt x="372186" y="2527300"/>
                </a:lnTo>
                <a:lnTo>
                  <a:pt x="353974" y="2565400"/>
                </a:lnTo>
                <a:lnTo>
                  <a:pt x="336181" y="2603500"/>
                </a:lnTo>
                <a:lnTo>
                  <a:pt x="318820" y="2641600"/>
                </a:lnTo>
                <a:lnTo>
                  <a:pt x="301879" y="2692400"/>
                </a:lnTo>
                <a:lnTo>
                  <a:pt x="285381" y="2730500"/>
                </a:lnTo>
                <a:lnTo>
                  <a:pt x="269316" y="2768600"/>
                </a:lnTo>
                <a:lnTo>
                  <a:pt x="253682" y="2819400"/>
                </a:lnTo>
                <a:lnTo>
                  <a:pt x="238493" y="2857500"/>
                </a:lnTo>
                <a:lnTo>
                  <a:pt x="223748" y="2895600"/>
                </a:lnTo>
                <a:lnTo>
                  <a:pt x="209448" y="2946400"/>
                </a:lnTo>
                <a:lnTo>
                  <a:pt x="195592" y="2984500"/>
                </a:lnTo>
                <a:lnTo>
                  <a:pt x="182181" y="3035300"/>
                </a:lnTo>
                <a:lnTo>
                  <a:pt x="169227" y="3073400"/>
                </a:lnTo>
                <a:lnTo>
                  <a:pt x="156730" y="3124200"/>
                </a:lnTo>
                <a:lnTo>
                  <a:pt x="144703" y="3162300"/>
                </a:lnTo>
                <a:lnTo>
                  <a:pt x="133121" y="3213100"/>
                </a:lnTo>
                <a:lnTo>
                  <a:pt x="122008" y="3251200"/>
                </a:lnTo>
                <a:lnTo>
                  <a:pt x="111353" y="3302000"/>
                </a:lnTo>
                <a:lnTo>
                  <a:pt x="101180" y="3340100"/>
                </a:lnTo>
                <a:lnTo>
                  <a:pt x="91478" y="3390900"/>
                </a:lnTo>
                <a:lnTo>
                  <a:pt x="82232" y="3429000"/>
                </a:lnTo>
                <a:lnTo>
                  <a:pt x="73482" y="3479800"/>
                </a:lnTo>
                <a:lnTo>
                  <a:pt x="65201" y="3530600"/>
                </a:lnTo>
                <a:lnTo>
                  <a:pt x="57404" y="3568700"/>
                </a:lnTo>
                <a:lnTo>
                  <a:pt x="50088" y="3619500"/>
                </a:lnTo>
                <a:lnTo>
                  <a:pt x="43256" y="3670300"/>
                </a:lnTo>
                <a:lnTo>
                  <a:pt x="36918" y="3708400"/>
                </a:lnTo>
                <a:lnTo>
                  <a:pt x="31076" y="3759200"/>
                </a:lnTo>
                <a:lnTo>
                  <a:pt x="25730" y="3810000"/>
                </a:lnTo>
                <a:lnTo>
                  <a:pt x="20878" y="3860800"/>
                </a:lnTo>
                <a:lnTo>
                  <a:pt x="16522" y="3898900"/>
                </a:lnTo>
                <a:lnTo>
                  <a:pt x="12674" y="3949700"/>
                </a:lnTo>
                <a:lnTo>
                  <a:pt x="9321" y="4000500"/>
                </a:lnTo>
                <a:lnTo>
                  <a:pt x="6489" y="4051300"/>
                </a:lnTo>
                <a:lnTo>
                  <a:pt x="4152" y="4089400"/>
                </a:lnTo>
                <a:lnTo>
                  <a:pt x="2336" y="4140200"/>
                </a:lnTo>
                <a:lnTo>
                  <a:pt x="1041" y="4191000"/>
                </a:lnTo>
                <a:lnTo>
                  <a:pt x="254" y="4241800"/>
                </a:lnTo>
                <a:lnTo>
                  <a:pt x="0" y="4292600"/>
                </a:lnTo>
                <a:lnTo>
                  <a:pt x="266" y="4343400"/>
                </a:lnTo>
                <a:lnTo>
                  <a:pt x="1041" y="4381500"/>
                </a:lnTo>
                <a:lnTo>
                  <a:pt x="2349" y="4432300"/>
                </a:lnTo>
                <a:lnTo>
                  <a:pt x="4165" y="4483100"/>
                </a:lnTo>
                <a:lnTo>
                  <a:pt x="6502" y="4533900"/>
                </a:lnTo>
                <a:lnTo>
                  <a:pt x="9347" y="4572000"/>
                </a:lnTo>
                <a:lnTo>
                  <a:pt x="12712" y="4622800"/>
                </a:lnTo>
                <a:lnTo>
                  <a:pt x="16573" y="4673600"/>
                </a:lnTo>
                <a:lnTo>
                  <a:pt x="20942" y="4711700"/>
                </a:lnTo>
                <a:lnTo>
                  <a:pt x="25819" y="4762500"/>
                </a:lnTo>
                <a:lnTo>
                  <a:pt x="31191" y="4813300"/>
                </a:lnTo>
                <a:lnTo>
                  <a:pt x="37058" y="4851400"/>
                </a:lnTo>
                <a:lnTo>
                  <a:pt x="43421" y="4902200"/>
                </a:lnTo>
                <a:lnTo>
                  <a:pt x="50279" y="4940300"/>
                </a:lnTo>
                <a:lnTo>
                  <a:pt x="57632" y="4991100"/>
                </a:lnTo>
                <a:lnTo>
                  <a:pt x="65468" y="5041900"/>
                </a:lnTo>
                <a:lnTo>
                  <a:pt x="73787" y="5080000"/>
                </a:lnTo>
                <a:lnTo>
                  <a:pt x="82588" y="5130800"/>
                </a:lnTo>
                <a:lnTo>
                  <a:pt x="91871" y="5168900"/>
                </a:lnTo>
                <a:lnTo>
                  <a:pt x="101638" y="5219700"/>
                </a:lnTo>
                <a:lnTo>
                  <a:pt x="111874" y="5257800"/>
                </a:lnTo>
                <a:lnTo>
                  <a:pt x="122593" y="5308600"/>
                </a:lnTo>
                <a:lnTo>
                  <a:pt x="133769" y="5346700"/>
                </a:lnTo>
                <a:lnTo>
                  <a:pt x="145415" y="5384800"/>
                </a:lnTo>
                <a:lnTo>
                  <a:pt x="157530" y="5435600"/>
                </a:lnTo>
                <a:lnTo>
                  <a:pt x="170116" y="5473700"/>
                </a:lnTo>
                <a:lnTo>
                  <a:pt x="183146" y="5524500"/>
                </a:lnTo>
                <a:lnTo>
                  <a:pt x="196646" y="5562600"/>
                </a:lnTo>
                <a:lnTo>
                  <a:pt x="210604" y="5600700"/>
                </a:lnTo>
                <a:lnTo>
                  <a:pt x="225005" y="5651500"/>
                </a:lnTo>
                <a:lnTo>
                  <a:pt x="239864" y="5689600"/>
                </a:lnTo>
                <a:lnTo>
                  <a:pt x="255168" y="5727700"/>
                </a:lnTo>
                <a:lnTo>
                  <a:pt x="270916" y="5778500"/>
                </a:lnTo>
                <a:lnTo>
                  <a:pt x="287121" y="5816600"/>
                </a:lnTo>
                <a:lnTo>
                  <a:pt x="303758" y="5854700"/>
                </a:lnTo>
                <a:lnTo>
                  <a:pt x="320827" y="5892800"/>
                </a:lnTo>
                <a:lnTo>
                  <a:pt x="338340" y="5943600"/>
                </a:lnTo>
                <a:lnTo>
                  <a:pt x="356285" y="5981700"/>
                </a:lnTo>
                <a:lnTo>
                  <a:pt x="374662" y="6019800"/>
                </a:lnTo>
                <a:lnTo>
                  <a:pt x="393471" y="6057900"/>
                </a:lnTo>
                <a:lnTo>
                  <a:pt x="412699" y="6096000"/>
                </a:lnTo>
                <a:lnTo>
                  <a:pt x="432358" y="6134100"/>
                </a:lnTo>
                <a:lnTo>
                  <a:pt x="452437" y="6184900"/>
                </a:lnTo>
                <a:lnTo>
                  <a:pt x="472922" y="6223000"/>
                </a:lnTo>
                <a:lnTo>
                  <a:pt x="493839" y="6261100"/>
                </a:lnTo>
                <a:lnTo>
                  <a:pt x="515162" y="6299200"/>
                </a:lnTo>
                <a:lnTo>
                  <a:pt x="536905" y="6337300"/>
                </a:lnTo>
                <a:lnTo>
                  <a:pt x="559054" y="6375400"/>
                </a:lnTo>
                <a:lnTo>
                  <a:pt x="581609" y="6413500"/>
                </a:lnTo>
                <a:lnTo>
                  <a:pt x="604570" y="6451600"/>
                </a:lnTo>
                <a:lnTo>
                  <a:pt x="627926" y="6489700"/>
                </a:lnTo>
                <a:lnTo>
                  <a:pt x="651687" y="6527800"/>
                </a:lnTo>
                <a:lnTo>
                  <a:pt x="675843" y="6553200"/>
                </a:lnTo>
                <a:lnTo>
                  <a:pt x="700392" y="6591300"/>
                </a:lnTo>
                <a:lnTo>
                  <a:pt x="725335" y="6629400"/>
                </a:lnTo>
                <a:lnTo>
                  <a:pt x="750671" y="6667500"/>
                </a:lnTo>
                <a:lnTo>
                  <a:pt x="776389" y="6705600"/>
                </a:lnTo>
                <a:lnTo>
                  <a:pt x="802487" y="6743700"/>
                </a:lnTo>
                <a:lnTo>
                  <a:pt x="828979" y="6769100"/>
                </a:lnTo>
                <a:lnTo>
                  <a:pt x="855840" y="6807200"/>
                </a:lnTo>
                <a:lnTo>
                  <a:pt x="883094" y="6845300"/>
                </a:lnTo>
                <a:lnTo>
                  <a:pt x="910704" y="6883400"/>
                </a:lnTo>
                <a:lnTo>
                  <a:pt x="938695" y="6908800"/>
                </a:lnTo>
                <a:lnTo>
                  <a:pt x="967054" y="6946900"/>
                </a:lnTo>
                <a:lnTo>
                  <a:pt x="995781" y="6972300"/>
                </a:lnTo>
                <a:lnTo>
                  <a:pt x="1024877" y="7010400"/>
                </a:lnTo>
                <a:lnTo>
                  <a:pt x="1054341" y="7048500"/>
                </a:lnTo>
                <a:lnTo>
                  <a:pt x="1084148" y="7073900"/>
                </a:lnTo>
                <a:lnTo>
                  <a:pt x="1114323" y="7112000"/>
                </a:lnTo>
                <a:lnTo>
                  <a:pt x="1144854" y="7137400"/>
                </a:lnTo>
                <a:lnTo>
                  <a:pt x="1175740" y="7175500"/>
                </a:lnTo>
                <a:lnTo>
                  <a:pt x="1206969" y="7200900"/>
                </a:lnTo>
                <a:lnTo>
                  <a:pt x="1238542" y="7239000"/>
                </a:lnTo>
                <a:lnTo>
                  <a:pt x="1302740" y="7289800"/>
                </a:lnTo>
                <a:lnTo>
                  <a:pt x="1335354" y="7327900"/>
                </a:lnTo>
                <a:lnTo>
                  <a:pt x="1401572" y="7378700"/>
                </a:lnTo>
                <a:lnTo>
                  <a:pt x="1435188" y="7416800"/>
                </a:lnTo>
                <a:lnTo>
                  <a:pt x="1469136" y="7442200"/>
                </a:lnTo>
                <a:lnTo>
                  <a:pt x="1538008" y="7493000"/>
                </a:lnTo>
                <a:lnTo>
                  <a:pt x="1572933" y="7531100"/>
                </a:lnTo>
                <a:lnTo>
                  <a:pt x="1679613" y="7607300"/>
                </a:lnTo>
                <a:lnTo>
                  <a:pt x="1789125" y="7683500"/>
                </a:lnTo>
                <a:lnTo>
                  <a:pt x="1901380" y="7759700"/>
                </a:lnTo>
                <a:lnTo>
                  <a:pt x="2016328" y="7835900"/>
                </a:lnTo>
                <a:lnTo>
                  <a:pt x="2055228" y="7848600"/>
                </a:lnTo>
                <a:lnTo>
                  <a:pt x="2173655" y="7924800"/>
                </a:lnTo>
                <a:lnTo>
                  <a:pt x="2213699" y="7937500"/>
                </a:lnTo>
                <a:lnTo>
                  <a:pt x="2294623" y="7988300"/>
                </a:lnTo>
                <a:lnTo>
                  <a:pt x="2335492" y="8001000"/>
                </a:lnTo>
                <a:lnTo>
                  <a:pt x="2376640" y="8026400"/>
                </a:lnTo>
                <a:lnTo>
                  <a:pt x="2418054" y="8039100"/>
                </a:lnTo>
                <a:lnTo>
                  <a:pt x="2459736" y="8064500"/>
                </a:lnTo>
                <a:lnTo>
                  <a:pt x="2501684" y="8077200"/>
                </a:lnTo>
                <a:lnTo>
                  <a:pt x="2543886" y="8102600"/>
                </a:lnTo>
                <a:lnTo>
                  <a:pt x="2586355" y="8115300"/>
                </a:lnTo>
                <a:lnTo>
                  <a:pt x="2629077" y="8140700"/>
                </a:lnTo>
                <a:lnTo>
                  <a:pt x="2715285" y="8166100"/>
                </a:lnTo>
                <a:lnTo>
                  <a:pt x="2758770" y="8191500"/>
                </a:lnTo>
                <a:lnTo>
                  <a:pt x="2890672" y="8229600"/>
                </a:lnTo>
                <a:lnTo>
                  <a:pt x="2935135" y="8255000"/>
                </a:lnTo>
                <a:lnTo>
                  <a:pt x="3345599" y="8369300"/>
                </a:lnTo>
                <a:lnTo>
                  <a:pt x="3392322" y="8369300"/>
                </a:lnTo>
                <a:lnTo>
                  <a:pt x="3533737" y="8407400"/>
                </a:lnTo>
                <a:lnTo>
                  <a:pt x="3581285" y="8407400"/>
                </a:lnTo>
                <a:lnTo>
                  <a:pt x="3677005" y="8432800"/>
                </a:lnTo>
                <a:lnTo>
                  <a:pt x="3725151" y="8432800"/>
                </a:lnTo>
                <a:lnTo>
                  <a:pt x="3773500" y="8445500"/>
                </a:lnTo>
                <a:lnTo>
                  <a:pt x="3822052" y="8445500"/>
                </a:lnTo>
                <a:lnTo>
                  <a:pt x="3870782" y="8458200"/>
                </a:lnTo>
                <a:lnTo>
                  <a:pt x="3919702" y="8458200"/>
                </a:lnTo>
                <a:lnTo>
                  <a:pt x="3968813" y="8470900"/>
                </a:lnTo>
                <a:lnTo>
                  <a:pt x="4067581" y="8470900"/>
                </a:lnTo>
                <a:lnTo>
                  <a:pt x="4117225" y="8483600"/>
                </a:lnTo>
                <a:lnTo>
                  <a:pt x="4811649" y="8483600"/>
                </a:lnTo>
                <a:lnTo>
                  <a:pt x="4859934" y="8470900"/>
                </a:lnTo>
                <a:lnTo>
                  <a:pt x="4956060" y="8470900"/>
                </a:lnTo>
                <a:lnTo>
                  <a:pt x="5003889" y="8458200"/>
                </a:lnTo>
                <a:lnTo>
                  <a:pt x="5051552" y="8458200"/>
                </a:lnTo>
                <a:lnTo>
                  <a:pt x="5099062" y="8445500"/>
                </a:lnTo>
                <a:lnTo>
                  <a:pt x="5146408" y="8445500"/>
                </a:lnTo>
                <a:lnTo>
                  <a:pt x="5193576" y="8432800"/>
                </a:lnTo>
                <a:lnTo>
                  <a:pt x="5240579" y="8432800"/>
                </a:lnTo>
                <a:lnTo>
                  <a:pt x="5287416" y="8420100"/>
                </a:lnTo>
                <a:lnTo>
                  <a:pt x="5334063" y="8420100"/>
                </a:lnTo>
                <a:lnTo>
                  <a:pt x="5426849" y="8394700"/>
                </a:lnTo>
                <a:lnTo>
                  <a:pt x="5472963" y="8394700"/>
                </a:lnTo>
                <a:lnTo>
                  <a:pt x="6097917" y="8216900"/>
                </a:lnTo>
                <a:lnTo>
                  <a:pt x="6140970" y="8191500"/>
                </a:lnTo>
                <a:lnTo>
                  <a:pt x="6268796" y="8153400"/>
                </a:lnTo>
                <a:lnTo>
                  <a:pt x="6310947" y="8128000"/>
                </a:lnTo>
                <a:lnTo>
                  <a:pt x="6352857" y="8115300"/>
                </a:lnTo>
                <a:lnTo>
                  <a:pt x="6394539" y="8089900"/>
                </a:lnTo>
                <a:lnTo>
                  <a:pt x="6477165" y="8064500"/>
                </a:lnTo>
                <a:lnTo>
                  <a:pt x="6518110" y="8039100"/>
                </a:lnTo>
                <a:lnTo>
                  <a:pt x="6558813" y="8013700"/>
                </a:lnTo>
                <a:lnTo>
                  <a:pt x="6599263" y="8001000"/>
                </a:lnTo>
                <a:lnTo>
                  <a:pt x="6639458" y="7975600"/>
                </a:lnTo>
                <a:lnTo>
                  <a:pt x="6679400" y="7962900"/>
                </a:lnTo>
                <a:lnTo>
                  <a:pt x="6758508" y="7912100"/>
                </a:lnTo>
                <a:lnTo>
                  <a:pt x="6797675" y="7899400"/>
                </a:lnTo>
                <a:lnTo>
                  <a:pt x="6951624" y="7797800"/>
                </a:lnTo>
                <a:lnTo>
                  <a:pt x="6989432" y="7785100"/>
                </a:lnTo>
                <a:lnTo>
                  <a:pt x="7101154" y="7708900"/>
                </a:lnTo>
                <a:lnTo>
                  <a:pt x="7210311" y="7632700"/>
                </a:lnTo>
                <a:lnTo>
                  <a:pt x="7316813" y="7556500"/>
                </a:lnTo>
                <a:lnTo>
                  <a:pt x="7351700" y="7518400"/>
                </a:lnTo>
                <a:lnTo>
                  <a:pt x="7420584" y="7467600"/>
                </a:lnTo>
                <a:lnTo>
                  <a:pt x="7488225" y="7416800"/>
                </a:lnTo>
                <a:lnTo>
                  <a:pt x="7521575" y="7378700"/>
                </a:lnTo>
                <a:lnTo>
                  <a:pt x="7587323" y="7327900"/>
                </a:lnTo>
                <a:lnTo>
                  <a:pt x="7619708" y="7289800"/>
                </a:lnTo>
                <a:lnTo>
                  <a:pt x="7651775" y="7264400"/>
                </a:lnTo>
                <a:lnTo>
                  <a:pt x="7683513" y="7226300"/>
                </a:lnTo>
                <a:lnTo>
                  <a:pt x="7745984" y="7175500"/>
                </a:lnTo>
                <a:lnTo>
                  <a:pt x="7776718" y="7137400"/>
                </a:lnTo>
                <a:lnTo>
                  <a:pt x="7807122" y="7112000"/>
                </a:lnTo>
                <a:lnTo>
                  <a:pt x="7837170" y="7073900"/>
                </a:lnTo>
                <a:lnTo>
                  <a:pt x="7866888" y="7035800"/>
                </a:lnTo>
                <a:lnTo>
                  <a:pt x="7896250" y="7010400"/>
                </a:lnTo>
                <a:lnTo>
                  <a:pt x="7925270" y="6972300"/>
                </a:lnTo>
                <a:lnTo>
                  <a:pt x="7953934" y="6946900"/>
                </a:lnTo>
                <a:lnTo>
                  <a:pt x="7982242" y="6908800"/>
                </a:lnTo>
                <a:lnTo>
                  <a:pt x="8010195" y="6870700"/>
                </a:lnTo>
                <a:lnTo>
                  <a:pt x="8037792" y="6845300"/>
                </a:lnTo>
                <a:lnTo>
                  <a:pt x="8065033" y="6807200"/>
                </a:lnTo>
                <a:lnTo>
                  <a:pt x="8091894" y="6769100"/>
                </a:lnTo>
                <a:lnTo>
                  <a:pt x="8118399" y="6731000"/>
                </a:lnTo>
                <a:lnTo>
                  <a:pt x="8144535" y="6705600"/>
                </a:lnTo>
                <a:lnTo>
                  <a:pt x="8170291" y="6667500"/>
                </a:lnTo>
                <a:lnTo>
                  <a:pt x="8195678" y="6629400"/>
                </a:lnTo>
                <a:lnTo>
                  <a:pt x="8220684" y="6591300"/>
                </a:lnTo>
                <a:lnTo>
                  <a:pt x="8245322" y="6553200"/>
                </a:lnTo>
                <a:lnTo>
                  <a:pt x="8269567" y="6515100"/>
                </a:lnTo>
                <a:lnTo>
                  <a:pt x="8293430" y="6477000"/>
                </a:lnTo>
                <a:lnTo>
                  <a:pt x="8316900" y="6438900"/>
                </a:lnTo>
                <a:lnTo>
                  <a:pt x="8339976" y="6400800"/>
                </a:lnTo>
                <a:lnTo>
                  <a:pt x="8362670" y="6362700"/>
                </a:lnTo>
                <a:lnTo>
                  <a:pt x="8384959" y="6324600"/>
                </a:lnTo>
                <a:lnTo>
                  <a:pt x="8406866" y="6286500"/>
                </a:lnTo>
                <a:lnTo>
                  <a:pt x="8428355" y="6248400"/>
                </a:lnTo>
                <a:lnTo>
                  <a:pt x="8449450" y="6210300"/>
                </a:lnTo>
                <a:lnTo>
                  <a:pt x="8470138" y="6172200"/>
                </a:lnTo>
                <a:lnTo>
                  <a:pt x="8490420" y="6134100"/>
                </a:lnTo>
                <a:lnTo>
                  <a:pt x="8510283" y="6096000"/>
                </a:lnTo>
                <a:lnTo>
                  <a:pt x="8529739" y="6057900"/>
                </a:lnTo>
                <a:lnTo>
                  <a:pt x="8548776" y="6007100"/>
                </a:lnTo>
                <a:lnTo>
                  <a:pt x="8567395" y="5969000"/>
                </a:lnTo>
                <a:lnTo>
                  <a:pt x="8585581" y="5930900"/>
                </a:lnTo>
                <a:lnTo>
                  <a:pt x="8603361" y="5892800"/>
                </a:lnTo>
                <a:lnTo>
                  <a:pt x="8620709" y="5842000"/>
                </a:lnTo>
                <a:lnTo>
                  <a:pt x="8637626" y="5803900"/>
                </a:lnTo>
                <a:lnTo>
                  <a:pt x="8654110" y="5765800"/>
                </a:lnTo>
                <a:lnTo>
                  <a:pt x="8670163" y="5715000"/>
                </a:lnTo>
                <a:lnTo>
                  <a:pt x="8685771" y="5676900"/>
                </a:lnTo>
                <a:lnTo>
                  <a:pt x="8700948" y="5638800"/>
                </a:lnTo>
                <a:lnTo>
                  <a:pt x="8715680" y="5588000"/>
                </a:lnTo>
                <a:lnTo>
                  <a:pt x="8729967" y="5549900"/>
                </a:lnTo>
                <a:lnTo>
                  <a:pt x="8743810" y="5511800"/>
                </a:lnTo>
                <a:lnTo>
                  <a:pt x="8757196" y="5461000"/>
                </a:lnTo>
                <a:lnTo>
                  <a:pt x="8770137" y="5422900"/>
                </a:lnTo>
                <a:lnTo>
                  <a:pt x="8782609" y="5372100"/>
                </a:lnTo>
                <a:lnTo>
                  <a:pt x="8794636" y="5334000"/>
                </a:lnTo>
                <a:lnTo>
                  <a:pt x="8806205" y="5283200"/>
                </a:lnTo>
                <a:lnTo>
                  <a:pt x="8817305" y="5245100"/>
                </a:lnTo>
                <a:lnTo>
                  <a:pt x="8827935" y="5194300"/>
                </a:lnTo>
                <a:lnTo>
                  <a:pt x="8838108" y="5156200"/>
                </a:lnTo>
                <a:lnTo>
                  <a:pt x="8847798" y="5105400"/>
                </a:lnTo>
                <a:lnTo>
                  <a:pt x="8857031" y="5054600"/>
                </a:lnTo>
                <a:lnTo>
                  <a:pt x="8865781" y="5016500"/>
                </a:lnTo>
                <a:lnTo>
                  <a:pt x="8874049" y="4965700"/>
                </a:lnTo>
                <a:lnTo>
                  <a:pt x="8881834" y="4914900"/>
                </a:lnTo>
                <a:lnTo>
                  <a:pt x="8889136" y="4876800"/>
                </a:lnTo>
                <a:lnTo>
                  <a:pt x="8895956" y="4826000"/>
                </a:lnTo>
                <a:lnTo>
                  <a:pt x="8902281" y="4775200"/>
                </a:lnTo>
                <a:lnTo>
                  <a:pt x="8908123" y="4737100"/>
                </a:lnTo>
                <a:lnTo>
                  <a:pt x="8913470" y="4686300"/>
                </a:lnTo>
                <a:lnTo>
                  <a:pt x="8918308" y="4635500"/>
                </a:lnTo>
                <a:lnTo>
                  <a:pt x="8922664" y="4584700"/>
                </a:lnTo>
                <a:lnTo>
                  <a:pt x="8926512" y="4546600"/>
                </a:lnTo>
                <a:lnTo>
                  <a:pt x="8929853" y="4495800"/>
                </a:lnTo>
                <a:lnTo>
                  <a:pt x="8932685" y="4445000"/>
                </a:lnTo>
                <a:lnTo>
                  <a:pt x="8935009" y="4394200"/>
                </a:lnTo>
                <a:lnTo>
                  <a:pt x="8936825" y="4343400"/>
                </a:lnTo>
                <a:lnTo>
                  <a:pt x="8938120" y="4292600"/>
                </a:lnTo>
                <a:lnTo>
                  <a:pt x="8938895" y="4254500"/>
                </a:lnTo>
                <a:lnTo>
                  <a:pt x="8939162" y="4203700"/>
                </a:lnTo>
                <a:close/>
              </a:path>
              <a:path w="13279119" h="8489315">
                <a:moveTo>
                  <a:pt x="13278879" y="2814586"/>
                </a:moveTo>
                <a:lnTo>
                  <a:pt x="12790996" y="3445167"/>
                </a:lnTo>
                <a:lnTo>
                  <a:pt x="12741364" y="3445167"/>
                </a:lnTo>
                <a:lnTo>
                  <a:pt x="10790796" y="780389"/>
                </a:lnTo>
                <a:lnTo>
                  <a:pt x="10756519" y="735418"/>
                </a:lnTo>
                <a:lnTo>
                  <a:pt x="10727957" y="695109"/>
                </a:lnTo>
                <a:lnTo>
                  <a:pt x="10705694" y="659104"/>
                </a:lnTo>
                <a:lnTo>
                  <a:pt x="10690314" y="627087"/>
                </a:lnTo>
                <a:lnTo>
                  <a:pt x="10682402" y="598716"/>
                </a:lnTo>
                <a:lnTo>
                  <a:pt x="10682542" y="573671"/>
                </a:lnTo>
                <a:lnTo>
                  <a:pt x="10709364" y="532168"/>
                </a:lnTo>
                <a:lnTo>
                  <a:pt x="10775467" y="499935"/>
                </a:lnTo>
                <a:lnTo>
                  <a:pt x="10824718" y="486460"/>
                </a:lnTo>
                <a:lnTo>
                  <a:pt x="10885551" y="474306"/>
                </a:lnTo>
                <a:lnTo>
                  <a:pt x="11717274" y="331190"/>
                </a:lnTo>
                <a:lnTo>
                  <a:pt x="11717274" y="1295"/>
                </a:lnTo>
                <a:lnTo>
                  <a:pt x="7834198" y="1295"/>
                </a:lnTo>
                <a:lnTo>
                  <a:pt x="7834198" y="331190"/>
                </a:lnTo>
                <a:lnTo>
                  <a:pt x="8564956" y="497420"/>
                </a:lnTo>
                <a:lnTo>
                  <a:pt x="8614702" y="511187"/>
                </a:lnTo>
                <a:lnTo>
                  <a:pt x="8663318" y="526199"/>
                </a:lnTo>
                <a:lnTo>
                  <a:pt x="8710816" y="542556"/>
                </a:lnTo>
                <a:lnTo>
                  <a:pt x="8757196" y="560349"/>
                </a:lnTo>
                <a:lnTo>
                  <a:pt x="8802459" y="579704"/>
                </a:lnTo>
                <a:lnTo>
                  <a:pt x="8846591" y="600710"/>
                </a:lnTo>
                <a:lnTo>
                  <a:pt x="8889594" y="623468"/>
                </a:lnTo>
                <a:lnTo>
                  <a:pt x="8931478" y="648068"/>
                </a:lnTo>
                <a:lnTo>
                  <a:pt x="8972245" y="674624"/>
                </a:lnTo>
                <a:lnTo>
                  <a:pt x="9011882" y="703237"/>
                </a:lnTo>
                <a:lnTo>
                  <a:pt x="9050401" y="734009"/>
                </a:lnTo>
                <a:lnTo>
                  <a:pt x="9087777" y="767041"/>
                </a:lnTo>
                <a:lnTo>
                  <a:pt x="9124036" y="802424"/>
                </a:lnTo>
                <a:lnTo>
                  <a:pt x="9159176" y="840270"/>
                </a:lnTo>
                <a:lnTo>
                  <a:pt x="9193174" y="880681"/>
                </a:lnTo>
                <a:lnTo>
                  <a:pt x="11864531" y="4358894"/>
                </a:lnTo>
                <a:lnTo>
                  <a:pt x="9226055" y="7611059"/>
                </a:lnTo>
                <a:lnTo>
                  <a:pt x="9193174" y="7650175"/>
                </a:lnTo>
                <a:lnTo>
                  <a:pt x="9159126" y="7686535"/>
                </a:lnTo>
                <a:lnTo>
                  <a:pt x="9123883" y="7720292"/>
                </a:lnTo>
                <a:lnTo>
                  <a:pt x="9087396" y="7751610"/>
                </a:lnTo>
                <a:lnTo>
                  <a:pt x="9049639" y="7780617"/>
                </a:lnTo>
                <a:lnTo>
                  <a:pt x="9010574" y="7807490"/>
                </a:lnTo>
                <a:lnTo>
                  <a:pt x="8970175" y="7832369"/>
                </a:lnTo>
                <a:lnTo>
                  <a:pt x="8928379" y="7855407"/>
                </a:lnTo>
                <a:lnTo>
                  <a:pt x="8885187" y="7876768"/>
                </a:lnTo>
                <a:lnTo>
                  <a:pt x="8840533" y="7896593"/>
                </a:lnTo>
                <a:lnTo>
                  <a:pt x="8794394" y="7915034"/>
                </a:lnTo>
                <a:lnTo>
                  <a:pt x="8746731" y="7932242"/>
                </a:lnTo>
                <a:lnTo>
                  <a:pt x="8697519" y="7948384"/>
                </a:lnTo>
                <a:lnTo>
                  <a:pt x="8646706" y="7963598"/>
                </a:lnTo>
                <a:lnTo>
                  <a:pt x="8594268" y="7978038"/>
                </a:lnTo>
                <a:lnTo>
                  <a:pt x="8540166" y="7991869"/>
                </a:lnTo>
                <a:lnTo>
                  <a:pt x="7759243" y="8156232"/>
                </a:lnTo>
                <a:lnTo>
                  <a:pt x="7759243" y="8488947"/>
                </a:lnTo>
                <a:lnTo>
                  <a:pt x="10910392" y="8488947"/>
                </a:lnTo>
                <a:lnTo>
                  <a:pt x="10910392" y="8156232"/>
                </a:lnTo>
                <a:lnTo>
                  <a:pt x="10061638" y="7978661"/>
                </a:lnTo>
                <a:lnTo>
                  <a:pt x="10009289" y="7964818"/>
                </a:lnTo>
                <a:lnTo>
                  <a:pt x="9969894" y="7949705"/>
                </a:lnTo>
                <a:lnTo>
                  <a:pt x="9942690" y="7932699"/>
                </a:lnTo>
                <a:lnTo>
                  <a:pt x="9926930" y="7913154"/>
                </a:lnTo>
                <a:lnTo>
                  <a:pt x="9921862" y="7890421"/>
                </a:lnTo>
                <a:lnTo>
                  <a:pt x="9926714" y="7863878"/>
                </a:lnTo>
                <a:lnTo>
                  <a:pt x="9940747" y="7832890"/>
                </a:lnTo>
                <a:lnTo>
                  <a:pt x="9963188" y="7796797"/>
                </a:lnTo>
                <a:lnTo>
                  <a:pt x="9993312" y="7754988"/>
                </a:lnTo>
                <a:lnTo>
                  <a:pt x="10030333" y="7706804"/>
                </a:lnTo>
                <a:lnTo>
                  <a:pt x="12203189" y="4832159"/>
                </a:lnTo>
                <a:lnTo>
                  <a:pt x="12251157" y="4832159"/>
                </a:lnTo>
                <a:lnTo>
                  <a:pt x="13278879" y="6220853"/>
                </a:lnTo>
                <a:lnTo>
                  <a:pt x="13278879" y="4832159"/>
                </a:lnTo>
                <a:lnTo>
                  <a:pt x="13278879" y="4103446"/>
                </a:lnTo>
                <a:lnTo>
                  <a:pt x="13134188" y="3915118"/>
                </a:lnTo>
                <a:lnTo>
                  <a:pt x="13278879" y="3740048"/>
                </a:lnTo>
                <a:lnTo>
                  <a:pt x="13278879" y="3445167"/>
                </a:lnTo>
                <a:lnTo>
                  <a:pt x="13278879" y="28145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13858" y="4953000"/>
            <a:ext cx="10134600" cy="2471638"/>
          </a:xfrm>
        </p:spPr>
        <p:txBody>
          <a:bodyPr anchor="b"/>
          <a:lstStyle>
            <a:lvl1pPr algn="l" defTabSz="1828800" rtl="0" eaLnBrk="1" latinLnBrk="0" hangingPunct="1">
              <a:lnSpc>
                <a:spcPts val="7800"/>
              </a:lnSpc>
              <a:spcBef>
                <a:spcPct val="0"/>
              </a:spcBef>
              <a:buNone/>
              <a:defRPr lang="en-US" sz="6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90A99-E5ED-64CB-EE5B-3D291181AA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F9636-13E4-43A0-8806-7B38CCEAC825}" type="slidenum">
              <a:rPr lang="en-GB" smtClean="0"/>
              <a:t>‹#›</a:t>
            </a:fld>
            <a:endParaRPr lang="en-GB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B03FA803-B791-B7B1-ABA8-5B7E87BCBA63}"/>
              </a:ext>
            </a:extLst>
          </p:cNvPr>
          <p:cNvGrpSpPr>
            <a:grpSpLocks/>
          </p:cNvGrpSpPr>
          <p:nvPr userDrawn="1"/>
        </p:nvGrpSpPr>
        <p:grpSpPr>
          <a:xfrm>
            <a:off x="2046286" y="1480346"/>
            <a:ext cx="1618454" cy="1618454"/>
            <a:chOff x="1675341" y="756689"/>
            <a:chExt cx="2275205" cy="2272030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A426DE64-1080-0319-2090-7B2E92BDEE6C}"/>
                </a:ext>
              </a:extLst>
            </p:cNvPr>
            <p:cNvSpPr/>
            <p:nvPr/>
          </p:nvSpPr>
          <p:spPr>
            <a:xfrm>
              <a:off x="1675341" y="756689"/>
              <a:ext cx="2275205" cy="2272030"/>
            </a:xfrm>
            <a:custGeom>
              <a:avLst/>
              <a:gdLst/>
              <a:ahLst/>
              <a:cxnLst/>
              <a:rect l="l" t="t" r="r" b="b"/>
              <a:pathLst>
                <a:path w="2275204" h="2272030">
                  <a:moveTo>
                    <a:pt x="2274988" y="0"/>
                  </a:moveTo>
                  <a:lnTo>
                    <a:pt x="0" y="0"/>
                  </a:lnTo>
                  <a:lnTo>
                    <a:pt x="0" y="2271417"/>
                  </a:lnTo>
                  <a:lnTo>
                    <a:pt x="2274988" y="2271417"/>
                  </a:lnTo>
                  <a:lnTo>
                    <a:pt x="22749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6C515EA6-CA2E-6090-8E86-9CCD2592F93B}"/>
                </a:ext>
              </a:extLst>
            </p:cNvPr>
            <p:cNvSpPr/>
            <p:nvPr/>
          </p:nvSpPr>
          <p:spPr>
            <a:xfrm>
              <a:off x="1695006" y="774583"/>
              <a:ext cx="2235835" cy="2235835"/>
            </a:xfrm>
            <a:custGeom>
              <a:avLst/>
              <a:gdLst/>
              <a:ahLst/>
              <a:cxnLst/>
              <a:rect l="l" t="t" r="r" b="b"/>
              <a:pathLst>
                <a:path w="2235835" h="2235835">
                  <a:moveTo>
                    <a:pt x="2235638" y="0"/>
                  </a:moveTo>
                  <a:lnTo>
                    <a:pt x="0" y="0"/>
                  </a:lnTo>
                  <a:lnTo>
                    <a:pt x="0" y="2235649"/>
                  </a:lnTo>
                  <a:lnTo>
                    <a:pt x="2235638" y="2235649"/>
                  </a:lnTo>
                  <a:lnTo>
                    <a:pt x="2235638" y="0"/>
                  </a:lnTo>
                  <a:close/>
                </a:path>
              </a:pathLst>
            </a:custGeom>
            <a:solidFill>
              <a:srgbClr val="002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7">
              <a:extLst>
                <a:ext uri="{FF2B5EF4-FFF2-40B4-BE49-F238E27FC236}">
                  <a16:creationId xmlns:a16="http://schemas.microsoft.com/office/drawing/2014/main" id="{6D645569-6F14-E4BC-3F75-E1F105580D9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3232" y="2234279"/>
              <a:ext cx="97546" cy="136760"/>
            </a:xfrm>
            <a:prstGeom prst="rect">
              <a:avLst/>
            </a:prstGeom>
          </p:spPr>
        </p:pic>
        <p:pic>
          <p:nvPicPr>
            <p:cNvPr id="14" name="object 8">
              <a:extLst>
                <a:ext uri="{FF2B5EF4-FFF2-40B4-BE49-F238E27FC236}">
                  <a16:creationId xmlns:a16="http://schemas.microsoft.com/office/drawing/2014/main" id="{A39B995B-F39E-27BD-363C-1777D502B01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0611" y="2234280"/>
              <a:ext cx="97337" cy="134142"/>
            </a:xfrm>
            <a:prstGeom prst="rect">
              <a:avLst/>
            </a:prstGeom>
          </p:spPr>
        </p:pic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AE3B692D-29EB-CE7D-E01D-F3A324EE96BA}"/>
                </a:ext>
              </a:extLst>
            </p:cNvPr>
            <p:cNvSpPr/>
            <p:nvPr/>
          </p:nvSpPr>
          <p:spPr>
            <a:xfrm>
              <a:off x="221206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0">
              <a:extLst>
                <a:ext uri="{FF2B5EF4-FFF2-40B4-BE49-F238E27FC236}">
                  <a16:creationId xmlns:a16="http://schemas.microsoft.com/office/drawing/2014/main" id="{71021EEB-52BA-1541-D234-4C44D14285A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4586" y="2234280"/>
              <a:ext cx="113221" cy="134142"/>
            </a:xfrm>
            <a:prstGeom prst="rect">
              <a:avLst/>
            </a:prstGeom>
          </p:spPr>
        </p:pic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69138D6A-7756-177E-E849-ED37B6093FFF}"/>
                </a:ext>
              </a:extLst>
            </p:cNvPr>
            <p:cNvSpPr/>
            <p:nvPr/>
          </p:nvSpPr>
          <p:spPr>
            <a:xfrm>
              <a:off x="2412962" y="2233808"/>
              <a:ext cx="76200" cy="134620"/>
            </a:xfrm>
            <a:custGeom>
              <a:avLst/>
              <a:gdLst/>
              <a:ahLst/>
              <a:cxnLst/>
              <a:rect l="l" t="t" r="r" b="b"/>
              <a:pathLst>
                <a:path w="76200" h="134619">
                  <a:moveTo>
                    <a:pt x="75819" y="119380"/>
                  </a:moveTo>
                  <a:lnTo>
                    <a:pt x="17691" y="119380"/>
                  </a:lnTo>
                  <a:lnTo>
                    <a:pt x="17691" y="72390"/>
                  </a:lnTo>
                  <a:lnTo>
                    <a:pt x="70789" y="72390"/>
                  </a:lnTo>
                  <a:lnTo>
                    <a:pt x="70789" y="57150"/>
                  </a:lnTo>
                  <a:lnTo>
                    <a:pt x="17691" y="57150"/>
                  </a:lnTo>
                  <a:lnTo>
                    <a:pt x="17691" y="15240"/>
                  </a:lnTo>
                  <a:lnTo>
                    <a:pt x="74218" y="15240"/>
                  </a:lnTo>
                  <a:lnTo>
                    <a:pt x="74218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57150"/>
                  </a:lnTo>
                  <a:lnTo>
                    <a:pt x="0" y="72390"/>
                  </a:lnTo>
                  <a:lnTo>
                    <a:pt x="0" y="119380"/>
                  </a:lnTo>
                  <a:lnTo>
                    <a:pt x="0" y="134620"/>
                  </a:lnTo>
                  <a:lnTo>
                    <a:pt x="75819" y="134620"/>
                  </a:lnTo>
                  <a:lnTo>
                    <a:pt x="75819" y="1193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2">
              <a:extLst>
                <a:ext uri="{FF2B5EF4-FFF2-40B4-BE49-F238E27FC236}">
                  <a16:creationId xmlns:a16="http://schemas.microsoft.com/office/drawing/2014/main" id="{90B7EEC8-034C-4B92-6303-FC4538F9F7E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0110" y="2234284"/>
              <a:ext cx="92311" cy="134142"/>
            </a:xfrm>
            <a:prstGeom prst="rect">
              <a:avLst/>
            </a:prstGeom>
          </p:spPr>
        </p:pic>
        <p:pic>
          <p:nvPicPr>
            <p:cNvPr id="19" name="object 13">
              <a:extLst>
                <a:ext uri="{FF2B5EF4-FFF2-40B4-BE49-F238E27FC236}">
                  <a16:creationId xmlns:a16="http://schemas.microsoft.com/office/drawing/2014/main" id="{0F97E431-C979-CE02-1D3A-D1DD3A8578E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0302" y="2231664"/>
              <a:ext cx="85264" cy="139576"/>
            </a:xfrm>
            <a:prstGeom prst="rect">
              <a:avLst/>
            </a:prstGeom>
          </p:spPr>
        </p:pic>
        <p:sp>
          <p:nvSpPr>
            <p:cNvPr id="20" name="object 14">
              <a:extLst>
                <a:ext uri="{FF2B5EF4-FFF2-40B4-BE49-F238E27FC236}">
                  <a16:creationId xmlns:a16="http://schemas.microsoft.com/office/drawing/2014/main" id="{F71D474F-1E42-00F9-1312-FC7FE26A24A7}"/>
                </a:ext>
              </a:extLst>
            </p:cNvPr>
            <p:cNvSpPr/>
            <p:nvPr/>
          </p:nvSpPr>
          <p:spPr>
            <a:xfrm>
              <a:off x="277797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15">
              <a:extLst>
                <a:ext uri="{FF2B5EF4-FFF2-40B4-BE49-F238E27FC236}">
                  <a16:creationId xmlns:a16="http://schemas.microsoft.com/office/drawing/2014/main" id="{D9083D48-C7B6-9A5B-CC68-761C6C9F83D9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0980" y="2233925"/>
              <a:ext cx="217271" cy="134620"/>
            </a:xfrm>
            <a:prstGeom prst="rect">
              <a:avLst/>
            </a:prstGeom>
          </p:spPr>
        </p:pic>
        <p:pic>
          <p:nvPicPr>
            <p:cNvPr id="22" name="object 16">
              <a:extLst>
                <a:ext uri="{FF2B5EF4-FFF2-40B4-BE49-F238E27FC236}">
                  <a16:creationId xmlns:a16="http://schemas.microsoft.com/office/drawing/2014/main" id="{89ADA4BB-BEAB-99F7-2695-C6B24996FDF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7399" y="2231666"/>
              <a:ext cx="122581" cy="139377"/>
            </a:xfrm>
            <a:prstGeom prst="rect">
              <a:avLst/>
            </a:prstGeom>
          </p:spPr>
        </p:pic>
        <p:pic>
          <p:nvPicPr>
            <p:cNvPr id="23" name="object 17">
              <a:extLst>
                <a:ext uri="{FF2B5EF4-FFF2-40B4-BE49-F238E27FC236}">
                  <a16:creationId xmlns:a16="http://schemas.microsoft.com/office/drawing/2014/main" id="{C9F7550C-ABA0-4B8E-AC3E-3ABB36FF4048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02992" y="2234285"/>
              <a:ext cx="72594" cy="134132"/>
            </a:xfrm>
            <a:prstGeom prst="rect">
              <a:avLst/>
            </a:prstGeom>
          </p:spPr>
        </p:pic>
        <p:sp>
          <p:nvSpPr>
            <p:cNvPr id="24" name="object 18">
              <a:extLst>
                <a:ext uri="{FF2B5EF4-FFF2-40B4-BE49-F238E27FC236}">
                  <a16:creationId xmlns:a16="http://schemas.microsoft.com/office/drawing/2014/main" id="{D02A840B-B76C-F2FB-EBA9-6FCF48DB2F75}"/>
                </a:ext>
              </a:extLst>
            </p:cNvPr>
            <p:cNvSpPr/>
            <p:nvPr/>
          </p:nvSpPr>
          <p:spPr>
            <a:xfrm>
              <a:off x="1887258" y="2487135"/>
              <a:ext cx="1851025" cy="293370"/>
            </a:xfrm>
            <a:custGeom>
              <a:avLst/>
              <a:gdLst/>
              <a:ahLst/>
              <a:cxnLst/>
              <a:rect l="l" t="t" r="r" b="b"/>
              <a:pathLst>
                <a:path w="1851025" h="293369">
                  <a:moveTo>
                    <a:pt x="297827" y="144932"/>
                  </a:moveTo>
                  <a:lnTo>
                    <a:pt x="290436" y="98386"/>
                  </a:lnTo>
                  <a:lnTo>
                    <a:pt x="269697" y="58508"/>
                  </a:lnTo>
                  <a:lnTo>
                    <a:pt x="249885" y="39217"/>
                  </a:lnTo>
                  <a:lnTo>
                    <a:pt x="249885" y="146519"/>
                  </a:lnTo>
                  <a:lnTo>
                    <a:pt x="243865" y="195300"/>
                  </a:lnTo>
                  <a:lnTo>
                    <a:pt x="225425" y="237185"/>
                  </a:lnTo>
                  <a:lnTo>
                    <a:pt x="193979" y="266509"/>
                  </a:lnTo>
                  <a:lnTo>
                    <a:pt x="148920" y="277545"/>
                  </a:lnTo>
                  <a:lnTo>
                    <a:pt x="106260" y="268046"/>
                  </a:lnTo>
                  <a:lnTo>
                    <a:pt x="74599" y="241287"/>
                  </a:lnTo>
                  <a:lnTo>
                    <a:pt x="54889" y="199910"/>
                  </a:lnTo>
                  <a:lnTo>
                    <a:pt x="48107" y="146519"/>
                  </a:lnTo>
                  <a:lnTo>
                    <a:pt x="54114" y="97866"/>
                  </a:lnTo>
                  <a:lnTo>
                    <a:pt x="72529" y="56070"/>
                  </a:lnTo>
                  <a:lnTo>
                    <a:pt x="103924" y="26822"/>
                  </a:lnTo>
                  <a:lnTo>
                    <a:pt x="148920" y="15811"/>
                  </a:lnTo>
                  <a:lnTo>
                    <a:pt x="191655" y="25260"/>
                  </a:lnTo>
                  <a:lnTo>
                    <a:pt x="223367" y="51917"/>
                  </a:lnTo>
                  <a:lnTo>
                    <a:pt x="243090" y="93192"/>
                  </a:lnTo>
                  <a:lnTo>
                    <a:pt x="249885" y="146519"/>
                  </a:lnTo>
                  <a:lnTo>
                    <a:pt x="249885" y="39217"/>
                  </a:lnTo>
                  <a:lnTo>
                    <a:pt x="237769" y="27406"/>
                  </a:lnTo>
                  <a:lnTo>
                    <a:pt x="214249" y="15811"/>
                  </a:lnTo>
                  <a:lnTo>
                    <a:pt x="196799" y="7200"/>
                  </a:lnTo>
                  <a:lnTo>
                    <a:pt x="148920" y="0"/>
                  </a:lnTo>
                  <a:lnTo>
                    <a:pt x="101688" y="7162"/>
                  </a:lnTo>
                  <a:lnTo>
                    <a:pt x="60794" y="27419"/>
                  </a:lnTo>
                  <a:lnTo>
                    <a:pt x="28613" y="58889"/>
                  </a:lnTo>
                  <a:lnTo>
                    <a:pt x="7556" y="99745"/>
                  </a:lnTo>
                  <a:lnTo>
                    <a:pt x="0" y="148107"/>
                  </a:lnTo>
                  <a:lnTo>
                    <a:pt x="7404" y="194652"/>
                  </a:lnTo>
                  <a:lnTo>
                    <a:pt x="28155" y="234530"/>
                  </a:lnTo>
                  <a:lnTo>
                    <a:pt x="60096" y="265645"/>
                  </a:lnTo>
                  <a:lnTo>
                    <a:pt x="101079" y="285864"/>
                  </a:lnTo>
                  <a:lnTo>
                    <a:pt x="148920" y="293065"/>
                  </a:lnTo>
                  <a:lnTo>
                    <a:pt x="196176" y="285915"/>
                  </a:lnTo>
                  <a:lnTo>
                    <a:pt x="213093" y="277545"/>
                  </a:lnTo>
                  <a:lnTo>
                    <a:pt x="237109" y="265645"/>
                  </a:lnTo>
                  <a:lnTo>
                    <a:pt x="269240" y="234200"/>
                  </a:lnTo>
                  <a:lnTo>
                    <a:pt x="290283" y="193332"/>
                  </a:lnTo>
                  <a:lnTo>
                    <a:pt x="297827" y="144932"/>
                  </a:lnTo>
                  <a:close/>
                </a:path>
                <a:path w="1851025" h="293369">
                  <a:moveTo>
                    <a:pt x="616991" y="277533"/>
                  </a:moveTo>
                  <a:lnTo>
                    <a:pt x="576516" y="263029"/>
                  </a:lnTo>
                  <a:lnTo>
                    <a:pt x="481545" y="135674"/>
                  </a:lnTo>
                  <a:lnTo>
                    <a:pt x="562622" y="34023"/>
                  </a:lnTo>
                  <a:lnTo>
                    <a:pt x="609879" y="15811"/>
                  </a:lnTo>
                  <a:lnTo>
                    <a:pt x="609879" y="4787"/>
                  </a:lnTo>
                  <a:lnTo>
                    <a:pt x="508279" y="4787"/>
                  </a:lnTo>
                  <a:lnTo>
                    <a:pt x="508279" y="15811"/>
                  </a:lnTo>
                  <a:lnTo>
                    <a:pt x="540575" y="22936"/>
                  </a:lnTo>
                  <a:lnTo>
                    <a:pt x="540575" y="26098"/>
                  </a:lnTo>
                  <a:lnTo>
                    <a:pt x="470458" y="119964"/>
                  </a:lnTo>
                  <a:lnTo>
                    <a:pt x="468858" y="119964"/>
                  </a:lnTo>
                  <a:lnTo>
                    <a:pt x="405917" y="30835"/>
                  </a:lnTo>
                  <a:lnTo>
                    <a:pt x="401142" y="24498"/>
                  </a:lnTo>
                  <a:lnTo>
                    <a:pt x="400354" y="22148"/>
                  </a:lnTo>
                  <a:lnTo>
                    <a:pt x="435813" y="15811"/>
                  </a:lnTo>
                  <a:lnTo>
                    <a:pt x="435813" y="4787"/>
                  </a:lnTo>
                  <a:lnTo>
                    <a:pt x="310502" y="4787"/>
                  </a:lnTo>
                  <a:lnTo>
                    <a:pt x="310502" y="15811"/>
                  </a:lnTo>
                  <a:lnTo>
                    <a:pt x="334086" y="21374"/>
                  </a:lnTo>
                  <a:lnTo>
                    <a:pt x="340283" y="23482"/>
                  </a:lnTo>
                  <a:lnTo>
                    <a:pt x="345909" y="26416"/>
                  </a:lnTo>
                  <a:lnTo>
                    <a:pt x="350964" y="30391"/>
                  </a:lnTo>
                  <a:lnTo>
                    <a:pt x="355422" y="35636"/>
                  </a:lnTo>
                  <a:lnTo>
                    <a:pt x="440575" y="150533"/>
                  </a:lnTo>
                  <a:lnTo>
                    <a:pt x="355422" y="259295"/>
                  </a:lnTo>
                  <a:lnTo>
                    <a:pt x="308076" y="277533"/>
                  </a:lnTo>
                  <a:lnTo>
                    <a:pt x="308076" y="288671"/>
                  </a:lnTo>
                  <a:lnTo>
                    <a:pt x="409778" y="288671"/>
                  </a:lnTo>
                  <a:lnTo>
                    <a:pt x="409778" y="277533"/>
                  </a:lnTo>
                  <a:lnTo>
                    <a:pt x="384517" y="272046"/>
                  </a:lnTo>
                  <a:lnTo>
                    <a:pt x="375856" y="270433"/>
                  </a:lnTo>
                  <a:lnTo>
                    <a:pt x="376618" y="268820"/>
                  </a:lnTo>
                  <a:lnTo>
                    <a:pt x="381381" y="262496"/>
                  </a:lnTo>
                  <a:lnTo>
                    <a:pt x="451497" y="166357"/>
                  </a:lnTo>
                  <a:lnTo>
                    <a:pt x="453047" y="166357"/>
                  </a:lnTo>
                  <a:lnTo>
                    <a:pt x="526326" y="268820"/>
                  </a:lnTo>
                  <a:lnTo>
                    <a:pt x="527126" y="271233"/>
                  </a:lnTo>
                  <a:lnTo>
                    <a:pt x="491667" y="277533"/>
                  </a:lnTo>
                  <a:lnTo>
                    <a:pt x="491667" y="288671"/>
                  </a:lnTo>
                  <a:lnTo>
                    <a:pt x="616991" y="288671"/>
                  </a:lnTo>
                  <a:lnTo>
                    <a:pt x="616991" y="277533"/>
                  </a:lnTo>
                  <a:close/>
                </a:path>
                <a:path w="1851025" h="293369">
                  <a:moveTo>
                    <a:pt x="870724" y="4775"/>
                  </a:moveTo>
                  <a:lnTo>
                    <a:pt x="655612" y="4775"/>
                  </a:lnTo>
                  <a:lnTo>
                    <a:pt x="655612" y="15811"/>
                  </a:lnTo>
                  <a:lnTo>
                    <a:pt x="684720" y="22161"/>
                  </a:lnTo>
                  <a:lnTo>
                    <a:pt x="693420" y="23723"/>
                  </a:lnTo>
                  <a:lnTo>
                    <a:pt x="696595" y="27711"/>
                  </a:lnTo>
                  <a:lnTo>
                    <a:pt x="696595" y="265722"/>
                  </a:lnTo>
                  <a:lnTo>
                    <a:pt x="694232" y="268833"/>
                  </a:lnTo>
                  <a:lnTo>
                    <a:pt x="684720" y="271233"/>
                  </a:lnTo>
                  <a:lnTo>
                    <a:pt x="655612" y="277545"/>
                  </a:lnTo>
                  <a:lnTo>
                    <a:pt x="655612" y="288671"/>
                  </a:lnTo>
                  <a:lnTo>
                    <a:pt x="783297" y="288671"/>
                  </a:lnTo>
                  <a:lnTo>
                    <a:pt x="783297" y="277545"/>
                  </a:lnTo>
                  <a:lnTo>
                    <a:pt x="750925" y="271233"/>
                  </a:lnTo>
                  <a:lnTo>
                    <a:pt x="741540" y="269621"/>
                  </a:lnTo>
                  <a:lnTo>
                    <a:pt x="739165" y="265722"/>
                  </a:lnTo>
                  <a:lnTo>
                    <a:pt x="739165" y="155232"/>
                  </a:lnTo>
                  <a:lnTo>
                    <a:pt x="817181" y="155232"/>
                  </a:lnTo>
                  <a:lnTo>
                    <a:pt x="823506" y="159219"/>
                  </a:lnTo>
                  <a:lnTo>
                    <a:pt x="825779" y="169456"/>
                  </a:lnTo>
                  <a:lnTo>
                    <a:pt x="831316" y="196418"/>
                  </a:lnTo>
                  <a:lnTo>
                    <a:pt x="844715" y="196418"/>
                  </a:lnTo>
                  <a:lnTo>
                    <a:pt x="844715" y="102539"/>
                  </a:lnTo>
                  <a:lnTo>
                    <a:pt x="831316" y="102539"/>
                  </a:lnTo>
                  <a:lnTo>
                    <a:pt x="825779" y="125476"/>
                  </a:lnTo>
                  <a:lnTo>
                    <a:pt x="823506" y="135686"/>
                  </a:lnTo>
                  <a:lnTo>
                    <a:pt x="817181" y="139382"/>
                  </a:lnTo>
                  <a:lnTo>
                    <a:pt x="739165" y="139382"/>
                  </a:lnTo>
                  <a:lnTo>
                    <a:pt x="739165" y="20599"/>
                  </a:lnTo>
                  <a:lnTo>
                    <a:pt x="836815" y="20599"/>
                  </a:lnTo>
                  <a:lnTo>
                    <a:pt x="843140" y="24498"/>
                  </a:lnTo>
                  <a:lnTo>
                    <a:pt x="857377" y="75653"/>
                  </a:lnTo>
                  <a:lnTo>
                    <a:pt x="870724" y="75653"/>
                  </a:lnTo>
                  <a:lnTo>
                    <a:pt x="870724" y="4775"/>
                  </a:lnTo>
                  <a:close/>
                </a:path>
                <a:path w="1851025" h="293369">
                  <a:moveTo>
                    <a:pt x="1207160" y="144932"/>
                  </a:moveTo>
                  <a:lnTo>
                    <a:pt x="1199756" y="98386"/>
                  </a:lnTo>
                  <a:lnTo>
                    <a:pt x="1179017" y="58508"/>
                  </a:lnTo>
                  <a:lnTo>
                    <a:pt x="1159141" y="39166"/>
                  </a:lnTo>
                  <a:lnTo>
                    <a:pt x="1159141" y="146519"/>
                  </a:lnTo>
                  <a:lnTo>
                    <a:pt x="1153121" y="195300"/>
                  </a:lnTo>
                  <a:lnTo>
                    <a:pt x="1134681" y="237185"/>
                  </a:lnTo>
                  <a:lnTo>
                    <a:pt x="1103249" y="266509"/>
                  </a:lnTo>
                  <a:lnTo>
                    <a:pt x="1058227" y="277545"/>
                  </a:lnTo>
                  <a:lnTo>
                    <a:pt x="1015555" y="268046"/>
                  </a:lnTo>
                  <a:lnTo>
                    <a:pt x="983881" y="241287"/>
                  </a:lnTo>
                  <a:lnTo>
                    <a:pt x="964171" y="199910"/>
                  </a:lnTo>
                  <a:lnTo>
                    <a:pt x="957389" y="146519"/>
                  </a:lnTo>
                  <a:lnTo>
                    <a:pt x="963396" y="97866"/>
                  </a:lnTo>
                  <a:lnTo>
                    <a:pt x="981798" y="56070"/>
                  </a:lnTo>
                  <a:lnTo>
                    <a:pt x="1013218" y="26822"/>
                  </a:lnTo>
                  <a:lnTo>
                    <a:pt x="1058227" y="15811"/>
                  </a:lnTo>
                  <a:lnTo>
                    <a:pt x="1100950" y="25260"/>
                  </a:lnTo>
                  <a:lnTo>
                    <a:pt x="1132636" y="51917"/>
                  </a:lnTo>
                  <a:lnTo>
                    <a:pt x="1152359" y="93192"/>
                  </a:lnTo>
                  <a:lnTo>
                    <a:pt x="1159141" y="146519"/>
                  </a:lnTo>
                  <a:lnTo>
                    <a:pt x="1159141" y="39166"/>
                  </a:lnTo>
                  <a:lnTo>
                    <a:pt x="1147064" y="27406"/>
                  </a:lnTo>
                  <a:lnTo>
                    <a:pt x="1123543" y="15811"/>
                  </a:lnTo>
                  <a:lnTo>
                    <a:pt x="1106081" y="7200"/>
                  </a:lnTo>
                  <a:lnTo>
                    <a:pt x="1058227" y="0"/>
                  </a:lnTo>
                  <a:lnTo>
                    <a:pt x="1010996" y="7162"/>
                  </a:lnTo>
                  <a:lnTo>
                    <a:pt x="970089" y="27419"/>
                  </a:lnTo>
                  <a:lnTo>
                    <a:pt x="937920" y="58889"/>
                  </a:lnTo>
                  <a:lnTo>
                    <a:pt x="916876" y="99745"/>
                  </a:lnTo>
                  <a:lnTo>
                    <a:pt x="909320" y="148107"/>
                  </a:lnTo>
                  <a:lnTo>
                    <a:pt x="916724" y="194652"/>
                  </a:lnTo>
                  <a:lnTo>
                    <a:pt x="937475" y="234530"/>
                  </a:lnTo>
                  <a:lnTo>
                    <a:pt x="969429" y="265645"/>
                  </a:lnTo>
                  <a:lnTo>
                    <a:pt x="1010399" y="285864"/>
                  </a:lnTo>
                  <a:lnTo>
                    <a:pt x="1058227" y="293065"/>
                  </a:lnTo>
                  <a:lnTo>
                    <a:pt x="1105496" y="285915"/>
                  </a:lnTo>
                  <a:lnTo>
                    <a:pt x="1122413" y="277545"/>
                  </a:lnTo>
                  <a:lnTo>
                    <a:pt x="1146429" y="265645"/>
                  </a:lnTo>
                  <a:lnTo>
                    <a:pt x="1178560" y="234200"/>
                  </a:lnTo>
                  <a:lnTo>
                    <a:pt x="1199616" y="193332"/>
                  </a:lnTo>
                  <a:lnTo>
                    <a:pt x="1207160" y="144932"/>
                  </a:lnTo>
                  <a:close/>
                </a:path>
                <a:path w="1851025" h="293369">
                  <a:moveTo>
                    <a:pt x="1533385" y="277545"/>
                  </a:moveTo>
                  <a:lnTo>
                    <a:pt x="1493786" y="267690"/>
                  </a:lnTo>
                  <a:lnTo>
                    <a:pt x="1426489" y="182397"/>
                  </a:lnTo>
                  <a:lnTo>
                    <a:pt x="1414792" y="168097"/>
                  </a:lnTo>
                  <a:lnTo>
                    <a:pt x="1409788" y="163131"/>
                  </a:lnTo>
                  <a:lnTo>
                    <a:pt x="1407236" y="160604"/>
                  </a:lnTo>
                  <a:lnTo>
                    <a:pt x="1400987" y="156832"/>
                  </a:lnTo>
                  <a:lnTo>
                    <a:pt x="1400987" y="155232"/>
                  </a:lnTo>
                  <a:lnTo>
                    <a:pt x="1451914" y="127393"/>
                  </a:lnTo>
                  <a:lnTo>
                    <a:pt x="1470317" y="81203"/>
                  </a:lnTo>
                  <a:lnTo>
                    <a:pt x="1467129" y="60591"/>
                  </a:lnTo>
                  <a:lnTo>
                    <a:pt x="1457820" y="41084"/>
                  </a:lnTo>
                  <a:lnTo>
                    <a:pt x="1442745" y="24511"/>
                  </a:lnTo>
                  <a:lnTo>
                    <a:pt x="1435989" y="20599"/>
                  </a:lnTo>
                  <a:lnTo>
                    <a:pt x="1422298" y="12674"/>
                  </a:lnTo>
                  <a:lnTo>
                    <a:pt x="1422298" y="82003"/>
                  </a:lnTo>
                  <a:lnTo>
                    <a:pt x="1419733" y="105879"/>
                  </a:lnTo>
                  <a:lnTo>
                    <a:pt x="1410068" y="126796"/>
                  </a:lnTo>
                  <a:lnTo>
                    <a:pt x="1390345" y="141655"/>
                  </a:lnTo>
                  <a:lnTo>
                    <a:pt x="1357642" y="147307"/>
                  </a:lnTo>
                  <a:lnTo>
                    <a:pt x="1322197" y="147307"/>
                  </a:lnTo>
                  <a:lnTo>
                    <a:pt x="1322197" y="20599"/>
                  </a:lnTo>
                  <a:lnTo>
                    <a:pt x="1343494" y="20599"/>
                  </a:lnTo>
                  <a:lnTo>
                    <a:pt x="1386852" y="26911"/>
                  </a:lnTo>
                  <a:lnTo>
                    <a:pt x="1420291" y="64719"/>
                  </a:lnTo>
                  <a:lnTo>
                    <a:pt x="1422298" y="82003"/>
                  </a:lnTo>
                  <a:lnTo>
                    <a:pt x="1422298" y="12674"/>
                  </a:lnTo>
                  <a:lnTo>
                    <a:pt x="1410398" y="9093"/>
                  </a:lnTo>
                  <a:lnTo>
                    <a:pt x="1396885" y="6642"/>
                  </a:lnTo>
                  <a:lnTo>
                    <a:pt x="1381302" y="5232"/>
                  </a:lnTo>
                  <a:lnTo>
                    <a:pt x="1363179" y="4775"/>
                  </a:lnTo>
                  <a:lnTo>
                    <a:pt x="1238732" y="4775"/>
                  </a:lnTo>
                  <a:lnTo>
                    <a:pt x="1238732" y="15811"/>
                  </a:lnTo>
                  <a:lnTo>
                    <a:pt x="1267853" y="22161"/>
                  </a:lnTo>
                  <a:lnTo>
                    <a:pt x="1276565" y="23723"/>
                  </a:lnTo>
                  <a:lnTo>
                    <a:pt x="1279613" y="27711"/>
                  </a:lnTo>
                  <a:lnTo>
                    <a:pt x="1279613" y="265722"/>
                  </a:lnTo>
                  <a:lnTo>
                    <a:pt x="1277340" y="268833"/>
                  </a:lnTo>
                  <a:lnTo>
                    <a:pt x="1267853" y="271233"/>
                  </a:lnTo>
                  <a:lnTo>
                    <a:pt x="1238732" y="277545"/>
                  </a:lnTo>
                  <a:lnTo>
                    <a:pt x="1238732" y="288671"/>
                  </a:lnTo>
                  <a:lnTo>
                    <a:pt x="1366342" y="288671"/>
                  </a:lnTo>
                  <a:lnTo>
                    <a:pt x="1366342" y="277545"/>
                  </a:lnTo>
                  <a:lnTo>
                    <a:pt x="1334020" y="271233"/>
                  </a:lnTo>
                  <a:lnTo>
                    <a:pt x="1324559" y="269621"/>
                  </a:lnTo>
                  <a:lnTo>
                    <a:pt x="1322197" y="265722"/>
                  </a:lnTo>
                  <a:lnTo>
                    <a:pt x="1322197" y="163131"/>
                  </a:lnTo>
                  <a:lnTo>
                    <a:pt x="1343494" y="163131"/>
                  </a:lnTo>
                  <a:lnTo>
                    <a:pt x="1386852" y="193992"/>
                  </a:lnTo>
                  <a:lnTo>
                    <a:pt x="1445920" y="276720"/>
                  </a:lnTo>
                  <a:lnTo>
                    <a:pt x="1452994" y="286258"/>
                  </a:lnTo>
                  <a:lnTo>
                    <a:pt x="1456956" y="288671"/>
                  </a:lnTo>
                  <a:lnTo>
                    <a:pt x="1533385" y="288671"/>
                  </a:lnTo>
                  <a:lnTo>
                    <a:pt x="1533385" y="277545"/>
                  </a:lnTo>
                  <a:close/>
                </a:path>
                <a:path w="1851025" h="293369">
                  <a:moveTo>
                    <a:pt x="1850898" y="148107"/>
                  </a:moveTo>
                  <a:lnTo>
                    <a:pt x="1846249" y="109499"/>
                  </a:lnTo>
                  <a:lnTo>
                    <a:pt x="1832000" y="73304"/>
                  </a:lnTo>
                  <a:lnTo>
                    <a:pt x="1807692" y="42227"/>
                  </a:lnTo>
                  <a:lnTo>
                    <a:pt x="1802879" y="39027"/>
                  </a:lnTo>
                  <a:lnTo>
                    <a:pt x="1802879" y="148920"/>
                  </a:lnTo>
                  <a:lnTo>
                    <a:pt x="1800453" y="183375"/>
                  </a:lnTo>
                  <a:lnTo>
                    <a:pt x="1779943" y="237337"/>
                  </a:lnTo>
                  <a:lnTo>
                    <a:pt x="1746745" y="264134"/>
                  </a:lnTo>
                  <a:lnTo>
                    <a:pt x="1709458" y="272021"/>
                  </a:lnTo>
                  <a:lnTo>
                    <a:pt x="1686255" y="272846"/>
                  </a:lnTo>
                  <a:lnTo>
                    <a:pt x="1641348" y="272846"/>
                  </a:lnTo>
                  <a:lnTo>
                    <a:pt x="1638998" y="270421"/>
                  </a:lnTo>
                  <a:lnTo>
                    <a:pt x="1638998" y="20599"/>
                  </a:lnTo>
                  <a:lnTo>
                    <a:pt x="1679943" y="20599"/>
                  </a:lnTo>
                  <a:lnTo>
                    <a:pt x="1702650" y="21107"/>
                  </a:lnTo>
                  <a:lnTo>
                    <a:pt x="1750885" y="32410"/>
                  </a:lnTo>
                  <a:lnTo>
                    <a:pt x="1791652" y="81280"/>
                  </a:lnTo>
                  <a:lnTo>
                    <a:pt x="1802879" y="148920"/>
                  </a:lnTo>
                  <a:lnTo>
                    <a:pt x="1802879" y="39027"/>
                  </a:lnTo>
                  <a:lnTo>
                    <a:pt x="1755978" y="12750"/>
                  </a:lnTo>
                  <a:lnTo>
                    <a:pt x="1714754" y="5664"/>
                  </a:lnTo>
                  <a:lnTo>
                    <a:pt x="1689417" y="4775"/>
                  </a:lnTo>
                  <a:lnTo>
                    <a:pt x="1556232" y="4775"/>
                  </a:lnTo>
                  <a:lnTo>
                    <a:pt x="1556232" y="15811"/>
                  </a:lnTo>
                  <a:lnTo>
                    <a:pt x="1585366" y="22161"/>
                  </a:lnTo>
                  <a:lnTo>
                    <a:pt x="1594040" y="23723"/>
                  </a:lnTo>
                  <a:lnTo>
                    <a:pt x="1597202" y="27711"/>
                  </a:lnTo>
                  <a:lnTo>
                    <a:pt x="1597202" y="265722"/>
                  </a:lnTo>
                  <a:lnTo>
                    <a:pt x="1594827" y="268833"/>
                  </a:lnTo>
                  <a:lnTo>
                    <a:pt x="1585366" y="271246"/>
                  </a:lnTo>
                  <a:lnTo>
                    <a:pt x="1556232" y="277533"/>
                  </a:lnTo>
                  <a:lnTo>
                    <a:pt x="1556232" y="288658"/>
                  </a:lnTo>
                  <a:lnTo>
                    <a:pt x="1690992" y="288658"/>
                  </a:lnTo>
                  <a:lnTo>
                    <a:pt x="1719364" y="287604"/>
                  </a:lnTo>
                  <a:lnTo>
                    <a:pt x="1744268" y="284378"/>
                  </a:lnTo>
                  <a:lnTo>
                    <a:pt x="1765769" y="278942"/>
                  </a:lnTo>
                  <a:lnTo>
                    <a:pt x="1780159" y="272846"/>
                  </a:lnTo>
                  <a:lnTo>
                    <a:pt x="1783943" y="271246"/>
                  </a:lnTo>
                  <a:lnTo>
                    <a:pt x="1814703" y="248412"/>
                  </a:lnTo>
                  <a:lnTo>
                    <a:pt x="1835467" y="219138"/>
                  </a:lnTo>
                  <a:lnTo>
                    <a:pt x="1847202" y="185127"/>
                  </a:lnTo>
                  <a:lnTo>
                    <a:pt x="1850898" y="148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19">
              <a:extLst>
                <a:ext uri="{FF2B5EF4-FFF2-40B4-BE49-F238E27FC236}">
                  <a16:creationId xmlns:a16="http://schemas.microsoft.com/office/drawing/2014/main" id="{675F8F79-B64B-22BD-4E56-46B25FE95667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21167" y="926515"/>
              <a:ext cx="915186" cy="1092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317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g object 16">
            <a:extLst>
              <a:ext uri="{FF2B5EF4-FFF2-40B4-BE49-F238E27FC236}">
                <a16:creationId xmlns:a16="http://schemas.microsoft.com/office/drawing/2014/main" id="{2EF7519D-4CD9-EC0D-7CC8-5B253B717582}"/>
              </a:ext>
            </a:extLst>
          </p:cNvPr>
          <p:cNvSpPr/>
          <p:nvPr userDrawn="1"/>
        </p:nvSpPr>
        <p:spPr>
          <a:xfrm>
            <a:off x="1015994" y="2285843"/>
            <a:ext cx="22352257" cy="10286615"/>
          </a:xfrm>
          <a:custGeom>
            <a:avLst/>
            <a:gdLst/>
            <a:ahLst/>
            <a:cxnLst/>
            <a:rect l="l" t="t" r="r" b="b"/>
            <a:pathLst>
              <a:path w="18428970" h="8481695">
                <a:moveTo>
                  <a:pt x="18428754" y="0"/>
                </a:moveTo>
                <a:lnTo>
                  <a:pt x="0" y="0"/>
                </a:lnTo>
                <a:lnTo>
                  <a:pt x="0" y="658177"/>
                </a:lnTo>
                <a:lnTo>
                  <a:pt x="0" y="668616"/>
                </a:lnTo>
                <a:lnTo>
                  <a:pt x="0" y="8481416"/>
                </a:lnTo>
                <a:lnTo>
                  <a:pt x="18428754" y="8481416"/>
                </a:lnTo>
                <a:lnTo>
                  <a:pt x="18428754" y="668616"/>
                </a:lnTo>
                <a:lnTo>
                  <a:pt x="18428754" y="658177"/>
                </a:lnTo>
                <a:lnTo>
                  <a:pt x="18428754" y="0"/>
                </a:lnTo>
                <a:close/>
              </a:path>
            </a:pathLst>
          </a:custGeom>
          <a:solidFill>
            <a:srgbClr val="F2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2886" y="6280458"/>
            <a:ext cx="16668750" cy="555911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BE363-CD17-3BF4-ADB1-D48CBBE1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F9636-13E4-43A0-8806-7B38CCEAC825}" type="slidenum">
              <a:rPr lang="en-GB" smtClean="0"/>
              <a:t>‹#›</a:t>
            </a:fld>
            <a:endParaRPr lang="en-GB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0095E0C0-1713-9E14-16AB-1D2EA105A583}"/>
              </a:ext>
            </a:extLst>
          </p:cNvPr>
          <p:cNvGrpSpPr>
            <a:grpSpLocks/>
          </p:cNvGrpSpPr>
          <p:nvPr userDrawn="1"/>
        </p:nvGrpSpPr>
        <p:grpSpPr>
          <a:xfrm>
            <a:off x="2046286" y="1480346"/>
            <a:ext cx="1618454" cy="1618454"/>
            <a:chOff x="1675341" y="756689"/>
            <a:chExt cx="2275205" cy="2272030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F4CD76C9-6752-69D8-ADCF-3B69AF456123}"/>
                </a:ext>
              </a:extLst>
            </p:cNvPr>
            <p:cNvSpPr/>
            <p:nvPr/>
          </p:nvSpPr>
          <p:spPr>
            <a:xfrm>
              <a:off x="1675341" y="756689"/>
              <a:ext cx="2275205" cy="2272030"/>
            </a:xfrm>
            <a:custGeom>
              <a:avLst/>
              <a:gdLst/>
              <a:ahLst/>
              <a:cxnLst/>
              <a:rect l="l" t="t" r="r" b="b"/>
              <a:pathLst>
                <a:path w="2275204" h="2272030">
                  <a:moveTo>
                    <a:pt x="2274988" y="0"/>
                  </a:moveTo>
                  <a:lnTo>
                    <a:pt x="0" y="0"/>
                  </a:lnTo>
                  <a:lnTo>
                    <a:pt x="0" y="2271417"/>
                  </a:lnTo>
                  <a:lnTo>
                    <a:pt x="2274988" y="2271417"/>
                  </a:lnTo>
                  <a:lnTo>
                    <a:pt x="22749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0CD878B0-E45D-DE0D-F5B1-8DB70F70CFDC}"/>
                </a:ext>
              </a:extLst>
            </p:cNvPr>
            <p:cNvSpPr/>
            <p:nvPr/>
          </p:nvSpPr>
          <p:spPr>
            <a:xfrm>
              <a:off x="1695006" y="774583"/>
              <a:ext cx="2235835" cy="2235835"/>
            </a:xfrm>
            <a:custGeom>
              <a:avLst/>
              <a:gdLst/>
              <a:ahLst/>
              <a:cxnLst/>
              <a:rect l="l" t="t" r="r" b="b"/>
              <a:pathLst>
                <a:path w="2235835" h="2235835">
                  <a:moveTo>
                    <a:pt x="2235638" y="0"/>
                  </a:moveTo>
                  <a:lnTo>
                    <a:pt x="0" y="0"/>
                  </a:lnTo>
                  <a:lnTo>
                    <a:pt x="0" y="2235649"/>
                  </a:lnTo>
                  <a:lnTo>
                    <a:pt x="2235638" y="2235649"/>
                  </a:lnTo>
                  <a:lnTo>
                    <a:pt x="2235638" y="0"/>
                  </a:lnTo>
                  <a:close/>
                </a:path>
              </a:pathLst>
            </a:custGeom>
            <a:solidFill>
              <a:srgbClr val="002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7">
              <a:extLst>
                <a:ext uri="{FF2B5EF4-FFF2-40B4-BE49-F238E27FC236}">
                  <a16:creationId xmlns:a16="http://schemas.microsoft.com/office/drawing/2014/main" id="{1EA72741-B4FB-79E8-CA23-00FC16500FD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3232" y="2234279"/>
              <a:ext cx="97546" cy="136760"/>
            </a:xfrm>
            <a:prstGeom prst="rect">
              <a:avLst/>
            </a:prstGeom>
          </p:spPr>
        </p:pic>
        <p:pic>
          <p:nvPicPr>
            <p:cNvPr id="14" name="object 8">
              <a:extLst>
                <a:ext uri="{FF2B5EF4-FFF2-40B4-BE49-F238E27FC236}">
                  <a16:creationId xmlns:a16="http://schemas.microsoft.com/office/drawing/2014/main" id="{62B424BF-0082-FFE2-C4D3-92B8B4957FD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0611" y="2234280"/>
              <a:ext cx="97337" cy="134142"/>
            </a:xfrm>
            <a:prstGeom prst="rect">
              <a:avLst/>
            </a:prstGeom>
          </p:spPr>
        </p:pic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26C598FF-B2AD-6EB7-FB5F-AA8FB08DD3F6}"/>
                </a:ext>
              </a:extLst>
            </p:cNvPr>
            <p:cNvSpPr/>
            <p:nvPr/>
          </p:nvSpPr>
          <p:spPr>
            <a:xfrm>
              <a:off x="221206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0">
              <a:extLst>
                <a:ext uri="{FF2B5EF4-FFF2-40B4-BE49-F238E27FC236}">
                  <a16:creationId xmlns:a16="http://schemas.microsoft.com/office/drawing/2014/main" id="{C6CB7A51-10A4-2C46-5BF6-EB4132581B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4586" y="2234280"/>
              <a:ext cx="113221" cy="134142"/>
            </a:xfrm>
            <a:prstGeom prst="rect">
              <a:avLst/>
            </a:prstGeom>
          </p:spPr>
        </p:pic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82B87A06-3833-7F5C-E045-7DB42572B089}"/>
                </a:ext>
              </a:extLst>
            </p:cNvPr>
            <p:cNvSpPr/>
            <p:nvPr/>
          </p:nvSpPr>
          <p:spPr>
            <a:xfrm>
              <a:off x="2412962" y="2233808"/>
              <a:ext cx="76200" cy="134620"/>
            </a:xfrm>
            <a:custGeom>
              <a:avLst/>
              <a:gdLst/>
              <a:ahLst/>
              <a:cxnLst/>
              <a:rect l="l" t="t" r="r" b="b"/>
              <a:pathLst>
                <a:path w="76200" h="134619">
                  <a:moveTo>
                    <a:pt x="75819" y="119380"/>
                  </a:moveTo>
                  <a:lnTo>
                    <a:pt x="17691" y="119380"/>
                  </a:lnTo>
                  <a:lnTo>
                    <a:pt x="17691" y="72390"/>
                  </a:lnTo>
                  <a:lnTo>
                    <a:pt x="70789" y="72390"/>
                  </a:lnTo>
                  <a:lnTo>
                    <a:pt x="70789" y="57150"/>
                  </a:lnTo>
                  <a:lnTo>
                    <a:pt x="17691" y="57150"/>
                  </a:lnTo>
                  <a:lnTo>
                    <a:pt x="17691" y="15240"/>
                  </a:lnTo>
                  <a:lnTo>
                    <a:pt x="74218" y="15240"/>
                  </a:lnTo>
                  <a:lnTo>
                    <a:pt x="74218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57150"/>
                  </a:lnTo>
                  <a:lnTo>
                    <a:pt x="0" y="72390"/>
                  </a:lnTo>
                  <a:lnTo>
                    <a:pt x="0" y="119380"/>
                  </a:lnTo>
                  <a:lnTo>
                    <a:pt x="0" y="134620"/>
                  </a:lnTo>
                  <a:lnTo>
                    <a:pt x="75819" y="134620"/>
                  </a:lnTo>
                  <a:lnTo>
                    <a:pt x="75819" y="1193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2">
              <a:extLst>
                <a:ext uri="{FF2B5EF4-FFF2-40B4-BE49-F238E27FC236}">
                  <a16:creationId xmlns:a16="http://schemas.microsoft.com/office/drawing/2014/main" id="{3151D4D0-2273-8DE4-608B-69977327346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0110" y="2234284"/>
              <a:ext cx="92311" cy="134142"/>
            </a:xfrm>
            <a:prstGeom prst="rect">
              <a:avLst/>
            </a:prstGeom>
          </p:spPr>
        </p:pic>
        <p:pic>
          <p:nvPicPr>
            <p:cNvPr id="19" name="object 13">
              <a:extLst>
                <a:ext uri="{FF2B5EF4-FFF2-40B4-BE49-F238E27FC236}">
                  <a16:creationId xmlns:a16="http://schemas.microsoft.com/office/drawing/2014/main" id="{D2DA5B99-9572-908B-FAC8-54B2F23D86A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0302" y="2231664"/>
              <a:ext cx="85264" cy="139576"/>
            </a:xfrm>
            <a:prstGeom prst="rect">
              <a:avLst/>
            </a:prstGeom>
          </p:spPr>
        </p:pic>
        <p:sp>
          <p:nvSpPr>
            <p:cNvPr id="20" name="object 14">
              <a:extLst>
                <a:ext uri="{FF2B5EF4-FFF2-40B4-BE49-F238E27FC236}">
                  <a16:creationId xmlns:a16="http://schemas.microsoft.com/office/drawing/2014/main" id="{79A855C9-85CF-D8EE-04C3-8B053743619D}"/>
                </a:ext>
              </a:extLst>
            </p:cNvPr>
            <p:cNvSpPr/>
            <p:nvPr/>
          </p:nvSpPr>
          <p:spPr>
            <a:xfrm>
              <a:off x="277797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15">
              <a:extLst>
                <a:ext uri="{FF2B5EF4-FFF2-40B4-BE49-F238E27FC236}">
                  <a16:creationId xmlns:a16="http://schemas.microsoft.com/office/drawing/2014/main" id="{55CCFCA2-7B05-5229-92B5-DB2AE4EEDC39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0980" y="2233925"/>
              <a:ext cx="217271" cy="134620"/>
            </a:xfrm>
            <a:prstGeom prst="rect">
              <a:avLst/>
            </a:prstGeom>
          </p:spPr>
        </p:pic>
        <p:pic>
          <p:nvPicPr>
            <p:cNvPr id="22" name="object 16">
              <a:extLst>
                <a:ext uri="{FF2B5EF4-FFF2-40B4-BE49-F238E27FC236}">
                  <a16:creationId xmlns:a16="http://schemas.microsoft.com/office/drawing/2014/main" id="{37F6C602-23EA-8C56-4CC1-F88210881252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7399" y="2231666"/>
              <a:ext cx="122581" cy="139377"/>
            </a:xfrm>
            <a:prstGeom prst="rect">
              <a:avLst/>
            </a:prstGeom>
          </p:spPr>
        </p:pic>
        <p:pic>
          <p:nvPicPr>
            <p:cNvPr id="23" name="object 17">
              <a:extLst>
                <a:ext uri="{FF2B5EF4-FFF2-40B4-BE49-F238E27FC236}">
                  <a16:creationId xmlns:a16="http://schemas.microsoft.com/office/drawing/2014/main" id="{37CBD2EE-F9F0-B82D-DDFB-1F7B862484FE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02992" y="2234285"/>
              <a:ext cx="72594" cy="134132"/>
            </a:xfrm>
            <a:prstGeom prst="rect">
              <a:avLst/>
            </a:prstGeom>
          </p:spPr>
        </p:pic>
        <p:sp>
          <p:nvSpPr>
            <p:cNvPr id="24" name="object 18">
              <a:extLst>
                <a:ext uri="{FF2B5EF4-FFF2-40B4-BE49-F238E27FC236}">
                  <a16:creationId xmlns:a16="http://schemas.microsoft.com/office/drawing/2014/main" id="{E243BBCE-FF1C-64D2-3A8C-49C0F7C2D07D}"/>
                </a:ext>
              </a:extLst>
            </p:cNvPr>
            <p:cNvSpPr/>
            <p:nvPr/>
          </p:nvSpPr>
          <p:spPr>
            <a:xfrm>
              <a:off x="1887258" y="2487135"/>
              <a:ext cx="1851025" cy="293370"/>
            </a:xfrm>
            <a:custGeom>
              <a:avLst/>
              <a:gdLst/>
              <a:ahLst/>
              <a:cxnLst/>
              <a:rect l="l" t="t" r="r" b="b"/>
              <a:pathLst>
                <a:path w="1851025" h="293369">
                  <a:moveTo>
                    <a:pt x="297827" y="144932"/>
                  </a:moveTo>
                  <a:lnTo>
                    <a:pt x="290436" y="98386"/>
                  </a:lnTo>
                  <a:lnTo>
                    <a:pt x="269697" y="58508"/>
                  </a:lnTo>
                  <a:lnTo>
                    <a:pt x="249885" y="39217"/>
                  </a:lnTo>
                  <a:lnTo>
                    <a:pt x="249885" y="146519"/>
                  </a:lnTo>
                  <a:lnTo>
                    <a:pt x="243865" y="195300"/>
                  </a:lnTo>
                  <a:lnTo>
                    <a:pt x="225425" y="237185"/>
                  </a:lnTo>
                  <a:lnTo>
                    <a:pt x="193979" y="266509"/>
                  </a:lnTo>
                  <a:lnTo>
                    <a:pt x="148920" y="277545"/>
                  </a:lnTo>
                  <a:lnTo>
                    <a:pt x="106260" y="268046"/>
                  </a:lnTo>
                  <a:lnTo>
                    <a:pt x="74599" y="241287"/>
                  </a:lnTo>
                  <a:lnTo>
                    <a:pt x="54889" y="199910"/>
                  </a:lnTo>
                  <a:lnTo>
                    <a:pt x="48107" y="146519"/>
                  </a:lnTo>
                  <a:lnTo>
                    <a:pt x="54114" y="97866"/>
                  </a:lnTo>
                  <a:lnTo>
                    <a:pt x="72529" y="56070"/>
                  </a:lnTo>
                  <a:lnTo>
                    <a:pt x="103924" y="26822"/>
                  </a:lnTo>
                  <a:lnTo>
                    <a:pt x="148920" y="15811"/>
                  </a:lnTo>
                  <a:lnTo>
                    <a:pt x="191655" y="25260"/>
                  </a:lnTo>
                  <a:lnTo>
                    <a:pt x="223367" y="51917"/>
                  </a:lnTo>
                  <a:lnTo>
                    <a:pt x="243090" y="93192"/>
                  </a:lnTo>
                  <a:lnTo>
                    <a:pt x="249885" y="146519"/>
                  </a:lnTo>
                  <a:lnTo>
                    <a:pt x="249885" y="39217"/>
                  </a:lnTo>
                  <a:lnTo>
                    <a:pt x="237769" y="27406"/>
                  </a:lnTo>
                  <a:lnTo>
                    <a:pt x="214249" y="15811"/>
                  </a:lnTo>
                  <a:lnTo>
                    <a:pt x="196799" y="7200"/>
                  </a:lnTo>
                  <a:lnTo>
                    <a:pt x="148920" y="0"/>
                  </a:lnTo>
                  <a:lnTo>
                    <a:pt x="101688" y="7162"/>
                  </a:lnTo>
                  <a:lnTo>
                    <a:pt x="60794" y="27419"/>
                  </a:lnTo>
                  <a:lnTo>
                    <a:pt x="28613" y="58889"/>
                  </a:lnTo>
                  <a:lnTo>
                    <a:pt x="7556" y="99745"/>
                  </a:lnTo>
                  <a:lnTo>
                    <a:pt x="0" y="148107"/>
                  </a:lnTo>
                  <a:lnTo>
                    <a:pt x="7404" y="194652"/>
                  </a:lnTo>
                  <a:lnTo>
                    <a:pt x="28155" y="234530"/>
                  </a:lnTo>
                  <a:lnTo>
                    <a:pt x="60096" y="265645"/>
                  </a:lnTo>
                  <a:lnTo>
                    <a:pt x="101079" y="285864"/>
                  </a:lnTo>
                  <a:lnTo>
                    <a:pt x="148920" y="293065"/>
                  </a:lnTo>
                  <a:lnTo>
                    <a:pt x="196176" y="285915"/>
                  </a:lnTo>
                  <a:lnTo>
                    <a:pt x="213093" y="277545"/>
                  </a:lnTo>
                  <a:lnTo>
                    <a:pt x="237109" y="265645"/>
                  </a:lnTo>
                  <a:lnTo>
                    <a:pt x="269240" y="234200"/>
                  </a:lnTo>
                  <a:lnTo>
                    <a:pt x="290283" y="193332"/>
                  </a:lnTo>
                  <a:lnTo>
                    <a:pt x="297827" y="144932"/>
                  </a:lnTo>
                  <a:close/>
                </a:path>
                <a:path w="1851025" h="293369">
                  <a:moveTo>
                    <a:pt x="616991" y="277533"/>
                  </a:moveTo>
                  <a:lnTo>
                    <a:pt x="576516" y="263029"/>
                  </a:lnTo>
                  <a:lnTo>
                    <a:pt x="481545" y="135674"/>
                  </a:lnTo>
                  <a:lnTo>
                    <a:pt x="562622" y="34023"/>
                  </a:lnTo>
                  <a:lnTo>
                    <a:pt x="609879" y="15811"/>
                  </a:lnTo>
                  <a:lnTo>
                    <a:pt x="609879" y="4787"/>
                  </a:lnTo>
                  <a:lnTo>
                    <a:pt x="508279" y="4787"/>
                  </a:lnTo>
                  <a:lnTo>
                    <a:pt x="508279" y="15811"/>
                  </a:lnTo>
                  <a:lnTo>
                    <a:pt x="540575" y="22936"/>
                  </a:lnTo>
                  <a:lnTo>
                    <a:pt x="540575" y="26098"/>
                  </a:lnTo>
                  <a:lnTo>
                    <a:pt x="470458" y="119964"/>
                  </a:lnTo>
                  <a:lnTo>
                    <a:pt x="468858" y="119964"/>
                  </a:lnTo>
                  <a:lnTo>
                    <a:pt x="405917" y="30835"/>
                  </a:lnTo>
                  <a:lnTo>
                    <a:pt x="401142" y="24498"/>
                  </a:lnTo>
                  <a:lnTo>
                    <a:pt x="400354" y="22148"/>
                  </a:lnTo>
                  <a:lnTo>
                    <a:pt x="435813" y="15811"/>
                  </a:lnTo>
                  <a:lnTo>
                    <a:pt x="435813" y="4787"/>
                  </a:lnTo>
                  <a:lnTo>
                    <a:pt x="310502" y="4787"/>
                  </a:lnTo>
                  <a:lnTo>
                    <a:pt x="310502" y="15811"/>
                  </a:lnTo>
                  <a:lnTo>
                    <a:pt x="334086" y="21374"/>
                  </a:lnTo>
                  <a:lnTo>
                    <a:pt x="340283" y="23482"/>
                  </a:lnTo>
                  <a:lnTo>
                    <a:pt x="345909" y="26416"/>
                  </a:lnTo>
                  <a:lnTo>
                    <a:pt x="350964" y="30391"/>
                  </a:lnTo>
                  <a:lnTo>
                    <a:pt x="355422" y="35636"/>
                  </a:lnTo>
                  <a:lnTo>
                    <a:pt x="440575" y="150533"/>
                  </a:lnTo>
                  <a:lnTo>
                    <a:pt x="355422" y="259295"/>
                  </a:lnTo>
                  <a:lnTo>
                    <a:pt x="308076" y="277533"/>
                  </a:lnTo>
                  <a:lnTo>
                    <a:pt x="308076" y="288671"/>
                  </a:lnTo>
                  <a:lnTo>
                    <a:pt x="409778" y="288671"/>
                  </a:lnTo>
                  <a:lnTo>
                    <a:pt x="409778" y="277533"/>
                  </a:lnTo>
                  <a:lnTo>
                    <a:pt x="384517" y="272046"/>
                  </a:lnTo>
                  <a:lnTo>
                    <a:pt x="375856" y="270433"/>
                  </a:lnTo>
                  <a:lnTo>
                    <a:pt x="376618" y="268820"/>
                  </a:lnTo>
                  <a:lnTo>
                    <a:pt x="381381" y="262496"/>
                  </a:lnTo>
                  <a:lnTo>
                    <a:pt x="451497" y="166357"/>
                  </a:lnTo>
                  <a:lnTo>
                    <a:pt x="453047" y="166357"/>
                  </a:lnTo>
                  <a:lnTo>
                    <a:pt x="526326" y="268820"/>
                  </a:lnTo>
                  <a:lnTo>
                    <a:pt x="527126" y="271233"/>
                  </a:lnTo>
                  <a:lnTo>
                    <a:pt x="491667" y="277533"/>
                  </a:lnTo>
                  <a:lnTo>
                    <a:pt x="491667" y="288671"/>
                  </a:lnTo>
                  <a:lnTo>
                    <a:pt x="616991" y="288671"/>
                  </a:lnTo>
                  <a:lnTo>
                    <a:pt x="616991" y="277533"/>
                  </a:lnTo>
                  <a:close/>
                </a:path>
                <a:path w="1851025" h="293369">
                  <a:moveTo>
                    <a:pt x="870724" y="4775"/>
                  </a:moveTo>
                  <a:lnTo>
                    <a:pt x="655612" y="4775"/>
                  </a:lnTo>
                  <a:lnTo>
                    <a:pt x="655612" y="15811"/>
                  </a:lnTo>
                  <a:lnTo>
                    <a:pt x="684720" y="22161"/>
                  </a:lnTo>
                  <a:lnTo>
                    <a:pt x="693420" y="23723"/>
                  </a:lnTo>
                  <a:lnTo>
                    <a:pt x="696595" y="27711"/>
                  </a:lnTo>
                  <a:lnTo>
                    <a:pt x="696595" y="265722"/>
                  </a:lnTo>
                  <a:lnTo>
                    <a:pt x="694232" y="268833"/>
                  </a:lnTo>
                  <a:lnTo>
                    <a:pt x="684720" y="271233"/>
                  </a:lnTo>
                  <a:lnTo>
                    <a:pt x="655612" y="277545"/>
                  </a:lnTo>
                  <a:lnTo>
                    <a:pt x="655612" y="288671"/>
                  </a:lnTo>
                  <a:lnTo>
                    <a:pt x="783297" y="288671"/>
                  </a:lnTo>
                  <a:lnTo>
                    <a:pt x="783297" y="277545"/>
                  </a:lnTo>
                  <a:lnTo>
                    <a:pt x="750925" y="271233"/>
                  </a:lnTo>
                  <a:lnTo>
                    <a:pt x="741540" y="269621"/>
                  </a:lnTo>
                  <a:lnTo>
                    <a:pt x="739165" y="265722"/>
                  </a:lnTo>
                  <a:lnTo>
                    <a:pt x="739165" y="155232"/>
                  </a:lnTo>
                  <a:lnTo>
                    <a:pt x="817181" y="155232"/>
                  </a:lnTo>
                  <a:lnTo>
                    <a:pt x="823506" y="159219"/>
                  </a:lnTo>
                  <a:lnTo>
                    <a:pt x="825779" y="169456"/>
                  </a:lnTo>
                  <a:lnTo>
                    <a:pt x="831316" y="196418"/>
                  </a:lnTo>
                  <a:lnTo>
                    <a:pt x="844715" y="196418"/>
                  </a:lnTo>
                  <a:lnTo>
                    <a:pt x="844715" y="102539"/>
                  </a:lnTo>
                  <a:lnTo>
                    <a:pt x="831316" y="102539"/>
                  </a:lnTo>
                  <a:lnTo>
                    <a:pt x="825779" y="125476"/>
                  </a:lnTo>
                  <a:lnTo>
                    <a:pt x="823506" y="135686"/>
                  </a:lnTo>
                  <a:lnTo>
                    <a:pt x="817181" y="139382"/>
                  </a:lnTo>
                  <a:lnTo>
                    <a:pt x="739165" y="139382"/>
                  </a:lnTo>
                  <a:lnTo>
                    <a:pt x="739165" y="20599"/>
                  </a:lnTo>
                  <a:lnTo>
                    <a:pt x="836815" y="20599"/>
                  </a:lnTo>
                  <a:lnTo>
                    <a:pt x="843140" y="24498"/>
                  </a:lnTo>
                  <a:lnTo>
                    <a:pt x="857377" y="75653"/>
                  </a:lnTo>
                  <a:lnTo>
                    <a:pt x="870724" y="75653"/>
                  </a:lnTo>
                  <a:lnTo>
                    <a:pt x="870724" y="4775"/>
                  </a:lnTo>
                  <a:close/>
                </a:path>
                <a:path w="1851025" h="293369">
                  <a:moveTo>
                    <a:pt x="1207160" y="144932"/>
                  </a:moveTo>
                  <a:lnTo>
                    <a:pt x="1199756" y="98386"/>
                  </a:lnTo>
                  <a:lnTo>
                    <a:pt x="1179017" y="58508"/>
                  </a:lnTo>
                  <a:lnTo>
                    <a:pt x="1159141" y="39166"/>
                  </a:lnTo>
                  <a:lnTo>
                    <a:pt x="1159141" y="146519"/>
                  </a:lnTo>
                  <a:lnTo>
                    <a:pt x="1153121" y="195300"/>
                  </a:lnTo>
                  <a:lnTo>
                    <a:pt x="1134681" y="237185"/>
                  </a:lnTo>
                  <a:lnTo>
                    <a:pt x="1103249" y="266509"/>
                  </a:lnTo>
                  <a:lnTo>
                    <a:pt x="1058227" y="277545"/>
                  </a:lnTo>
                  <a:lnTo>
                    <a:pt x="1015555" y="268046"/>
                  </a:lnTo>
                  <a:lnTo>
                    <a:pt x="983881" y="241287"/>
                  </a:lnTo>
                  <a:lnTo>
                    <a:pt x="964171" y="199910"/>
                  </a:lnTo>
                  <a:lnTo>
                    <a:pt x="957389" y="146519"/>
                  </a:lnTo>
                  <a:lnTo>
                    <a:pt x="963396" y="97866"/>
                  </a:lnTo>
                  <a:lnTo>
                    <a:pt x="981798" y="56070"/>
                  </a:lnTo>
                  <a:lnTo>
                    <a:pt x="1013218" y="26822"/>
                  </a:lnTo>
                  <a:lnTo>
                    <a:pt x="1058227" y="15811"/>
                  </a:lnTo>
                  <a:lnTo>
                    <a:pt x="1100950" y="25260"/>
                  </a:lnTo>
                  <a:lnTo>
                    <a:pt x="1132636" y="51917"/>
                  </a:lnTo>
                  <a:lnTo>
                    <a:pt x="1152359" y="93192"/>
                  </a:lnTo>
                  <a:lnTo>
                    <a:pt x="1159141" y="146519"/>
                  </a:lnTo>
                  <a:lnTo>
                    <a:pt x="1159141" y="39166"/>
                  </a:lnTo>
                  <a:lnTo>
                    <a:pt x="1147064" y="27406"/>
                  </a:lnTo>
                  <a:lnTo>
                    <a:pt x="1123543" y="15811"/>
                  </a:lnTo>
                  <a:lnTo>
                    <a:pt x="1106081" y="7200"/>
                  </a:lnTo>
                  <a:lnTo>
                    <a:pt x="1058227" y="0"/>
                  </a:lnTo>
                  <a:lnTo>
                    <a:pt x="1010996" y="7162"/>
                  </a:lnTo>
                  <a:lnTo>
                    <a:pt x="970089" y="27419"/>
                  </a:lnTo>
                  <a:lnTo>
                    <a:pt x="937920" y="58889"/>
                  </a:lnTo>
                  <a:lnTo>
                    <a:pt x="916876" y="99745"/>
                  </a:lnTo>
                  <a:lnTo>
                    <a:pt x="909320" y="148107"/>
                  </a:lnTo>
                  <a:lnTo>
                    <a:pt x="916724" y="194652"/>
                  </a:lnTo>
                  <a:lnTo>
                    <a:pt x="937475" y="234530"/>
                  </a:lnTo>
                  <a:lnTo>
                    <a:pt x="969429" y="265645"/>
                  </a:lnTo>
                  <a:lnTo>
                    <a:pt x="1010399" y="285864"/>
                  </a:lnTo>
                  <a:lnTo>
                    <a:pt x="1058227" y="293065"/>
                  </a:lnTo>
                  <a:lnTo>
                    <a:pt x="1105496" y="285915"/>
                  </a:lnTo>
                  <a:lnTo>
                    <a:pt x="1122413" y="277545"/>
                  </a:lnTo>
                  <a:lnTo>
                    <a:pt x="1146429" y="265645"/>
                  </a:lnTo>
                  <a:lnTo>
                    <a:pt x="1178560" y="234200"/>
                  </a:lnTo>
                  <a:lnTo>
                    <a:pt x="1199616" y="193332"/>
                  </a:lnTo>
                  <a:lnTo>
                    <a:pt x="1207160" y="144932"/>
                  </a:lnTo>
                  <a:close/>
                </a:path>
                <a:path w="1851025" h="293369">
                  <a:moveTo>
                    <a:pt x="1533385" y="277545"/>
                  </a:moveTo>
                  <a:lnTo>
                    <a:pt x="1493786" y="267690"/>
                  </a:lnTo>
                  <a:lnTo>
                    <a:pt x="1426489" y="182397"/>
                  </a:lnTo>
                  <a:lnTo>
                    <a:pt x="1414792" y="168097"/>
                  </a:lnTo>
                  <a:lnTo>
                    <a:pt x="1409788" y="163131"/>
                  </a:lnTo>
                  <a:lnTo>
                    <a:pt x="1407236" y="160604"/>
                  </a:lnTo>
                  <a:lnTo>
                    <a:pt x="1400987" y="156832"/>
                  </a:lnTo>
                  <a:lnTo>
                    <a:pt x="1400987" y="155232"/>
                  </a:lnTo>
                  <a:lnTo>
                    <a:pt x="1451914" y="127393"/>
                  </a:lnTo>
                  <a:lnTo>
                    <a:pt x="1470317" y="81203"/>
                  </a:lnTo>
                  <a:lnTo>
                    <a:pt x="1467129" y="60591"/>
                  </a:lnTo>
                  <a:lnTo>
                    <a:pt x="1457820" y="41084"/>
                  </a:lnTo>
                  <a:lnTo>
                    <a:pt x="1442745" y="24511"/>
                  </a:lnTo>
                  <a:lnTo>
                    <a:pt x="1435989" y="20599"/>
                  </a:lnTo>
                  <a:lnTo>
                    <a:pt x="1422298" y="12674"/>
                  </a:lnTo>
                  <a:lnTo>
                    <a:pt x="1422298" y="82003"/>
                  </a:lnTo>
                  <a:lnTo>
                    <a:pt x="1419733" y="105879"/>
                  </a:lnTo>
                  <a:lnTo>
                    <a:pt x="1410068" y="126796"/>
                  </a:lnTo>
                  <a:lnTo>
                    <a:pt x="1390345" y="141655"/>
                  </a:lnTo>
                  <a:lnTo>
                    <a:pt x="1357642" y="147307"/>
                  </a:lnTo>
                  <a:lnTo>
                    <a:pt x="1322197" y="147307"/>
                  </a:lnTo>
                  <a:lnTo>
                    <a:pt x="1322197" y="20599"/>
                  </a:lnTo>
                  <a:lnTo>
                    <a:pt x="1343494" y="20599"/>
                  </a:lnTo>
                  <a:lnTo>
                    <a:pt x="1386852" y="26911"/>
                  </a:lnTo>
                  <a:lnTo>
                    <a:pt x="1420291" y="64719"/>
                  </a:lnTo>
                  <a:lnTo>
                    <a:pt x="1422298" y="82003"/>
                  </a:lnTo>
                  <a:lnTo>
                    <a:pt x="1422298" y="12674"/>
                  </a:lnTo>
                  <a:lnTo>
                    <a:pt x="1410398" y="9093"/>
                  </a:lnTo>
                  <a:lnTo>
                    <a:pt x="1396885" y="6642"/>
                  </a:lnTo>
                  <a:lnTo>
                    <a:pt x="1381302" y="5232"/>
                  </a:lnTo>
                  <a:lnTo>
                    <a:pt x="1363179" y="4775"/>
                  </a:lnTo>
                  <a:lnTo>
                    <a:pt x="1238732" y="4775"/>
                  </a:lnTo>
                  <a:lnTo>
                    <a:pt x="1238732" y="15811"/>
                  </a:lnTo>
                  <a:lnTo>
                    <a:pt x="1267853" y="22161"/>
                  </a:lnTo>
                  <a:lnTo>
                    <a:pt x="1276565" y="23723"/>
                  </a:lnTo>
                  <a:lnTo>
                    <a:pt x="1279613" y="27711"/>
                  </a:lnTo>
                  <a:lnTo>
                    <a:pt x="1279613" y="265722"/>
                  </a:lnTo>
                  <a:lnTo>
                    <a:pt x="1277340" y="268833"/>
                  </a:lnTo>
                  <a:lnTo>
                    <a:pt x="1267853" y="271233"/>
                  </a:lnTo>
                  <a:lnTo>
                    <a:pt x="1238732" y="277545"/>
                  </a:lnTo>
                  <a:lnTo>
                    <a:pt x="1238732" y="288671"/>
                  </a:lnTo>
                  <a:lnTo>
                    <a:pt x="1366342" y="288671"/>
                  </a:lnTo>
                  <a:lnTo>
                    <a:pt x="1366342" y="277545"/>
                  </a:lnTo>
                  <a:lnTo>
                    <a:pt x="1334020" y="271233"/>
                  </a:lnTo>
                  <a:lnTo>
                    <a:pt x="1324559" y="269621"/>
                  </a:lnTo>
                  <a:lnTo>
                    <a:pt x="1322197" y="265722"/>
                  </a:lnTo>
                  <a:lnTo>
                    <a:pt x="1322197" y="163131"/>
                  </a:lnTo>
                  <a:lnTo>
                    <a:pt x="1343494" y="163131"/>
                  </a:lnTo>
                  <a:lnTo>
                    <a:pt x="1386852" y="193992"/>
                  </a:lnTo>
                  <a:lnTo>
                    <a:pt x="1445920" y="276720"/>
                  </a:lnTo>
                  <a:lnTo>
                    <a:pt x="1452994" y="286258"/>
                  </a:lnTo>
                  <a:lnTo>
                    <a:pt x="1456956" y="288671"/>
                  </a:lnTo>
                  <a:lnTo>
                    <a:pt x="1533385" y="288671"/>
                  </a:lnTo>
                  <a:lnTo>
                    <a:pt x="1533385" y="277545"/>
                  </a:lnTo>
                  <a:close/>
                </a:path>
                <a:path w="1851025" h="293369">
                  <a:moveTo>
                    <a:pt x="1850898" y="148107"/>
                  </a:moveTo>
                  <a:lnTo>
                    <a:pt x="1846249" y="109499"/>
                  </a:lnTo>
                  <a:lnTo>
                    <a:pt x="1832000" y="73304"/>
                  </a:lnTo>
                  <a:lnTo>
                    <a:pt x="1807692" y="42227"/>
                  </a:lnTo>
                  <a:lnTo>
                    <a:pt x="1802879" y="39027"/>
                  </a:lnTo>
                  <a:lnTo>
                    <a:pt x="1802879" y="148920"/>
                  </a:lnTo>
                  <a:lnTo>
                    <a:pt x="1800453" y="183375"/>
                  </a:lnTo>
                  <a:lnTo>
                    <a:pt x="1779943" y="237337"/>
                  </a:lnTo>
                  <a:lnTo>
                    <a:pt x="1746745" y="264134"/>
                  </a:lnTo>
                  <a:lnTo>
                    <a:pt x="1709458" y="272021"/>
                  </a:lnTo>
                  <a:lnTo>
                    <a:pt x="1686255" y="272846"/>
                  </a:lnTo>
                  <a:lnTo>
                    <a:pt x="1641348" y="272846"/>
                  </a:lnTo>
                  <a:lnTo>
                    <a:pt x="1638998" y="270421"/>
                  </a:lnTo>
                  <a:lnTo>
                    <a:pt x="1638998" y="20599"/>
                  </a:lnTo>
                  <a:lnTo>
                    <a:pt x="1679943" y="20599"/>
                  </a:lnTo>
                  <a:lnTo>
                    <a:pt x="1702650" y="21107"/>
                  </a:lnTo>
                  <a:lnTo>
                    <a:pt x="1750885" y="32410"/>
                  </a:lnTo>
                  <a:lnTo>
                    <a:pt x="1791652" y="81280"/>
                  </a:lnTo>
                  <a:lnTo>
                    <a:pt x="1802879" y="148920"/>
                  </a:lnTo>
                  <a:lnTo>
                    <a:pt x="1802879" y="39027"/>
                  </a:lnTo>
                  <a:lnTo>
                    <a:pt x="1755978" y="12750"/>
                  </a:lnTo>
                  <a:lnTo>
                    <a:pt x="1714754" y="5664"/>
                  </a:lnTo>
                  <a:lnTo>
                    <a:pt x="1689417" y="4775"/>
                  </a:lnTo>
                  <a:lnTo>
                    <a:pt x="1556232" y="4775"/>
                  </a:lnTo>
                  <a:lnTo>
                    <a:pt x="1556232" y="15811"/>
                  </a:lnTo>
                  <a:lnTo>
                    <a:pt x="1585366" y="22161"/>
                  </a:lnTo>
                  <a:lnTo>
                    <a:pt x="1594040" y="23723"/>
                  </a:lnTo>
                  <a:lnTo>
                    <a:pt x="1597202" y="27711"/>
                  </a:lnTo>
                  <a:lnTo>
                    <a:pt x="1597202" y="265722"/>
                  </a:lnTo>
                  <a:lnTo>
                    <a:pt x="1594827" y="268833"/>
                  </a:lnTo>
                  <a:lnTo>
                    <a:pt x="1585366" y="271246"/>
                  </a:lnTo>
                  <a:lnTo>
                    <a:pt x="1556232" y="277533"/>
                  </a:lnTo>
                  <a:lnTo>
                    <a:pt x="1556232" y="288658"/>
                  </a:lnTo>
                  <a:lnTo>
                    <a:pt x="1690992" y="288658"/>
                  </a:lnTo>
                  <a:lnTo>
                    <a:pt x="1719364" y="287604"/>
                  </a:lnTo>
                  <a:lnTo>
                    <a:pt x="1744268" y="284378"/>
                  </a:lnTo>
                  <a:lnTo>
                    <a:pt x="1765769" y="278942"/>
                  </a:lnTo>
                  <a:lnTo>
                    <a:pt x="1780159" y="272846"/>
                  </a:lnTo>
                  <a:lnTo>
                    <a:pt x="1783943" y="271246"/>
                  </a:lnTo>
                  <a:lnTo>
                    <a:pt x="1814703" y="248412"/>
                  </a:lnTo>
                  <a:lnTo>
                    <a:pt x="1835467" y="219138"/>
                  </a:lnTo>
                  <a:lnTo>
                    <a:pt x="1847202" y="185127"/>
                  </a:lnTo>
                  <a:lnTo>
                    <a:pt x="1850898" y="148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19">
              <a:extLst>
                <a:ext uri="{FF2B5EF4-FFF2-40B4-BE49-F238E27FC236}">
                  <a16:creationId xmlns:a16="http://schemas.microsoft.com/office/drawing/2014/main" id="{BD4D5646-AC0C-28CE-FC8D-3659BCDBF84C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21167" y="926515"/>
              <a:ext cx="915186" cy="1092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719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g object 16">
            <a:extLst>
              <a:ext uri="{FF2B5EF4-FFF2-40B4-BE49-F238E27FC236}">
                <a16:creationId xmlns:a16="http://schemas.microsoft.com/office/drawing/2014/main" id="{2EF7519D-4CD9-EC0D-7CC8-5B253B717582}"/>
              </a:ext>
            </a:extLst>
          </p:cNvPr>
          <p:cNvSpPr/>
          <p:nvPr userDrawn="1"/>
        </p:nvSpPr>
        <p:spPr>
          <a:xfrm>
            <a:off x="1015994" y="2285843"/>
            <a:ext cx="22352257" cy="10286615"/>
          </a:xfrm>
          <a:custGeom>
            <a:avLst/>
            <a:gdLst/>
            <a:ahLst/>
            <a:cxnLst/>
            <a:rect l="l" t="t" r="r" b="b"/>
            <a:pathLst>
              <a:path w="18428970" h="8481695">
                <a:moveTo>
                  <a:pt x="18428754" y="0"/>
                </a:moveTo>
                <a:lnTo>
                  <a:pt x="0" y="0"/>
                </a:lnTo>
                <a:lnTo>
                  <a:pt x="0" y="658177"/>
                </a:lnTo>
                <a:lnTo>
                  <a:pt x="0" y="668616"/>
                </a:lnTo>
                <a:lnTo>
                  <a:pt x="0" y="8481416"/>
                </a:lnTo>
                <a:lnTo>
                  <a:pt x="18428754" y="8481416"/>
                </a:lnTo>
                <a:lnTo>
                  <a:pt x="18428754" y="668616"/>
                </a:lnTo>
                <a:lnTo>
                  <a:pt x="18428754" y="658177"/>
                </a:lnTo>
                <a:lnTo>
                  <a:pt x="18428754" y="0"/>
                </a:lnTo>
                <a:close/>
              </a:path>
            </a:pathLst>
          </a:custGeom>
          <a:solidFill>
            <a:srgbClr val="F2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42886" y="3501570"/>
            <a:ext cx="11330214" cy="2362510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BE363-CD17-3BF4-ADB1-D48CBBE1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F9636-13E4-43A0-8806-7B38CCEAC82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A0F2E8F-2141-68FD-8015-DFB91A7164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42886" y="6280458"/>
            <a:ext cx="11330214" cy="5559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144964E3-B384-B303-08F7-937C92095B50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4249399" y="2628901"/>
            <a:ext cx="7791451" cy="9715500"/>
          </a:xfrm>
          <a:noFill/>
        </p:spPr>
        <p:txBody>
          <a:bodyPr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grpSp>
        <p:nvGrpSpPr>
          <p:cNvPr id="13" name="object 4">
            <a:extLst>
              <a:ext uri="{FF2B5EF4-FFF2-40B4-BE49-F238E27FC236}">
                <a16:creationId xmlns:a16="http://schemas.microsoft.com/office/drawing/2014/main" id="{D6C33C1C-27A8-A321-04E6-A1B6F8836A4E}"/>
              </a:ext>
            </a:extLst>
          </p:cNvPr>
          <p:cNvGrpSpPr>
            <a:grpSpLocks/>
          </p:cNvGrpSpPr>
          <p:nvPr userDrawn="1"/>
        </p:nvGrpSpPr>
        <p:grpSpPr>
          <a:xfrm>
            <a:off x="2046286" y="1480346"/>
            <a:ext cx="1618454" cy="1618454"/>
            <a:chOff x="1675341" y="756689"/>
            <a:chExt cx="2275205" cy="2272030"/>
          </a:xfrm>
        </p:grpSpPr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9642D8CA-CEC4-6858-83FB-E2D80332CAD1}"/>
                </a:ext>
              </a:extLst>
            </p:cNvPr>
            <p:cNvSpPr/>
            <p:nvPr/>
          </p:nvSpPr>
          <p:spPr>
            <a:xfrm>
              <a:off x="1675341" y="756689"/>
              <a:ext cx="2275205" cy="2272030"/>
            </a:xfrm>
            <a:custGeom>
              <a:avLst/>
              <a:gdLst/>
              <a:ahLst/>
              <a:cxnLst/>
              <a:rect l="l" t="t" r="r" b="b"/>
              <a:pathLst>
                <a:path w="2275204" h="2272030">
                  <a:moveTo>
                    <a:pt x="2274988" y="0"/>
                  </a:moveTo>
                  <a:lnTo>
                    <a:pt x="0" y="0"/>
                  </a:lnTo>
                  <a:lnTo>
                    <a:pt x="0" y="2271417"/>
                  </a:lnTo>
                  <a:lnTo>
                    <a:pt x="2274988" y="2271417"/>
                  </a:lnTo>
                  <a:lnTo>
                    <a:pt x="22749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6">
              <a:extLst>
                <a:ext uri="{FF2B5EF4-FFF2-40B4-BE49-F238E27FC236}">
                  <a16:creationId xmlns:a16="http://schemas.microsoft.com/office/drawing/2014/main" id="{075F12CD-6BAC-D3BA-F86A-E91733C2DD88}"/>
                </a:ext>
              </a:extLst>
            </p:cNvPr>
            <p:cNvSpPr/>
            <p:nvPr/>
          </p:nvSpPr>
          <p:spPr>
            <a:xfrm>
              <a:off x="1695006" y="774583"/>
              <a:ext cx="2235835" cy="2235835"/>
            </a:xfrm>
            <a:custGeom>
              <a:avLst/>
              <a:gdLst/>
              <a:ahLst/>
              <a:cxnLst/>
              <a:rect l="l" t="t" r="r" b="b"/>
              <a:pathLst>
                <a:path w="2235835" h="2235835">
                  <a:moveTo>
                    <a:pt x="2235638" y="0"/>
                  </a:moveTo>
                  <a:lnTo>
                    <a:pt x="0" y="0"/>
                  </a:lnTo>
                  <a:lnTo>
                    <a:pt x="0" y="2235649"/>
                  </a:lnTo>
                  <a:lnTo>
                    <a:pt x="2235638" y="2235649"/>
                  </a:lnTo>
                  <a:lnTo>
                    <a:pt x="2235638" y="0"/>
                  </a:lnTo>
                  <a:close/>
                </a:path>
              </a:pathLst>
            </a:custGeom>
            <a:solidFill>
              <a:srgbClr val="002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7">
              <a:extLst>
                <a:ext uri="{FF2B5EF4-FFF2-40B4-BE49-F238E27FC236}">
                  <a16:creationId xmlns:a16="http://schemas.microsoft.com/office/drawing/2014/main" id="{DA5392DE-8331-E296-462D-3B3911A0AB3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3232" y="2234279"/>
              <a:ext cx="97546" cy="136760"/>
            </a:xfrm>
            <a:prstGeom prst="rect">
              <a:avLst/>
            </a:prstGeom>
          </p:spPr>
        </p:pic>
        <p:pic>
          <p:nvPicPr>
            <p:cNvPr id="17" name="object 8">
              <a:extLst>
                <a:ext uri="{FF2B5EF4-FFF2-40B4-BE49-F238E27FC236}">
                  <a16:creationId xmlns:a16="http://schemas.microsoft.com/office/drawing/2014/main" id="{7E98748C-34F1-153B-CCA6-C77AD9E950C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0611" y="2234280"/>
              <a:ext cx="97337" cy="134142"/>
            </a:xfrm>
            <a:prstGeom prst="rect">
              <a:avLst/>
            </a:prstGeom>
          </p:spPr>
        </p:pic>
        <p:sp>
          <p:nvSpPr>
            <p:cNvPr id="18" name="object 9">
              <a:extLst>
                <a:ext uri="{FF2B5EF4-FFF2-40B4-BE49-F238E27FC236}">
                  <a16:creationId xmlns:a16="http://schemas.microsoft.com/office/drawing/2014/main" id="{C3A381F8-E80F-CEE7-5A69-0D804BAB4711}"/>
                </a:ext>
              </a:extLst>
            </p:cNvPr>
            <p:cNvSpPr/>
            <p:nvPr/>
          </p:nvSpPr>
          <p:spPr>
            <a:xfrm>
              <a:off x="221206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0">
              <a:extLst>
                <a:ext uri="{FF2B5EF4-FFF2-40B4-BE49-F238E27FC236}">
                  <a16:creationId xmlns:a16="http://schemas.microsoft.com/office/drawing/2014/main" id="{8FA6CF3F-9390-12A8-B23A-F8082A48739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4586" y="2234280"/>
              <a:ext cx="113221" cy="134142"/>
            </a:xfrm>
            <a:prstGeom prst="rect">
              <a:avLst/>
            </a:prstGeom>
          </p:spPr>
        </p:pic>
        <p:sp>
          <p:nvSpPr>
            <p:cNvPr id="20" name="object 11">
              <a:extLst>
                <a:ext uri="{FF2B5EF4-FFF2-40B4-BE49-F238E27FC236}">
                  <a16:creationId xmlns:a16="http://schemas.microsoft.com/office/drawing/2014/main" id="{C78E4E8F-36D8-D579-0D35-495F1C948F8A}"/>
                </a:ext>
              </a:extLst>
            </p:cNvPr>
            <p:cNvSpPr/>
            <p:nvPr/>
          </p:nvSpPr>
          <p:spPr>
            <a:xfrm>
              <a:off x="2412962" y="2233808"/>
              <a:ext cx="76200" cy="134620"/>
            </a:xfrm>
            <a:custGeom>
              <a:avLst/>
              <a:gdLst/>
              <a:ahLst/>
              <a:cxnLst/>
              <a:rect l="l" t="t" r="r" b="b"/>
              <a:pathLst>
                <a:path w="76200" h="134619">
                  <a:moveTo>
                    <a:pt x="75819" y="119380"/>
                  </a:moveTo>
                  <a:lnTo>
                    <a:pt x="17691" y="119380"/>
                  </a:lnTo>
                  <a:lnTo>
                    <a:pt x="17691" y="72390"/>
                  </a:lnTo>
                  <a:lnTo>
                    <a:pt x="70789" y="72390"/>
                  </a:lnTo>
                  <a:lnTo>
                    <a:pt x="70789" y="57150"/>
                  </a:lnTo>
                  <a:lnTo>
                    <a:pt x="17691" y="57150"/>
                  </a:lnTo>
                  <a:lnTo>
                    <a:pt x="17691" y="15240"/>
                  </a:lnTo>
                  <a:lnTo>
                    <a:pt x="74218" y="15240"/>
                  </a:lnTo>
                  <a:lnTo>
                    <a:pt x="74218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57150"/>
                  </a:lnTo>
                  <a:lnTo>
                    <a:pt x="0" y="72390"/>
                  </a:lnTo>
                  <a:lnTo>
                    <a:pt x="0" y="119380"/>
                  </a:lnTo>
                  <a:lnTo>
                    <a:pt x="0" y="134620"/>
                  </a:lnTo>
                  <a:lnTo>
                    <a:pt x="75819" y="134620"/>
                  </a:lnTo>
                  <a:lnTo>
                    <a:pt x="75819" y="1193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12">
              <a:extLst>
                <a:ext uri="{FF2B5EF4-FFF2-40B4-BE49-F238E27FC236}">
                  <a16:creationId xmlns:a16="http://schemas.microsoft.com/office/drawing/2014/main" id="{938FF004-FAC5-3D4E-4048-B2913EE8C59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0110" y="2234284"/>
              <a:ext cx="92311" cy="134142"/>
            </a:xfrm>
            <a:prstGeom prst="rect">
              <a:avLst/>
            </a:prstGeom>
          </p:spPr>
        </p:pic>
        <p:pic>
          <p:nvPicPr>
            <p:cNvPr id="22" name="object 13">
              <a:extLst>
                <a:ext uri="{FF2B5EF4-FFF2-40B4-BE49-F238E27FC236}">
                  <a16:creationId xmlns:a16="http://schemas.microsoft.com/office/drawing/2014/main" id="{25FFB0FF-7F9B-8975-92ED-09CC5064E00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0302" y="2231664"/>
              <a:ext cx="85264" cy="139576"/>
            </a:xfrm>
            <a:prstGeom prst="rect">
              <a:avLst/>
            </a:prstGeom>
          </p:spPr>
        </p:pic>
        <p:sp>
          <p:nvSpPr>
            <p:cNvPr id="23" name="object 14">
              <a:extLst>
                <a:ext uri="{FF2B5EF4-FFF2-40B4-BE49-F238E27FC236}">
                  <a16:creationId xmlns:a16="http://schemas.microsoft.com/office/drawing/2014/main" id="{BA0D0F82-02ED-D02B-5326-ADAB3E446C5C}"/>
                </a:ext>
              </a:extLst>
            </p:cNvPr>
            <p:cNvSpPr/>
            <p:nvPr/>
          </p:nvSpPr>
          <p:spPr>
            <a:xfrm>
              <a:off x="277797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5">
              <a:extLst>
                <a:ext uri="{FF2B5EF4-FFF2-40B4-BE49-F238E27FC236}">
                  <a16:creationId xmlns:a16="http://schemas.microsoft.com/office/drawing/2014/main" id="{9DD8BCD9-CD4F-7349-9761-A95381B3F31D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0980" y="2233925"/>
              <a:ext cx="217271" cy="134620"/>
            </a:xfrm>
            <a:prstGeom prst="rect">
              <a:avLst/>
            </a:prstGeom>
          </p:spPr>
        </p:pic>
        <p:pic>
          <p:nvPicPr>
            <p:cNvPr id="25" name="object 16">
              <a:extLst>
                <a:ext uri="{FF2B5EF4-FFF2-40B4-BE49-F238E27FC236}">
                  <a16:creationId xmlns:a16="http://schemas.microsoft.com/office/drawing/2014/main" id="{3AE77978-F04F-F199-7C5D-3C1F84D65029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7399" y="2231666"/>
              <a:ext cx="122581" cy="139377"/>
            </a:xfrm>
            <a:prstGeom prst="rect">
              <a:avLst/>
            </a:prstGeom>
          </p:spPr>
        </p:pic>
        <p:pic>
          <p:nvPicPr>
            <p:cNvPr id="26" name="object 17">
              <a:extLst>
                <a:ext uri="{FF2B5EF4-FFF2-40B4-BE49-F238E27FC236}">
                  <a16:creationId xmlns:a16="http://schemas.microsoft.com/office/drawing/2014/main" id="{775E07DB-0611-FDE0-127D-23BD1FABB511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02992" y="2234285"/>
              <a:ext cx="72594" cy="134132"/>
            </a:xfrm>
            <a:prstGeom prst="rect">
              <a:avLst/>
            </a:prstGeom>
          </p:spPr>
        </p:pic>
        <p:sp>
          <p:nvSpPr>
            <p:cNvPr id="27" name="object 18">
              <a:extLst>
                <a:ext uri="{FF2B5EF4-FFF2-40B4-BE49-F238E27FC236}">
                  <a16:creationId xmlns:a16="http://schemas.microsoft.com/office/drawing/2014/main" id="{A234664A-ADB5-DB72-DD2C-132445F8C3D1}"/>
                </a:ext>
              </a:extLst>
            </p:cNvPr>
            <p:cNvSpPr/>
            <p:nvPr/>
          </p:nvSpPr>
          <p:spPr>
            <a:xfrm>
              <a:off x="1887258" y="2487135"/>
              <a:ext cx="1851025" cy="293370"/>
            </a:xfrm>
            <a:custGeom>
              <a:avLst/>
              <a:gdLst/>
              <a:ahLst/>
              <a:cxnLst/>
              <a:rect l="l" t="t" r="r" b="b"/>
              <a:pathLst>
                <a:path w="1851025" h="293369">
                  <a:moveTo>
                    <a:pt x="297827" y="144932"/>
                  </a:moveTo>
                  <a:lnTo>
                    <a:pt x="290436" y="98386"/>
                  </a:lnTo>
                  <a:lnTo>
                    <a:pt x="269697" y="58508"/>
                  </a:lnTo>
                  <a:lnTo>
                    <a:pt x="249885" y="39217"/>
                  </a:lnTo>
                  <a:lnTo>
                    <a:pt x="249885" y="146519"/>
                  </a:lnTo>
                  <a:lnTo>
                    <a:pt x="243865" y="195300"/>
                  </a:lnTo>
                  <a:lnTo>
                    <a:pt x="225425" y="237185"/>
                  </a:lnTo>
                  <a:lnTo>
                    <a:pt x="193979" y="266509"/>
                  </a:lnTo>
                  <a:lnTo>
                    <a:pt x="148920" y="277545"/>
                  </a:lnTo>
                  <a:lnTo>
                    <a:pt x="106260" y="268046"/>
                  </a:lnTo>
                  <a:lnTo>
                    <a:pt x="74599" y="241287"/>
                  </a:lnTo>
                  <a:lnTo>
                    <a:pt x="54889" y="199910"/>
                  </a:lnTo>
                  <a:lnTo>
                    <a:pt x="48107" y="146519"/>
                  </a:lnTo>
                  <a:lnTo>
                    <a:pt x="54114" y="97866"/>
                  </a:lnTo>
                  <a:lnTo>
                    <a:pt x="72529" y="56070"/>
                  </a:lnTo>
                  <a:lnTo>
                    <a:pt x="103924" y="26822"/>
                  </a:lnTo>
                  <a:lnTo>
                    <a:pt x="148920" y="15811"/>
                  </a:lnTo>
                  <a:lnTo>
                    <a:pt x="191655" y="25260"/>
                  </a:lnTo>
                  <a:lnTo>
                    <a:pt x="223367" y="51917"/>
                  </a:lnTo>
                  <a:lnTo>
                    <a:pt x="243090" y="93192"/>
                  </a:lnTo>
                  <a:lnTo>
                    <a:pt x="249885" y="146519"/>
                  </a:lnTo>
                  <a:lnTo>
                    <a:pt x="249885" y="39217"/>
                  </a:lnTo>
                  <a:lnTo>
                    <a:pt x="237769" y="27406"/>
                  </a:lnTo>
                  <a:lnTo>
                    <a:pt x="214249" y="15811"/>
                  </a:lnTo>
                  <a:lnTo>
                    <a:pt x="196799" y="7200"/>
                  </a:lnTo>
                  <a:lnTo>
                    <a:pt x="148920" y="0"/>
                  </a:lnTo>
                  <a:lnTo>
                    <a:pt x="101688" y="7162"/>
                  </a:lnTo>
                  <a:lnTo>
                    <a:pt x="60794" y="27419"/>
                  </a:lnTo>
                  <a:lnTo>
                    <a:pt x="28613" y="58889"/>
                  </a:lnTo>
                  <a:lnTo>
                    <a:pt x="7556" y="99745"/>
                  </a:lnTo>
                  <a:lnTo>
                    <a:pt x="0" y="148107"/>
                  </a:lnTo>
                  <a:lnTo>
                    <a:pt x="7404" y="194652"/>
                  </a:lnTo>
                  <a:lnTo>
                    <a:pt x="28155" y="234530"/>
                  </a:lnTo>
                  <a:lnTo>
                    <a:pt x="60096" y="265645"/>
                  </a:lnTo>
                  <a:lnTo>
                    <a:pt x="101079" y="285864"/>
                  </a:lnTo>
                  <a:lnTo>
                    <a:pt x="148920" y="293065"/>
                  </a:lnTo>
                  <a:lnTo>
                    <a:pt x="196176" y="285915"/>
                  </a:lnTo>
                  <a:lnTo>
                    <a:pt x="213093" y="277545"/>
                  </a:lnTo>
                  <a:lnTo>
                    <a:pt x="237109" y="265645"/>
                  </a:lnTo>
                  <a:lnTo>
                    <a:pt x="269240" y="234200"/>
                  </a:lnTo>
                  <a:lnTo>
                    <a:pt x="290283" y="193332"/>
                  </a:lnTo>
                  <a:lnTo>
                    <a:pt x="297827" y="144932"/>
                  </a:lnTo>
                  <a:close/>
                </a:path>
                <a:path w="1851025" h="293369">
                  <a:moveTo>
                    <a:pt x="616991" y="277533"/>
                  </a:moveTo>
                  <a:lnTo>
                    <a:pt x="576516" y="263029"/>
                  </a:lnTo>
                  <a:lnTo>
                    <a:pt x="481545" y="135674"/>
                  </a:lnTo>
                  <a:lnTo>
                    <a:pt x="562622" y="34023"/>
                  </a:lnTo>
                  <a:lnTo>
                    <a:pt x="609879" y="15811"/>
                  </a:lnTo>
                  <a:lnTo>
                    <a:pt x="609879" y="4787"/>
                  </a:lnTo>
                  <a:lnTo>
                    <a:pt x="508279" y="4787"/>
                  </a:lnTo>
                  <a:lnTo>
                    <a:pt x="508279" y="15811"/>
                  </a:lnTo>
                  <a:lnTo>
                    <a:pt x="540575" y="22936"/>
                  </a:lnTo>
                  <a:lnTo>
                    <a:pt x="540575" y="26098"/>
                  </a:lnTo>
                  <a:lnTo>
                    <a:pt x="470458" y="119964"/>
                  </a:lnTo>
                  <a:lnTo>
                    <a:pt x="468858" y="119964"/>
                  </a:lnTo>
                  <a:lnTo>
                    <a:pt x="405917" y="30835"/>
                  </a:lnTo>
                  <a:lnTo>
                    <a:pt x="401142" y="24498"/>
                  </a:lnTo>
                  <a:lnTo>
                    <a:pt x="400354" y="22148"/>
                  </a:lnTo>
                  <a:lnTo>
                    <a:pt x="435813" y="15811"/>
                  </a:lnTo>
                  <a:lnTo>
                    <a:pt x="435813" y="4787"/>
                  </a:lnTo>
                  <a:lnTo>
                    <a:pt x="310502" y="4787"/>
                  </a:lnTo>
                  <a:lnTo>
                    <a:pt x="310502" y="15811"/>
                  </a:lnTo>
                  <a:lnTo>
                    <a:pt x="334086" y="21374"/>
                  </a:lnTo>
                  <a:lnTo>
                    <a:pt x="340283" y="23482"/>
                  </a:lnTo>
                  <a:lnTo>
                    <a:pt x="345909" y="26416"/>
                  </a:lnTo>
                  <a:lnTo>
                    <a:pt x="350964" y="30391"/>
                  </a:lnTo>
                  <a:lnTo>
                    <a:pt x="355422" y="35636"/>
                  </a:lnTo>
                  <a:lnTo>
                    <a:pt x="440575" y="150533"/>
                  </a:lnTo>
                  <a:lnTo>
                    <a:pt x="355422" y="259295"/>
                  </a:lnTo>
                  <a:lnTo>
                    <a:pt x="308076" y="277533"/>
                  </a:lnTo>
                  <a:lnTo>
                    <a:pt x="308076" y="288671"/>
                  </a:lnTo>
                  <a:lnTo>
                    <a:pt x="409778" y="288671"/>
                  </a:lnTo>
                  <a:lnTo>
                    <a:pt x="409778" y="277533"/>
                  </a:lnTo>
                  <a:lnTo>
                    <a:pt x="384517" y="272046"/>
                  </a:lnTo>
                  <a:lnTo>
                    <a:pt x="375856" y="270433"/>
                  </a:lnTo>
                  <a:lnTo>
                    <a:pt x="376618" y="268820"/>
                  </a:lnTo>
                  <a:lnTo>
                    <a:pt x="381381" y="262496"/>
                  </a:lnTo>
                  <a:lnTo>
                    <a:pt x="451497" y="166357"/>
                  </a:lnTo>
                  <a:lnTo>
                    <a:pt x="453047" y="166357"/>
                  </a:lnTo>
                  <a:lnTo>
                    <a:pt x="526326" y="268820"/>
                  </a:lnTo>
                  <a:lnTo>
                    <a:pt x="527126" y="271233"/>
                  </a:lnTo>
                  <a:lnTo>
                    <a:pt x="491667" y="277533"/>
                  </a:lnTo>
                  <a:lnTo>
                    <a:pt x="491667" y="288671"/>
                  </a:lnTo>
                  <a:lnTo>
                    <a:pt x="616991" y="288671"/>
                  </a:lnTo>
                  <a:lnTo>
                    <a:pt x="616991" y="277533"/>
                  </a:lnTo>
                  <a:close/>
                </a:path>
                <a:path w="1851025" h="293369">
                  <a:moveTo>
                    <a:pt x="870724" y="4775"/>
                  </a:moveTo>
                  <a:lnTo>
                    <a:pt x="655612" y="4775"/>
                  </a:lnTo>
                  <a:lnTo>
                    <a:pt x="655612" y="15811"/>
                  </a:lnTo>
                  <a:lnTo>
                    <a:pt x="684720" y="22161"/>
                  </a:lnTo>
                  <a:lnTo>
                    <a:pt x="693420" y="23723"/>
                  </a:lnTo>
                  <a:lnTo>
                    <a:pt x="696595" y="27711"/>
                  </a:lnTo>
                  <a:lnTo>
                    <a:pt x="696595" y="265722"/>
                  </a:lnTo>
                  <a:lnTo>
                    <a:pt x="694232" y="268833"/>
                  </a:lnTo>
                  <a:lnTo>
                    <a:pt x="684720" y="271233"/>
                  </a:lnTo>
                  <a:lnTo>
                    <a:pt x="655612" y="277545"/>
                  </a:lnTo>
                  <a:lnTo>
                    <a:pt x="655612" y="288671"/>
                  </a:lnTo>
                  <a:lnTo>
                    <a:pt x="783297" y="288671"/>
                  </a:lnTo>
                  <a:lnTo>
                    <a:pt x="783297" y="277545"/>
                  </a:lnTo>
                  <a:lnTo>
                    <a:pt x="750925" y="271233"/>
                  </a:lnTo>
                  <a:lnTo>
                    <a:pt x="741540" y="269621"/>
                  </a:lnTo>
                  <a:lnTo>
                    <a:pt x="739165" y="265722"/>
                  </a:lnTo>
                  <a:lnTo>
                    <a:pt x="739165" y="155232"/>
                  </a:lnTo>
                  <a:lnTo>
                    <a:pt x="817181" y="155232"/>
                  </a:lnTo>
                  <a:lnTo>
                    <a:pt x="823506" y="159219"/>
                  </a:lnTo>
                  <a:lnTo>
                    <a:pt x="825779" y="169456"/>
                  </a:lnTo>
                  <a:lnTo>
                    <a:pt x="831316" y="196418"/>
                  </a:lnTo>
                  <a:lnTo>
                    <a:pt x="844715" y="196418"/>
                  </a:lnTo>
                  <a:lnTo>
                    <a:pt x="844715" y="102539"/>
                  </a:lnTo>
                  <a:lnTo>
                    <a:pt x="831316" y="102539"/>
                  </a:lnTo>
                  <a:lnTo>
                    <a:pt x="825779" y="125476"/>
                  </a:lnTo>
                  <a:lnTo>
                    <a:pt x="823506" y="135686"/>
                  </a:lnTo>
                  <a:lnTo>
                    <a:pt x="817181" y="139382"/>
                  </a:lnTo>
                  <a:lnTo>
                    <a:pt x="739165" y="139382"/>
                  </a:lnTo>
                  <a:lnTo>
                    <a:pt x="739165" y="20599"/>
                  </a:lnTo>
                  <a:lnTo>
                    <a:pt x="836815" y="20599"/>
                  </a:lnTo>
                  <a:lnTo>
                    <a:pt x="843140" y="24498"/>
                  </a:lnTo>
                  <a:lnTo>
                    <a:pt x="857377" y="75653"/>
                  </a:lnTo>
                  <a:lnTo>
                    <a:pt x="870724" y="75653"/>
                  </a:lnTo>
                  <a:lnTo>
                    <a:pt x="870724" y="4775"/>
                  </a:lnTo>
                  <a:close/>
                </a:path>
                <a:path w="1851025" h="293369">
                  <a:moveTo>
                    <a:pt x="1207160" y="144932"/>
                  </a:moveTo>
                  <a:lnTo>
                    <a:pt x="1199756" y="98386"/>
                  </a:lnTo>
                  <a:lnTo>
                    <a:pt x="1179017" y="58508"/>
                  </a:lnTo>
                  <a:lnTo>
                    <a:pt x="1159141" y="39166"/>
                  </a:lnTo>
                  <a:lnTo>
                    <a:pt x="1159141" y="146519"/>
                  </a:lnTo>
                  <a:lnTo>
                    <a:pt x="1153121" y="195300"/>
                  </a:lnTo>
                  <a:lnTo>
                    <a:pt x="1134681" y="237185"/>
                  </a:lnTo>
                  <a:lnTo>
                    <a:pt x="1103249" y="266509"/>
                  </a:lnTo>
                  <a:lnTo>
                    <a:pt x="1058227" y="277545"/>
                  </a:lnTo>
                  <a:lnTo>
                    <a:pt x="1015555" y="268046"/>
                  </a:lnTo>
                  <a:lnTo>
                    <a:pt x="983881" y="241287"/>
                  </a:lnTo>
                  <a:lnTo>
                    <a:pt x="964171" y="199910"/>
                  </a:lnTo>
                  <a:lnTo>
                    <a:pt x="957389" y="146519"/>
                  </a:lnTo>
                  <a:lnTo>
                    <a:pt x="963396" y="97866"/>
                  </a:lnTo>
                  <a:lnTo>
                    <a:pt x="981798" y="56070"/>
                  </a:lnTo>
                  <a:lnTo>
                    <a:pt x="1013218" y="26822"/>
                  </a:lnTo>
                  <a:lnTo>
                    <a:pt x="1058227" y="15811"/>
                  </a:lnTo>
                  <a:lnTo>
                    <a:pt x="1100950" y="25260"/>
                  </a:lnTo>
                  <a:lnTo>
                    <a:pt x="1132636" y="51917"/>
                  </a:lnTo>
                  <a:lnTo>
                    <a:pt x="1152359" y="93192"/>
                  </a:lnTo>
                  <a:lnTo>
                    <a:pt x="1159141" y="146519"/>
                  </a:lnTo>
                  <a:lnTo>
                    <a:pt x="1159141" y="39166"/>
                  </a:lnTo>
                  <a:lnTo>
                    <a:pt x="1147064" y="27406"/>
                  </a:lnTo>
                  <a:lnTo>
                    <a:pt x="1123543" y="15811"/>
                  </a:lnTo>
                  <a:lnTo>
                    <a:pt x="1106081" y="7200"/>
                  </a:lnTo>
                  <a:lnTo>
                    <a:pt x="1058227" y="0"/>
                  </a:lnTo>
                  <a:lnTo>
                    <a:pt x="1010996" y="7162"/>
                  </a:lnTo>
                  <a:lnTo>
                    <a:pt x="970089" y="27419"/>
                  </a:lnTo>
                  <a:lnTo>
                    <a:pt x="937920" y="58889"/>
                  </a:lnTo>
                  <a:lnTo>
                    <a:pt x="916876" y="99745"/>
                  </a:lnTo>
                  <a:lnTo>
                    <a:pt x="909320" y="148107"/>
                  </a:lnTo>
                  <a:lnTo>
                    <a:pt x="916724" y="194652"/>
                  </a:lnTo>
                  <a:lnTo>
                    <a:pt x="937475" y="234530"/>
                  </a:lnTo>
                  <a:lnTo>
                    <a:pt x="969429" y="265645"/>
                  </a:lnTo>
                  <a:lnTo>
                    <a:pt x="1010399" y="285864"/>
                  </a:lnTo>
                  <a:lnTo>
                    <a:pt x="1058227" y="293065"/>
                  </a:lnTo>
                  <a:lnTo>
                    <a:pt x="1105496" y="285915"/>
                  </a:lnTo>
                  <a:lnTo>
                    <a:pt x="1122413" y="277545"/>
                  </a:lnTo>
                  <a:lnTo>
                    <a:pt x="1146429" y="265645"/>
                  </a:lnTo>
                  <a:lnTo>
                    <a:pt x="1178560" y="234200"/>
                  </a:lnTo>
                  <a:lnTo>
                    <a:pt x="1199616" y="193332"/>
                  </a:lnTo>
                  <a:lnTo>
                    <a:pt x="1207160" y="144932"/>
                  </a:lnTo>
                  <a:close/>
                </a:path>
                <a:path w="1851025" h="293369">
                  <a:moveTo>
                    <a:pt x="1533385" y="277545"/>
                  </a:moveTo>
                  <a:lnTo>
                    <a:pt x="1493786" y="267690"/>
                  </a:lnTo>
                  <a:lnTo>
                    <a:pt x="1426489" y="182397"/>
                  </a:lnTo>
                  <a:lnTo>
                    <a:pt x="1414792" y="168097"/>
                  </a:lnTo>
                  <a:lnTo>
                    <a:pt x="1409788" y="163131"/>
                  </a:lnTo>
                  <a:lnTo>
                    <a:pt x="1407236" y="160604"/>
                  </a:lnTo>
                  <a:lnTo>
                    <a:pt x="1400987" y="156832"/>
                  </a:lnTo>
                  <a:lnTo>
                    <a:pt x="1400987" y="155232"/>
                  </a:lnTo>
                  <a:lnTo>
                    <a:pt x="1451914" y="127393"/>
                  </a:lnTo>
                  <a:lnTo>
                    <a:pt x="1470317" y="81203"/>
                  </a:lnTo>
                  <a:lnTo>
                    <a:pt x="1467129" y="60591"/>
                  </a:lnTo>
                  <a:lnTo>
                    <a:pt x="1457820" y="41084"/>
                  </a:lnTo>
                  <a:lnTo>
                    <a:pt x="1442745" y="24511"/>
                  </a:lnTo>
                  <a:lnTo>
                    <a:pt x="1435989" y="20599"/>
                  </a:lnTo>
                  <a:lnTo>
                    <a:pt x="1422298" y="12674"/>
                  </a:lnTo>
                  <a:lnTo>
                    <a:pt x="1422298" y="82003"/>
                  </a:lnTo>
                  <a:lnTo>
                    <a:pt x="1419733" y="105879"/>
                  </a:lnTo>
                  <a:lnTo>
                    <a:pt x="1410068" y="126796"/>
                  </a:lnTo>
                  <a:lnTo>
                    <a:pt x="1390345" y="141655"/>
                  </a:lnTo>
                  <a:lnTo>
                    <a:pt x="1357642" y="147307"/>
                  </a:lnTo>
                  <a:lnTo>
                    <a:pt x="1322197" y="147307"/>
                  </a:lnTo>
                  <a:lnTo>
                    <a:pt x="1322197" y="20599"/>
                  </a:lnTo>
                  <a:lnTo>
                    <a:pt x="1343494" y="20599"/>
                  </a:lnTo>
                  <a:lnTo>
                    <a:pt x="1386852" y="26911"/>
                  </a:lnTo>
                  <a:lnTo>
                    <a:pt x="1420291" y="64719"/>
                  </a:lnTo>
                  <a:lnTo>
                    <a:pt x="1422298" y="82003"/>
                  </a:lnTo>
                  <a:lnTo>
                    <a:pt x="1422298" y="12674"/>
                  </a:lnTo>
                  <a:lnTo>
                    <a:pt x="1410398" y="9093"/>
                  </a:lnTo>
                  <a:lnTo>
                    <a:pt x="1396885" y="6642"/>
                  </a:lnTo>
                  <a:lnTo>
                    <a:pt x="1381302" y="5232"/>
                  </a:lnTo>
                  <a:lnTo>
                    <a:pt x="1363179" y="4775"/>
                  </a:lnTo>
                  <a:lnTo>
                    <a:pt x="1238732" y="4775"/>
                  </a:lnTo>
                  <a:lnTo>
                    <a:pt x="1238732" y="15811"/>
                  </a:lnTo>
                  <a:lnTo>
                    <a:pt x="1267853" y="22161"/>
                  </a:lnTo>
                  <a:lnTo>
                    <a:pt x="1276565" y="23723"/>
                  </a:lnTo>
                  <a:lnTo>
                    <a:pt x="1279613" y="27711"/>
                  </a:lnTo>
                  <a:lnTo>
                    <a:pt x="1279613" y="265722"/>
                  </a:lnTo>
                  <a:lnTo>
                    <a:pt x="1277340" y="268833"/>
                  </a:lnTo>
                  <a:lnTo>
                    <a:pt x="1267853" y="271233"/>
                  </a:lnTo>
                  <a:lnTo>
                    <a:pt x="1238732" y="277545"/>
                  </a:lnTo>
                  <a:lnTo>
                    <a:pt x="1238732" y="288671"/>
                  </a:lnTo>
                  <a:lnTo>
                    <a:pt x="1366342" y="288671"/>
                  </a:lnTo>
                  <a:lnTo>
                    <a:pt x="1366342" y="277545"/>
                  </a:lnTo>
                  <a:lnTo>
                    <a:pt x="1334020" y="271233"/>
                  </a:lnTo>
                  <a:lnTo>
                    <a:pt x="1324559" y="269621"/>
                  </a:lnTo>
                  <a:lnTo>
                    <a:pt x="1322197" y="265722"/>
                  </a:lnTo>
                  <a:lnTo>
                    <a:pt x="1322197" y="163131"/>
                  </a:lnTo>
                  <a:lnTo>
                    <a:pt x="1343494" y="163131"/>
                  </a:lnTo>
                  <a:lnTo>
                    <a:pt x="1386852" y="193992"/>
                  </a:lnTo>
                  <a:lnTo>
                    <a:pt x="1445920" y="276720"/>
                  </a:lnTo>
                  <a:lnTo>
                    <a:pt x="1452994" y="286258"/>
                  </a:lnTo>
                  <a:lnTo>
                    <a:pt x="1456956" y="288671"/>
                  </a:lnTo>
                  <a:lnTo>
                    <a:pt x="1533385" y="288671"/>
                  </a:lnTo>
                  <a:lnTo>
                    <a:pt x="1533385" y="277545"/>
                  </a:lnTo>
                  <a:close/>
                </a:path>
                <a:path w="1851025" h="293369">
                  <a:moveTo>
                    <a:pt x="1850898" y="148107"/>
                  </a:moveTo>
                  <a:lnTo>
                    <a:pt x="1846249" y="109499"/>
                  </a:lnTo>
                  <a:lnTo>
                    <a:pt x="1832000" y="73304"/>
                  </a:lnTo>
                  <a:lnTo>
                    <a:pt x="1807692" y="42227"/>
                  </a:lnTo>
                  <a:lnTo>
                    <a:pt x="1802879" y="39027"/>
                  </a:lnTo>
                  <a:lnTo>
                    <a:pt x="1802879" y="148920"/>
                  </a:lnTo>
                  <a:lnTo>
                    <a:pt x="1800453" y="183375"/>
                  </a:lnTo>
                  <a:lnTo>
                    <a:pt x="1779943" y="237337"/>
                  </a:lnTo>
                  <a:lnTo>
                    <a:pt x="1746745" y="264134"/>
                  </a:lnTo>
                  <a:lnTo>
                    <a:pt x="1709458" y="272021"/>
                  </a:lnTo>
                  <a:lnTo>
                    <a:pt x="1686255" y="272846"/>
                  </a:lnTo>
                  <a:lnTo>
                    <a:pt x="1641348" y="272846"/>
                  </a:lnTo>
                  <a:lnTo>
                    <a:pt x="1638998" y="270421"/>
                  </a:lnTo>
                  <a:lnTo>
                    <a:pt x="1638998" y="20599"/>
                  </a:lnTo>
                  <a:lnTo>
                    <a:pt x="1679943" y="20599"/>
                  </a:lnTo>
                  <a:lnTo>
                    <a:pt x="1702650" y="21107"/>
                  </a:lnTo>
                  <a:lnTo>
                    <a:pt x="1750885" y="32410"/>
                  </a:lnTo>
                  <a:lnTo>
                    <a:pt x="1791652" y="81280"/>
                  </a:lnTo>
                  <a:lnTo>
                    <a:pt x="1802879" y="148920"/>
                  </a:lnTo>
                  <a:lnTo>
                    <a:pt x="1802879" y="39027"/>
                  </a:lnTo>
                  <a:lnTo>
                    <a:pt x="1755978" y="12750"/>
                  </a:lnTo>
                  <a:lnTo>
                    <a:pt x="1714754" y="5664"/>
                  </a:lnTo>
                  <a:lnTo>
                    <a:pt x="1689417" y="4775"/>
                  </a:lnTo>
                  <a:lnTo>
                    <a:pt x="1556232" y="4775"/>
                  </a:lnTo>
                  <a:lnTo>
                    <a:pt x="1556232" y="15811"/>
                  </a:lnTo>
                  <a:lnTo>
                    <a:pt x="1585366" y="22161"/>
                  </a:lnTo>
                  <a:lnTo>
                    <a:pt x="1594040" y="23723"/>
                  </a:lnTo>
                  <a:lnTo>
                    <a:pt x="1597202" y="27711"/>
                  </a:lnTo>
                  <a:lnTo>
                    <a:pt x="1597202" y="265722"/>
                  </a:lnTo>
                  <a:lnTo>
                    <a:pt x="1594827" y="268833"/>
                  </a:lnTo>
                  <a:lnTo>
                    <a:pt x="1585366" y="271246"/>
                  </a:lnTo>
                  <a:lnTo>
                    <a:pt x="1556232" y="277533"/>
                  </a:lnTo>
                  <a:lnTo>
                    <a:pt x="1556232" y="288658"/>
                  </a:lnTo>
                  <a:lnTo>
                    <a:pt x="1690992" y="288658"/>
                  </a:lnTo>
                  <a:lnTo>
                    <a:pt x="1719364" y="287604"/>
                  </a:lnTo>
                  <a:lnTo>
                    <a:pt x="1744268" y="284378"/>
                  </a:lnTo>
                  <a:lnTo>
                    <a:pt x="1765769" y="278942"/>
                  </a:lnTo>
                  <a:lnTo>
                    <a:pt x="1780159" y="272846"/>
                  </a:lnTo>
                  <a:lnTo>
                    <a:pt x="1783943" y="271246"/>
                  </a:lnTo>
                  <a:lnTo>
                    <a:pt x="1814703" y="248412"/>
                  </a:lnTo>
                  <a:lnTo>
                    <a:pt x="1835467" y="219138"/>
                  </a:lnTo>
                  <a:lnTo>
                    <a:pt x="1847202" y="185127"/>
                  </a:lnTo>
                  <a:lnTo>
                    <a:pt x="1850898" y="148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19">
              <a:extLst>
                <a:ext uri="{FF2B5EF4-FFF2-40B4-BE49-F238E27FC236}">
                  <a16:creationId xmlns:a16="http://schemas.microsoft.com/office/drawing/2014/main" id="{73F18346-4E16-F85D-EFCB-3704FB547226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21167" y="926515"/>
              <a:ext cx="915186" cy="1092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544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g object 16">
            <a:extLst>
              <a:ext uri="{FF2B5EF4-FFF2-40B4-BE49-F238E27FC236}">
                <a16:creationId xmlns:a16="http://schemas.microsoft.com/office/drawing/2014/main" id="{2EF7519D-4CD9-EC0D-7CC8-5B253B717582}"/>
              </a:ext>
            </a:extLst>
          </p:cNvPr>
          <p:cNvSpPr/>
          <p:nvPr userDrawn="1"/>
        </p:nvSpPr>
        <p:spPr>
          <a:xfrm>
            <a:off x="1015994" y="2285843"/>
            <a:ext cx="22352257" cy="10286615"/>
          </a:xfrm>
          <a:custGeom>
            <a:avLst/>
            <a:gdLst/>
            <a:ahLst/>
            <a:cxnLst/>
            <a:rect l="l" t="t" r="r" b="b"/>
            <a:pathLst>
              <a:path w="18428970" h="8481695">
                <a:moveTo>
                  <a:pt x="18428754" y="0"/>
                </a:moveTo>
                <a:lnTo>
                  <a:pt x="0" y="0"/>
                </a:lnTo>
                <a:lnTo>
                  <a:pt x="0" y="658177"/>
                </a:lnTo>
                <a:lnTo>
                  <a:pt x="0" y="668616"/>
                </a:lnTo>
                <a:lnTo>
                  <a:pt x="0" y="8481416"/>
                </a:lnTo>
                <a:lnTo>
                  <a:pt x="18428754" y="8481416"/>
                </a:lnTo>
                <a:lnTo>
                  <a:pt x="18428754" y="668616"/>
                </a:lnTo>
                <a:lnTo>
                  <a:pt x="18428754" y="658177"/>
                </a:lnTo>
                <a:lnTo>
                  <a:pt x="18428754" y="0"/>
                </a:lnTo>
                <a:close/>
              </a:path>
            </a:pathLst>
          </a:custGeom>
          <a:solidFill>
            <a:srgbClr val="F2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42886" y="3501570"/>
            <a:ext cx="10994746" cy="2362510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BE363-CD17-3BF4-ADB1-D48CBBE1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F9636-13E4-43A0-8806-7B38CCEAC82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9516AE6-F68A-AADF-334A-460377C6906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081894" y="1142919"/>
            <a:ext cx="10330619" cy="10285947"/>
          </a:xfrm>
          <a:solidFill>
            <a:schemeClr val="accent3">
              <a:lumMod val="20000"/>
              <a:lumOff val="80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00B3F34-098C-4925-9D3E-7DE1CB9710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045195" y="10693305"/>
            <a:ext cx="6550025" cy="295275"/>
          </a:xfrm>
        </p:spPr>
        <p:txBody>
          <a:bodyPr/>
          <a:lstStyle>
            <a:lvl1pPr algn="r">
              <a:lnSpc>
                <a:spcPct val="100000"/>
              </a:lnSpc>
              <a:spcBef>
                <a:spcPts val="0"/>
              </a:spcBef>
              <a:defRPr sz="2100" spc="4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Image credit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22070-B4BC-AAC5-907F-61D5FFC10A72}"/>
              </a:ext>
            </a:extLst>
          </p:cNvPr>
          <p:cNvSpPr/>
          <p:nvPr userDrawn="1"/>
        </p:nvSpPr>
        <p:spPr>
          <a:xfrm>
            <a:off x="-6248962" y="0"/>
            <a:ext cx="5654007" cy="5219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 anchorCtr="0"/>
          <a:lstStyle/>
          <a:p>
            <a:pPr>
              <a:spcAft>
                <a:spcPts val="1200"/>
              </a:spcAft>
            </a:pPr>
            <a:r>
              <a:rPr lang="en-GB" sz="3200" dirty="0">
                <a:latin typeface="+mj-lt"/>
              </a:rPr>
              <a:t>To change the image –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Delete the current image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Click on the icon in the centre </a:t>
            </a:r>
            <a:br>
              <a:rPr lang="en-GB" sz="2400" dirty="0"/>
            </a:br>
            <a:r>
              <a:rPr lang="en-GB" sz="2400" dirty="0"/>
              <a:t>of the image placeholder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Select a new image (from wherever you have it stored on your computer)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Once inserted, right-click on the new image and select </a:t>
            </a:r>
            <a:br>
              <a:rPr lang="en-GB" sz="2400" dirty="0"/>
            </a:br>
            <a:r>
              <a:rPr lang="en-GB" sz="2400" dirty="0"/>
              <a:t>“Send to Back”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7FA391-19E5-4757-22BD-B567A6EA72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2886" y="6280458"/>
            <a:ext cx="10994746" cy="5559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17" name="object 4">
            <a:extLst>
              <a:ext uri="{FF2B5EF4-FFF2-40B4-BE49-F238E27FC236}">
                <a16:creationId xmlns:a16="http://schemas.microsoft.com/office/drawing/2014/main" id="{C592B292-96FE-A393-741F-AA98ECF0C9DD}"/>
              </a:ext>
            </a:extLst>
          </p:cNvPr>
          <p:cNvGrpSpPr>
            <a:grpSpLocks/>
          </p:cNvGrpSpPr>
          <p:nvPr userDrawn="1"/>
        </p:nvGrpSpPr>
        <p:grpSpPr>
          <a:xfrm>
            <a:off x="2046286" y="1480346"/>
            <a:ext cx="1618454" cy="1618454"/>
            <a:chOff x="1675341" y="756689"/>
            <a:chExt cx="2275205" cy="2272030"/>
          </a:xfrm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0436E319-EB42-B3EC-5E69-0284CB948DB6}"/>
                </a:ext>
              </a:extLst>
            </p:cNvPr>
            <p:cNvSpPr/>
            <p:nvPr/>
          </p:nvSpPr>
          <p:spPr>
            <a:xfrm>
              <a:off x="1675341" y="756689"/>
              <a:ext cx="2275205" cy="2272030"/>
            </a:xfrm>
            <a:custGeom>
              <a:avLst/>
              <a:gdLst/>
              <a:ahLst/>
              <a:cxnLst/>
              <a:rect l="l" t="t" r="r" b="b"/>
              <a:pathLst>
                <a:path w="2275204" h="2272030">
                  <a:moveTo>
                    <a:pt x="2274988" y="0"/>
                  </a:moveTo>
                  <a:lnTo>
                    <a:pt x="0" y="0"/>
                  </a:lnTo>
                  <a:lnTo>
                    <a:pt x="0" y="2271417"/>
                  </a:lnTo>
                  <a:lnTo>
                    <a:pt x="2274988" y="2271417"/>
                  </a:lnTo>
                  <a:lnTo>
                    <a:pt x="22749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171DBCA5-442D-C37F-3C11-D796D2B3F68F}"/>
                </a:ext>
              </a:extLst>
            </p:cNvPr>
            <p:cNvSpPr/>
            <p:nvPr/>
          </p:nvSpPr>
          <p:spPr>
            <a:xfrm>
              <a:off x="1695006" y="774583"/>
              <a:ext cx="2235835" cy="2235835"/>
            </a:xfrm>
            <a:custGeom>
              <a:avLst/>
              <a:gdLst/>
              <a:ahLst/>
              <a:cxnLst/>
              <a:rect l="l" t="t" r="r" b="b"/>
              <a:pathLst>
                <a:path w="2235835" h="2235835">
                  <a:moveTo>
                    <a:pt x="2235638" y="0"/>
                  </a:moveTo>
                  <a:lnTo>
                    <a:pt x="0" y="0"/>
                  </a:lnTo>
                  <a:lnTo>
                    <a:pt x="0" y="2235649"/>
                  </a:lnTo>
                  <a:lnTo>
                    <a:pt x="2235638" y="2235649"/>
                  </a:lnTo>
                  <a:lnTo>
                    <a:pt x="2235638" y="0"/>
                  </a:lnTo>
                  <a:close/>
                </a:path>
              </a:pathLst>
            </a:custGeom>
            <a:solidFill>
              <a:srgbClr val="002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7">
              <a:extLst>
                <a:ext uri="{FF2B5EF4-FFF2-40B4-BE49-F238E27FC236}">
                  <a16:creationId xmlns:a16="http://schemas.microsoft.com/office/drawing/2014/main" id="{61E34610-85C7-3FC5-0053-5CD50535D51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3232" y="2234279"/>
              <a:ext cx="97546" cy="136760"/>
            </a:xfrm>
            <a:prstGeom prst="rect">
              <a:avLst/>
            </a:prstGeom>
          </p:spPr>
        </p:pic>
        <p:pic>
          <p:nvPicPr>
            <p:cNvPr id="21" name="object 8">
              <a:extLst>
                <a:ext uri="{FF2B5EF4-FFF2-40B4-BE49-F238E27FC236}">
                  <a16:creationId xmlns:a16="http://schemas.microsoft.com/office/drawing/2014/main" id="{D6F47609-E62B-1CA5-2BA7-6BA33070BAA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0611" y="2234280"/>
              <a:ext cx="97337" cy="134142"/>
            </a:xfrm>
            <a:prstGeom prst="rect">
              <a:avLst/>
            </a:prstGeom>
          </p:spPr>
        </p:pic>
        <p:sp>
          <p:nvSpPr>
            <p:cNvPr id="22" name="object 9">
              <a:extLst>
                <a:ext uri="{FF2B5EF4-FFF2-40B4-BE49-F238E27FC236}">
                  <a16:creationId xmlns:a16="http://schemas.microsoft.com/office/drawing/2014/main" id="{8482561F-785C-A02C-2D52-4664311F3516}"/>
                </a:ext>
              </a:extLst>
            </p:cNvPr>
            <p:cNvSpPr/>
            <p:nvPr/>
          </p:nvSpPr>
          <p:spPr>
            <a:xfrm>
              <a:off x="221206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10">
              <a:extLst>
                <a:ext uri="{FF2B5EF4-FFF2-40B4-BE49-F238E27FC236}">
                  <a16:creationId xmlns:a16="http://schemas.microsoft.com/office/drawing/2014/main" id="{998E770E-083A-9588-9734-D64B054FA52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4586" y="2234280"/>
              <a:ext cx="113221" cy="134142"/>
            </a:xfrm>
            <a:prstGeom prst="rect">
              <a:avLst/>
            </a:prstGeom>
          </p:spPr>
        </p:pic>
        <p:sp>
          <p:nvSpPr>
            <p:cNvPr id="24" name="object 11">
              <a:extLst>
                <a:ext uri="{FF2B5EF4-FFF2-40B4-BE49-F238E27FC236}">
                  <a16:creationId xmlns:a16="http://schemas.microsoft.com/office/drawing/2014/main" id="{870F509B-6343-B519-56A6-CC98099671C5}"/>
                </a:ext>
              </a:extLst>
            </p:cNvPr>
            <p:cNvSpPr/>
            <p:nvPr/>
          </p:nvSpPr>
          <p:spPr>
            <a:xfrm>
              <a:off x="2412962" y="2233808"/>
              <a:ext cx="76200" cy="134620"/>
            </a:xfrm>
            <a:custGeom>
              <a:avLst/>
              <a:gdLst/>
              <a:ahLst/>
              <a:cxnLst/>
              <a:rect l="l" t="t" r="r" b="b"/>
              <a:pathLst>
                <a:path w="76200" h="134619">
                  <a:moveTo>
                    <a:pt x="75819" y="119380"/>
                  </a:moveTo>
                  <a:lnTo>
                    <a:pt x="17691" y="119380"/>
                  </a:lnTo>
                  <a:lnTo>
                    <a:pt x="17691" y="72390"/>
                  </a:lnTo>
                  <a:lnTo>
                    <a:pt x="70789" y="72390"/>
                  </a:lnTo>
                  <a:lnTo>
                    <a:pt x="70789" y="57150"/>
                  </a:lnTo>
                  <a:lnTo>
                    <a:pt x="17691" y="57150"/>
                  </a:lnTo>
                  <a:lnTo>
                    <a:pt x="17691" y="15240"/>
                  </a:lnTo>
                  <a:lnTo>
                    <a:pt x="74218" y="15240"/>
                  </a:lnTo>
                  <a:lnTo>
                    <a:pt x="74218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57150"/>
                  </a:lnTo>
                  <a:lnTo>
                    <a:pt x="0" y="72390"/>
                  </a:lnTo>
                  <a:lnTo>
                    <a:pt x="0" y="119380"/>
                  </a:lnTo>
                  <a:lnTo>
                    <a:pt x="0" y="134620"/>
                  </a:lnTo>
                  <a:lnTo>
                    <a:pt x="75819" y="134620"/>
                  </a:lnTo>
                  <a:lnTo>
                    <a:pt x="75819" y="1193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12">
              <a:extLst>
                <a:ext uri="{FF2B5EF4-FFF2-40B4-BE49-F238E27FC236}">
                  <a16:creationId xmlns:a16="http://schemas.microsoft.com/office/drawing/2014/main" id="{98842F7E-1DD5-F66E-715F-2A320EBF984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0110" y="2234284"/>
              <a:ext cx="92311" cy="134142"/>
            </a:xfrm>
            <a:prstGeom prst="rect">
              <a:avLst/>
            </a:prstGeom>
          </p:spPr>
        </p:pic>
        <p:pic>
          <p:nvPicPr>
            <p:cNvPr id="26" name="object 13">
              <a:extLst>
                <a:ext uri="{FF2B5EF4-FFF2-40B4-BE49-F238E27FC236}">
                  <a16:creationId xmlns:a16="http://schemas.microsoft.com/office/drawing/2014/main" id="{94578F0E-F5F4-1C3B-CEC5-88700E0EC1C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0302" y="2231664"/>
              <a:ext cx="85264" cy="139576"/>
            </a:xfrm>
            <a:prstGeom prst="rect">
              <a:avLst/>
            </a:prstGeom>
          </p:spPr>
        </p:pic>
        <p:sp>
          <p:nvSpPr>
            <p:cNvPr id="27" name="object 14">
              <a:extLst>
                <a:ext uri="{FF2B5EF4-FFF2-40B4-BE49-F238E27FC236}">
                  <a16:creationId xmlns:a16="http://schemas.microsoft.com/office/drawing/2014/main" id="{5757BD4B-6879-B512-258C-CA590E513D51}"/>
                </a:ext>
              </a:extLst>
            </p:cNvPr>
            <p:cNvSpPr/>
            <p:nvPr/>
          </p:nvSpPr>
          <p:spPr>
            <a:xfrm>
              <a:off x="277797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15">
              <a:extLst>
                <a:ext uri="{FF2B5EF4-FFF2-40B4-BE49-F238E27FC236}">
                  <a16:creationId xmlns:a16="http://schemas.microsoft.com/office/drawing/2014/main" id="{5F1DD32A-9A42-3868-BCDE-826ACB3A656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0980" y="2233925"/>
              <a:ext cx="217271" cy="134620"/>
            </a:xfrm>
            <a:prstGeom prst="rect">
              <a:avLst/>
            </a:prstGeom>
          </p:spPr>
        </p:pic>
        <p:pic>
          <p:nvPicPr>
            <p:cNvPr id="29" name="object 16">
              <a:extLst>
                <a:ext uri="{FF2B5EF4-FFF2-40B4-BE49-F238E27FC236}">
                  <a16:creationId xmlns:a16="http://schemas.microsoft.com/office/drawing/2014/main" id="{7587601E-F715-52BA-7D67-607539066BB4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7399" y="2231666"/>
              <a:ext cx="122581" cy="139377"/>
            </a:xfrm>
            <a:prstGeom prst="rect">
              <a:avLst/>
            </a:prstGeom>
          </p:spPr>
        </p:pic>
        <p:pic>
          <p:nvPicPr>
            <p:cNvPr id="30" name="object 17">
              <a:extLst>
                <a:ext uri="{FF2B5EF4-FFF2-40B4-BE49-F238E27FC236}">
                  <a16:creationId xmlns:a16="http://schemas.microsoft.com/office/drawing/2014/main" id="{5C5CAFA5-01DD-7AAD-EA98-611343E9CF95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02992" y="2234285"/>
              <a:ext cx="72594" cy="134132"/>
            </a:xfrm>
            <a:prstGeom prst="rect">
              <a:avLst/>
            </a:prstGeom>
          </p:spPr>
        </p:pic>
        <p:sp>
          <p:nvSpPr>
            <p:cNvPr id="31" name="object 18">
              <a:extLst>
                <a:ext uri="{FF2B5EF4-FFF2-40B4-BE49-F238E27FC236}">
                  <a16:creationId xmlns:a16="http://schemas.microsoft.com/office/drawing/2014/main" id="{3D060A8F-FB8C-D32E-C220-3F658F022F3A}"/>
                </a:ext>
              </a:extLst>
            </p:cNvPr>
            <p:cNvSpPr/>
            <p:nvPr/>
          </p:nvSpPr>
          <p:spPr>
            <a:xfrm>
              <a:off x="1887258" y="2487135"/>
              <a:ext cx="1851025" cy="293370"/>
            </a:xfrm>
            <a:custGeom>
              <a:avLst/>
              <a:gdLst/>
              <a:ahLst/>
              <a:cxnLst/>
              <a:rect l="l" t="t" r="r" b="b"/>
              <a:pathLst>
                <a:path w="1851025" h="293369">
                  <a:moveTo>
                    <a:pt x="297827" y="144932"/>
                  </a:moveTo>
                  <a:lnTo>
                    <a:pt x="290436" y="98386"/>
                  </a:lnTo>
                  <a:lnTo>
                    <a:pt x="269697" y="58508"/>
                  </a:lnTo>
                  <a:lnTo>
                    <a:pt x="249885" y="39217"/>
                  </a:lnTo>
                  <a:lnTo>
                    <a:pt x="249885" y="146519"/>
                  </a:lnTo>
                  <a:lnTo>
                    <a:pt x="243865" y="195300"/>
                  </a:lnTo>
                  <a:lnTo>
                    <a:pt x="225425" y="237185"/>
                  </a:lnTo>
                  <a:lnTo>
                    <a:pt x="193979" y="266509"/>
                  </a:lnTo>
                  <a:lnTo>
                    <a:pt x="148920" y="277545"/>
                  </a:lnTo>
                  <a:lnTo>
                    <a:pt x="106260" y="268046"/>
                  </a:lnTo>
                  <a:lnTo>
                    <a:pt x="74599" y="241287"/>
                  </a:lnTo>
                  <a:lnTo>
                    <a:pt x="54889" y="199910"/>
                  </a:lnTo>
                  <a:lnTo>
                    <a:pt x="48107" y="146519"/>
                  </a:lnTo>
                  <a:lnTo>
                    <a:pt x="54114" y="97866"/>
                  </a:lnTo>
                  <a:lnTo>
                    <a:pt x="72529" y="56070"/>
                  </a:lnTo>
                  <a:lnTo>
                    <a:pt x="103924" y="26822"/>
                  </a:lnTo>
                  <a:lnTo>
                    <a:pt x="148920" y="15811"/>
                  </a:lnTo>
                  <a:lnTo>
                    <a:pt x="191655" y="25260"/>
                  </a:lnTo>
                  <a:lnTo>
                    <a:pt x="223367" y="51917"/>
                  </a:lnTo>
                  <a:lnTo>
                    <a:pt x="243090" y="93192"/>
                  </a:lnTo>
                  <a:lnTo>
                    <a:pt x="249885" y="146519"/>
                  </a:lnTo>
                  <a:lnTo>
                    <a:pt x="249885" y="39217"/>
                  </a:lnTo>
                  <a:lnTo>
                    <a:pt x="237769" y="27406"/>
                  </a:lnTo>
                  <a:lnTo>
                    <a:pt x="214249" y="15811"/>
                  </a:lnTo>
                  <a:lnTo>
                    <a:pt x="196799" y="7200"/>
                  </a:lnTo>
                  <a:lnTo>
                    <a:pt x="148920" y="0"/>
                  </a:lnTo>
                  <a:lnTo>
                    <a:pt x="101688" y="7162"/>
                  </a:lnTo>
                  <a:lnTo>
                    <a:pt x="60794" y="27419"/>
                  </a:lnTo>
                  <a:lnTo>
                    <a:pt x="28613" y="58889"/>
                  </a:lnTo>
                  <a:lnTo>
                    <a:pt x="7556" y="99745"/>
                  </a:lnTo>
                  <a:lnTo>
                    <a:pt x="0" y="148107"/>
                  </a:lnTo>
                  <a:lnTo>
                    <a:pt x="7404" y="194652"/>
                  </a:lnTo>
                  <a:lnTo>
                    <a:pt x="28155" y="234530"/>
                  </a:lnTo>
                  <a:lnTo>
                    <a:pt x="60096" y="265645"/>
                  </a:lnTo>
                  <a:lnTo>
                    <a:pt x="101079" y="285864"/>
                  </a:lnTo>
                  <a:lnTo>
                    <a:pt x="148920" y="293065"/>
                  </a:lnTo>
                  <a:lnTo>
                    <a:pt x="196176" y="285915"/>
                  </a:lnTo>
                  <a:lnTo>
                    <a:pt x="213093" y="277545"/>
                  </a:lnTo>
                  <a:lnTo>
                    <a:pt x="237109" y="265645"/>
                  </a:lnTo>
                  <a:lnTo>
                    <a:pt x="269240" y="234200"/>
                  </a:lnTo>
                  <a:lnTo>
                    <a:pt x="290283" y="193332"/>
                  </a:lnTo>
                  <a:lnTo>
                    <a:pt x="297827" y="144932"/>
                  </a:lnTo>
                  <a:close/>
                </a:path>
                <a:path w="1851025" h="293369">
                  <a:moveTo>
                    <a:pt x="616991" y="277533"/>
                  </a:moveTo>
                  <a:lnTo>
                    <a:pt x="576516" y="263029"/>
                  </a:lnTo>
                  <a:lnTo>
                    <a:pt x="481545" y="135674"/>
                  </a:lnTo>
                  <a:lnTo>
                    <a:pt x="562622" y="34023"/>
                  </a:lnTo>
                  <a:lnTo>
                    <a:pt x="609879" y="15811"/>
                  </a:lnTo>
                  <a:lnTo>
                    <a:pt x="609879" y="4787"/>
                  </a:lnTo>
                  <a:lnTo>
                    <a:pt x="508279" y="4787"/>
                  </a:lnTo>
                  <a:lnTo>
                    <a:pt x="508279" y="15811"/>
                  </a:lnTo>
                  <a:lnTo>
                    <a:pt x="540575" y="22936"/>
                  </a:lnTo>
                  <a:lnTo>
                    <a:pt x="540575" y="26098"/>
                  </a:lnTo>
                  <a:lnTo>
                    <a:pt x="470458" y="119964"/>
                  </a:lnTo>
                  <a:lnTo>
                    <a:pt x="468858" y="119964"/>
                  </a:lnTo>
                  <a:lnTo>
                    <a:pt x="405917" y="30835"/>
                  </a:lnTo>
                  <a:lnTo>
                    <a:pt x="401142" y="24498"/>
                  </a:lnTo>
                  <a:lnTo>
                    <a:pt x="400354" y="22148"/>
                  </a:lnTo>
                  <a:lnTo>
                    <a:pt x="435813" y="15811"/>
                  </a:lnTo>
                  <a:lnTo>
                    <a:pt x="435813" y="4787"/>
                  </a:lnTo>
                  <a:lnTo>
                    <a:pt x="310502" y="4787"/>
                  </a:lnTo>
                  <a:lnTo>
                    <a:pt x="310502" y="15811"/>
                  </a:lnTo>
                  <a:lnTo>
                    <a:pt x="334086" y="21374"/>
                  </a:lnTo>
                  <a:lnTo>
                    <a:pt x="340283" y="23482"/>
                  </a:lnTo>
                  <a:lnTo>
                    <a:pt x="345909" y="26416"/>
                  </a:lnTo>
                  <a:lnTo>
                    <a:pt x="350964" y="30391"/>
                  </a:lnTo>
                  <a:lnTo>
                    <a:pt x="355422" y="35636"/>
                  </a:lnTo>
                  <a:lnTo>
                    <a:pt x="440575" y="150533"/>
                  </a:lnTo>
                  <a:lnTo>
                    <a:pt x="355422" y="259295"/>
                  </a:lnTo>
                  <a:lnTo>
                    <a:pt x="308076" y="277533"/>
                  </a:lnTo>
                  <a:lnTo>
                    <a:pt x="308076" y="288671"/>
                  </a:lnTo>
                  <a:lnTo>
                    <a:pt x="409778" y="288671"/>
                  </a:lnTo>
                  <a:lnTo>
                    <a:pt x="409778" y="277533"/>
                  </a:lnTo>
                  <a:lnTo>
                    <a:pt x="384517" y="272046"/>
                  </a:lnTo>
                  <a:lnTo>
                    <a:pt x="375856" y="270433"/>
                  </a:lnTo>
                  <a:lnTo>
                    <a:pt x="376618" y="268820"/>
                  </a:lnTo>
                  <a:lnTo>
                    <a:pt x="381381" y="262496"/>
                  </a:lnTo>
                  <a:lnTo>
                    <a:pt x="451497" y="166357"/>
                  </a:lnTo>
                  <a:lnTo>
                    <a:pt x="453047" y="166357"/>
                  </a:lnTo>
                  <a:lnTo>
                    <a:pt x="526326" y="268820"/>
                  </a:lnTo>
                  <a:lnTo>
                    <a:pt x="527126" y="271233"/>
                  </a:lnTo>
                  <a:lnTo>
                    <a:pt x="491667" y="277533"/>
                  </a:lnTo>
                  <a:lnTo>
                    <a:pt x="491667" y="288671"/>
                  </a:lnTo>
                  <a:lnTo>
                    <a:pt x="616991" y="288671"/>
                  </a:lnTo>
                  <a:lnTo>
                    <a:pt x="616991" y="277533"/>
                  </a:lnTo>
                  <a:close/>
                </a:path>
                <a:path w="1851025" h="293369">
                  <a:moveTo>
                    <a:pt x="870724" y="4775"/>
                  </a:moveTo>
                  <a:lnTo>
                    <a:pt x="655612" y="4775"/>
                  </a:lnTo>
                  <a:lnTo>
                    <a:pt x="655612" y="15811"/>
                  </a:lnTo>
                  <a:lnTo>
                    <a:pt x="684720" y="22161"/>
                  </a:lnTo>
                  <a:lnTo>
                    <a:pt x="693420" y="23723"/>
                  </a:lnTo>
                  <a:lnTo>
                    <a:pt x="696595" y="27711"/>
                  </a:lnTo>
                  <a:lnTo>
                    <a:pt x="696595" y="265722"/>
                  </a:lnTo>
                  <a:lnTo>
                    <a:pt x="694232" y="268833"/>
                  </a:lnTo>
                  <a:lnTo>
                    <a:pt x="684720" y="271233"/>
                  </a:lnTo>
                  <a:lnTo>
                    <a:pt x="655612" y="277545"/>
                  </a:lnTo>
                  <a:lnTo>
                    <a:pt x="655612" y="288671"/>
                  </a:lnTo>
                  <a:lnTo>
                    <a:pt x="783297" y="288671"/>
                  </a:lnTo>
                  <a:lnTo>
                    <a:pt x="783297" y="277545"/>
                  </a:lnTo>
                  <a:lnTo>
                    <a:pt x="750925" y="271233"/>
                  </a:lnTo>
                  <a:lnTo>
                    <a:pt x="741540" y="269621"/>
                  </a:lnTo>
                  <a:lnTo>
                    <a:pt x="739165" y="265722"/>
                  </a:lnTo>
                  <a:lnTo>
                    <a:pt x="739165" y="155232"/>
                  </a:lnTo>
                  <a:lnTo>
                    <a:pt x="817181" y="155232"/>
                  </a:lnTo>
                  <a:lnTo>
                    <a:pt x="823506" y="159219"/>
                  </a:lnTo>
                  <a:lnTo>
                    <a:pt x="825779" y="169456"/>
                  </a:lnTo>
                  <a:lnTo>
                    <a:pt x="831316" y="196418"/>
                  </a:lnTo>
                  <a:lnTo>
                    <a:pt x="844715" y="196418"/>
                  </a:lnTo>
                  <a:lnTo>
                    <a:pt x="844715" y="102539"/>
                  </a:lnTo>
                  <a:lnTo>
                    <a:pt x="831316" y="102539"/>
                  </a:lnTo>
                  <a:lnTo>
                    <a:pt x="825779" y="125476"/>
                  </a:lnTo>
                  <a:lnTo>
                    <a:pt x="823506" y="135686"/>
                  </a:lnTo>
                  <a:lnTo>
                    <a:pt x="817181" y="139382"/>
                  </a:lnTo>
                  <a:lnTo>
                    <a:pt x="739165" y="139382"/>
                  </a:lnTo>
                  <a:lnTo>
                    <a:pt x="739165" y="20599"/>
                  </a:lnTo>
                  <a:lnTo>
                    <a:pt x="836815" y="20599"/>
                  </a:lnTo>
                  <a:lnTo>
                    <a:pt x="843140" y="24498"/>
                  </a:lnTo>
                  <a:lnTo>
                    <a:pt x="857377" y="75653"/>
                  </a:lnTo>
                  <a:lnTo>
                    <a:pt x="870724" y="75653"/>
                  </a:lnTo>
                  <a:lnTo>
                    <a:pt x="870724" y="4775"/>
                  </a:lnTo>
                  <a:close/>
                </a:path>
                <a:path w="1851025" h="293369">
                  <a:moveTo>
                    <a:pt x="1207160" y="144932"/>
                  </a:moveTo>
                  <a:lnTo>
                    <a:pt x="1199756" y="98386"/>
                  </a:lnTo>
                  <a:lnTo>
                    <a:pt x="1179017" y="58508"/>
                  </a:lnTo>
                  <a:lnTo>
                    <a:pt x="1159141" y="39166"/>
                  </a:lnTo>
                  <a:lnTo>
                    <a:pt x="1159141" y="146519"/>
                  </a:lnTo>
                  <a:lnTo>
                    <a:pt x="1153121" y="195300"/>
                  </a:lnTo>
                  <a:lnTo>
                    <a:pt x="1134681" y="237185"/>
                  </a:lnTo>
                  <a:lnTo>
                    <a:pt x="1103249" y="266509"/>
                  </a:lnTo>
                  <a:lnTo>
                    <a:pt x="1058227" y="277545"/>
                  </a:lnTo>
                  <a:lnTo>
                    <a:pt x="1015555" y="268046"/>
                  </a:lnTo>
                  <a:lnTo>
                    <a:pt x="983881" y="241287"/>
                  </a:lnTo>
                  <a:lnTo>
                    <a:pt x="964171" y="199910"/>
                  </a:lnTo>
                  <a:lnTo>
                    <a:pt x="957389" y="146519"/>
                  </a:lnTo>
                  <a:lnTo>
                    <a:pt x="963396" y="97866"/>
                  </a:lnTo>
                  <a:lnTo>
                    <a:pt x="981798" y="56070"/>
                  </a:lnTo>
                  <a:lnTo>
                    <a:pt x="1013218" y="26822"/>
                  </a:lnTo>
                  <a:lnTo>
                    <a:pt x="1058227" y="15811"/>
                  </a:lnTo>
                  <a:lnTo>
                    <a:pt x="1100950" y="25260"/>
                  </a:lnTo>
                  <a:lnTo>
                    <a:pt x="1132636" y="51917"/>
                  </a:lnTo>
                  <a:lnTo>
                    <a:pt x="1152359" y="93192"/>
                  </a:lnTo>
                  <a:lnTo>
                    <a:pt x="1159141" y="146519"/>
                  </a:lnTo>
                  <a:lnTo>
                    <a:pt x="1159141" y="39166"/>
                  </a:lnTo>
                  <a:lnTo>
                    <a:pt x="1147064" y="27406"/>
                  </a:lnTo>
                  <a:lnTo>
                    <a:pt x="1123543" y="15811"/>
                  </a:lnTo>
                  <a:lnTo>
                    <a:pt x="1106081" y="7200"/>
                  </a:lnTo>
                  <a:lnTo>
                    <a:pt x="1058227" y="0"/>
                  </a:lnTo>
                  <a:lnTo>
                    <a:pt x="1010996" y="7162"/>
                  </a:lnTo>
                  <a:lnTo>
                    <a:pt x="970089" y="27419"/>
                  </a:lnTo>
                  <a:lnTo>
                    <a:pt x="937920" y="58889"/>
                  </a:lnTo>
                  <a:lnTo>
                    <a:pt x="916876" y="99745"/>
                  </a:lnTo>
                  <a:lnTo>
                    <a:pt x="909320" y="148107"/>
                  </a:lnTo>
                  <a:lnTo>
                    <a:pt x="916724" y="194652"/>
                  </a:lnTo>
                  <a:lnTo>
                    <a:pt x="937475" y="234530"/>
                  </a:lnTo>
                  <a:lnTo>
                    <a:pt x="969429" y="265645"/>
                  </a:lnTo>
                  <a:lnTo>
                    <a:pt x="1010399" y="285864"/>
                  </a:lnTo>
                  <a:lnTo>
                    <a:pt x="1058227" y="293065"/>
                  </a:lnTo>
                  <a:lnTo>
                    <a:pt x="1105496" y="285915"/>
                  </a:lnTo>
                  <a:lnTo>
                    <a:pt x="1122413" y="277545"/>
                  </a:lnTo>
                  <a:lnTo>
                    <a:pt x="1146429" y="265645"/>
                  </a:lnTo>
                  <a:lnTo>
                    <a:pt x="1178560" y="234200"/>
                  </a:lnTo>
                  <a:lnTo>
                    <a:pt x="1199616" y="193332"/>
                  </a:lnTo>
                  <a:lnTo>
                    <a:pt x="1207160" y="144932"/>
                  </a:lnTo>
                  <a:close/>
                </a:path>
                <a:path w="1851025" h="293369">
                  <a:moveTo>
                    <a:pt x="1533385" y="277545"/>
                  </a:moveTo>
                  <a:lnTo>
                    <a:pt x="1493786" y="267690"/>
                  </a:lnTo>
                  <a:lnTo>
                    <a:pt x="1426489" y="182397"/>
                  </a:lnTo>
                  <a:lnTo>
                    <a:pt x="1414792" y="168097"/>
                  </a:lnTo>
                  <a:lnTo>
                    <a:pt x="1409788" y="163131"/>
                  </a:lnTo>
                  <a:lnTo>
                    <a:pt x="1407236" y="160604"/>
                  </a:lnTo>
                  <a:lnTo>
                    <a:pt x="1400987" y="156832"/>
                  </a:lnTo>
                  <a:lnTo>
                    <a:pt x="1400987" y="155232"/>
                  </a:lnTo>
                  <a:lnTo>
                    <a:pt x="1451914" y="127393"/>
                  </a:lnTo>
                  <a:lnTo>
                    <a:pt x="1470317" y="81203"/>
                  </a:lnTo>
                  <a:lnTo>
                    <a:pt x="1467129" y="60591"/>
                  </a:lnTo>
                  <a:lnTo>
                    <a:pt x="1457820" y="41084"/>
                  </a:lnTo>
                  <a:lnTo>
                    <a:pt x="1442745" y="24511"/>
                  </a:lnTo>
                  <a:lnTo>
                    <a:pt x="1435989" y="20599"/>
                  </a:lnTo>
                  <a:lnTo>
                    <a:pt x="1422298" y="12674"/>
                  </a:lnTo>
                  <a:lnTo>
                    <a:pt x="1422298" y="82003"/>
                  </a:lnTo>
                  <a:lnTo>
                    <a:pt x="1419733" y="105879"/>
                  </a:lnTo>
                  <a:lnTo>
                    <a:pt x="1410068" y="126796"/>
                  </a:lnTo>
                  <a:lnTo>
                    <a:pt x="1390345" y="141655"/>
                  </a:lnTo>
                  <a:lnTo>
                    <a:pt x="1357642" y="147307"/>
                  </a:lnTo>
                  <a:lnTo>
                    <a:pt x="1322197" y="147307"/>
                  </a:lnTo>
                  <a:lnTo>
                    <a:pt x="1322197" y="20599"/>
                  </a:lnTo>
                  <a:lnTo>
                    <a:pt x="1343494" y="20599"/>
                  </a:lnTo>
                  <a:lnTo>
                    <a:pt x="1386852" y="26911"/>
                  </a:lnTo>
                  <a:lnTo>
                    <a:pt x="1420291" y="64719"/>
                  </a:lnTo>
                  <a:lnTo>
                    <a:pt x="1422298" y="82003"/>
                  </a:lnTo>
                  <a:lnTo>
                    <a:pt x="1422298" y="12674"/>
                  </a:lnTo>
                  <a:lnTo>
                    <a:pt x="1410398" y="9093"/>
                  </a:lnTo>
                  <a:lnTo>
                    <a:pt x="1396885" y="6642"/>
                  </a:lnTo>
                  <a:lnTo>
                    <a:pt x="1381302" y="5232"/>
                  </a:lnTo>
                  <a:lnTo>
                    <a:pt x="1363179" y="4775"/>
                  </a:lnTo>
                  <a:lnTo>
                    <a:pt x="1238732" y="4775"/>
                  </a:lnTo>
                  <a:lnTo>
                    <a:pt x="1238732" y="15811"/>
                  </a:lnTo>
                  <a:lnTo>
                    <a:pt x="1267853" y="22161"/>
                  </a:lnTo>
                  <a:lnTo>
                    <a:pt x="1276565" y="23723"/>
                  </a:lnTo>
                  <a:lnTo>
                    <a:pt x="1279613" y="27711"/>
                  </a:lnTo>
                  <a:lnTo>
                    <a:pt x="1279613" y="265722"/>
                  </a:lnTo>
                  <a:lnTo>
                    <a:pt x="1277340" y="268833"/>
                  </a:lnTo>
                  <a:lnTo>
                    <a:pt x="1267853" y="271233"/>
                  </a:lnTo>
                  <a:lnTo>
                    <a:pt x="1238732" y="277545"/>
                  </a:lnTo>
                  <a:lnTo>
                    <a:pt x="1238732" y="288671"/>
                  </a:lnTo>
                  <a:lnTo>
                    <a:pt x="1366342" y="288671"/>
                  </a:lnTo>
                  <a:lnTo>
                    <a:pt x="1366342" y="277545"/>
                  </a:lnTo>
                  <a:lnTo>
                    <a:pt x="1334020" y="271233"/>
                  </a:lnTo>
                  <a:lnTo>
                    <a:pt x="1324559" y="269621"/>
                  </a:lnTo>
                  <a:lnTo>
                    <a:pt x="1322197" y="265722"/>
                  </a:lnTo>
                  <a:lnTo>
                    <a:pt x="1322197" y="163131"/>
                  </a:lnTo>
                  <a:lnTo>
                    <a:pt x="1343494" y="163131"/>
                  </a:lnTo>
                  <a:lnTo>
                    <a:pt x="1386852" y="193992"/>
                  </a:lnTo>
                  <a:lnTo>
                    <a:pt x="1445920" y="276720"/>
                  </a:lnTo>
                  <a:lnTo>
                    <a:pt x="1452994" y="286258"/>
                  </a:lnTo>
                  <a:lnTo>
                    <a:pt x="1456956" y="288671"/>
                  </a:lnTo>
                  <a:lnTo>
                    <a:pt x="1533385" y="288671"/>
                  </a:lnTo>
                  <a:lnTo>
                    <a:pt x="1533385" y="277545"/>
                  </a:lnTo>
                  <a:close/>
                </a:path>
                <a:path w="1851025" h="293369">
                  <a:moveTo>
                    <a:pt x="1850898" y="148107"/>
                  </a:moveTo>
                  <a:lnTo>
                    <a:pt x="1846249" y="109499"/>
                  </a:lnTo>
                  <a:lnTo>
                    <a:pt x="1832000" y="73304"/>
                  </a:lnTo>
                  <a:lnTo>
                    <a:pt x="1807692" y="42227"/>
                  </a:lnTo>
                  <a:lnTo>
                    <a:pt x="1802879" y="39027"/>
                  </a:lnTo>
                  <a:lnTo>
                    <a:pt x="1802879" y="148920"/>
                  </a:lnTo>
                  <a:lnTo>
                    <a:pt x="1800453" y="183375"/>
                  </a:lnTo>
                  <a:lnTo>
                    <a:pt x="1779943" y="237337"/>
                  </a:lnTo>
                  <a:lnTo>
                    <a:pt x="1746745" y="264134"/>
                  </a:lnTo>
                  <a:lnTo>
                    <a:pt x="1709458" y="272021"/>
                  </a:lnTo>
                  <a:lnTo>
                    <a:pt x="1686255" y="272846"/>
                  </a:lnTo>
                  <a:lnTo>
                    <a:pt x="1641348" y="272846"/>
                  </a:lnTo>
                  <a:lnTo>
                    <a:pt x="1638998" y="270421"/>
                  </a:lnTo>
                  <a:lnTo>
                    <a:pt x="1638998" y="20599"/>
                  </a:lnTo>
                  <a:lnTo>
                    <a:pt x="1679943" y="20599"/>
                  </a:lnTo>
                  <a:lnTo>
                    <a:pt x="1702650" y="21107"/>
                  </a:lnTo>
                  <a:lnTo>
                    <a:pt x="1750885" y="32410"/>
                  </a:lnTo>
                  <a:lnTo>
                    <a:pt x="1791652" y="81280"/>
                  </a:lnTo>
                  <a:lnTo>
                    <a:pt x="1802879" y="148920"/>
                  </a:lnTo>
                  <a:lnTo>
                    <a:pt x="1802879" y="39027"/>
                  </a:lnTo>
                  <a:lnTo>
                    <a:pt x="1755978" y="12750"/>
                  </a:lnTo>
                  <a:lnTo>
                    <a:pt x="1714754" y="5664"/>
                  </a:lnTo>
                  <a:lnTo>
                    <a:pt x="1689417" y="4775"/>
                  </a:lnTo>
                  <a:lnTo>
                    <a:pt x="1556232" y="4775"/>
                  </a:lnTo>
                  <a:lnTo>
                    <a:pt x="1556232" y="15811"/>
                  </a:lnTo>
                  <a:lnTo>
                    <a:pt x="1585366" y="22161"/>
                  </a:lnTo>
                  <a:lnTo>
                    <a:pt x="1594040" y="23723"/>
                  </a:lnTo>
                  <a:lnTo>
                    <a:pt x="1597202" y="27711"/>
                  </a:lnTo>
                  <a:lnTo>
                    <a:pt x="1597202" y="265722"/>
                  </a:lnTo>
                  <a:lnTo>
                    <a:pt x="1594827" y="268833"/>
                  </a:lnTo>
                  <a:lnTo>
                    <a:pt x="1585366" y="271246"/>
                  </a:lnTo>
                  <a:lnTo>
                    <a:pt x="1556232" y="277533"/>
                  </a:lnTo>
                  <a:lnTo>
                    <a:pt x="1556232" y="288658"/>
                  </a:lnTo>
                  <a:lnTo>
                    <a:pt x="1690992" y="288658"/>
                  </a:lnTo>
                  <a:lnTo>
                    <a:pt x="1719364" y="287604"/>
                  </a:lnTo>
                  <a:lnTo>
                    <a:pt x="1744268" y="284378"/>
                  </a:lnTo>
                  <a:lnTo>
                    <a:pt x="1765769" y="278942"/>
                  </a:lnTo>
                  <a:lnTo>
                    <a:pt x="1780159" y="272846"/>
                  </a:lnTo>
                  <a:lnTo>
                    <a:pt x="1783943" y="271246"/>
                  </a:lnTo>
                  <a:lnTo>
                    <a:pt x="1814703" y="248412"/>
                  </a:lnTo>
                  <a:lnTo>
                    <a:pt x="1835467" y="219138"/>
                  </a:lnTo>
                  <a:lnTo>
                    <a:pt x="1847202" y="185127"/>
                  </a:lnTo>
                  <a:lnTo>
                    <a:pt x="1850898" y="148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19">
              <a:extLst>
                <a:ext uri="{FF2B5EF4-FFF2-40B4-BE49-F238E27FC236}">
                  <a16:creationId xmlns:a16="http://schemas.microsoft.com/office/drawing/2014/main" id="{5CDFB8FC-E861-A2B5-318A-2E8FB89CDFB2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21167" y="926515"/>
              <a:ext cx="915186" cy="1092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68848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Text 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g object 16">
            <a:extLst>
              <a:ext uri="{FF2B5EF4-FFF2-40B4-BE49-F238E27FC236}">
                <a16:creationId xmlns:a16="http://schemas.microsoft.com/office/drawing/2014/main" id="{2EF7519D-4CD9-EC0D-7CC8-5B253B717582}"/>
              </a:ext>
            </a:extLst>
          </p:cNvPr>
          <p:cNvSpPr/>
          <p:nvPr userDrawn="1"/>
        </p:nvSpPr>
        <p:spPr>
          <a:xfrm>
            <a:off x="1015994" y="2285843"/>
            <a:ext cx="22352257" cy="10286615"/>
          </a:xfrm>
          <a:custGeom>
            <a:avLst/>
            <a:gdLst/>
            <a:ahLst/>
            <a:cxnLst/>
            <a:rect l="l" t="t" r="r" b="b"/>
            <a:pathLst>
              <a:path w="18428970" h="8481695">
                <a:moveTo>
                  <a:pt x="18428754" y="0"/>
                </a:moveTo>
                <a:lnTo>
                  <a:pt x="0" y="0"/>
                </a:lnTo>
                <a:lnTo>
                  <a:pt x="0" y="658177"/>
                </a:lnTo>
                <a:lnTo>
                  <a:pt x="0" y="668616"/>
                </a:lnTo>
                <a:lnTo>
                  <a:pt x="0" y="8481416"/>
                </a:lnTo>
                <a:lnTo>
                  <a:pt x="18428754" y="8481416"/>
                </a:lnTo>
                <a:lnTo>
                  <a:pt x="18428754" y="668616"/>
                </a:lnTo>
                <a:lnTo>
                  <a:pt x="18428754" y="658177"/>
                </a:lnTo>
                <a:lnTo>
                  <a:pt x="18428754" y="0"/>
                </a:lnTo>
                <a:close/>
              </a:path>
            </a:pathLst>
          </a:custGeom>
          <a:solidFill>
            <a:srgbClr val="F2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42886" y="3501570"/>
            <a:ext cx="10994746" cy="2362510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BE363-CD17-3BF4-ADB1-D48CBBE1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F9636-13E4-43A0-8806-7B38CCEAC82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9516AE6-F68A-AADF-334A-460377C6906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081894" y="1142919"/>
            <a:ext cx="10330619" cy="10285947"/>
          </a:xfrm>
          <a:solidFill>
            <a:schemeClr val="accent3">
              <a:lumMod val="20000"/>
              <a:lumOff val="80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00B3F34-098C-4925-9D3E-7DE1CB9710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045195" y="10693305"/>
            <a:ext cx="6550025" cy="295275"/>
          </a:xfrm>
        </p:spPr>
        <p:txBody>
          <a:bodyPr/>
          <a:lstStyle>
            <a:lvl1pPr algn="r">
              <a:lnSpc>
                <a:spcPct val="100000"/>
              </a:lnSpc>
              <a:spcBef>
                <a:spcPts val="0"/>
              </a:spcBef>
              <a:defRPr sz="2100" spc="4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Image credit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22070-B4BC-AAC5-907F-61D5FFC10A72}"/>
              </a:ext>
            </a:extLst>
          </p:cNvPr>
          <p:cNvSpPr/>
          <p:nvPr userDrawn="1"/>
        </p:nvSpPr>
        <p:spPr>
          <a:xfrm>
            <a:off x="-6248962" y="0"/>
            <a:ext cx="5654007" cy="5219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 anchorCtr="0"/>
          <a:lstStyle/>
          <a:p>
            <a:pPr>
              <a:spcAft>
                <a:spcPts val="1200"/>
              </a:spcAft>
            </a:pPr>
            <a:r>
              <a:rPr lang="en-GB" sz="3200" dirty="0">
                <a:latin typeface="+mj-lt"/>
              </a:rPr>
              <a:t>To change the image –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Delete the current image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Click on the icon in the centre </a:t>
            </a:r>
            <a:br>
              <a:rPr lang="en-GB" sz="2400" dirty="0"/>
            </a:br>
            <a:r>
              <a:rPr lang="en-GB" sz="2400" dirty="0"/>
              <a:t>of the image placeholder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Select a new image (from wherever you have it stored on your computer)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Once inserted, right-click on the new image and select </a:t>
            </a:r>
            <a:br>
              <a:rPr lang="en-GB" sz="2400" dirty="0"/>
            </a:br>
            <a:r>
              <a:rPr lang="en-GB" sz="2400" dirty="0"/>
              <a:t>“Send to Back”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7FA391-19E5-4757-22BD-B567A6EA72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2886" y="6280458"/>
            <a:ext cx="5348514" cy="51198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009FC680-D1A2-AD5A-F895-A05D8EAEF6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17631" y="6280458"/>
            <a:ext cx="5348514" cy="51198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11" name="object 4">
            <a:extLst>
              <a:ext uri="{FF2B5EF4-FFF2-40B4-BE49-F238E27FC236}">
                <a16:creationId xmlns:a16="http://schemas.microsoft.com/office/drawing/2014/main" id="{030282B5-8EC8-3BF7-C14B-90C552A66C44}"/>
              </a:ext>
            </a:extLst>
          </p:cNvPr>
          <p:cNvGrpSpPr>
            <a:grpSpLocks/>
          </p:cNvGrpSpPr>
          <p:nvPr userDrawn="1"/>
        </p:nvGrpSpPr>
        <p:grpSpPr>
          <a:xfrm>
            <a:off x="2046286" y="1480346"/>
            <a:ext cx="1618454" cy="1618454"/>
            <a:chOff x="1675341" y="756689"/>
            <a:chExt cx="2275205" cy="2272030"/>
          </a:xfrm>
        </p:grpSpPr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AFB32C03-BE83-B326-E218-E7368D82098B}"/>
                </a:ext>
              </a:extLst>
            </p:cNvPr>
            <p:cNvSpPr/>
            <p:nvPr/>
          </p:nvSpPr>
          <p:spPr>
            <a:xfrm>
              <a:off x="1675341" y="756689"/>
              <a:ext cx="2275205" cy="2272030"/>
            </a:xfrm>
            <a:custGeom>
              <a:avLst/>
              <a:gdLst/>
              <a:ahLst/>
              <a:cxnLst/>
              <a:rect l="l" t="t" r="r" b="b"/>
              <a:pathLst>
                <a:path w="2275204" h="2272030">
                  <a:moveTo>
                    <a:pt x="2274988" y="0"/>
                  </a:moveTo>
                  <a:lnTo>
                    <a:pt x="0" y="0"/>
                  </a:lnTo>
                  <a:lnTo>
                    <a:pt x="0" y="2271417"/>
                  </a:lnTo>
                  <a:lnTo>
                    <a:pt x="2274988" y="2271417"/>
                  </a:lnTo>
                  <a:lnTo>
                    <a:pt x="22749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6">
              <a:extLst>
                <a:ext uri="{FF2B5EF4-FFF2-40B4-BE49-F238E27FC236}">
                  <a16:creationId xmlns:a16="http://schemas.microsoft.com/office/drawing/2014/main" id="{F3C15E7E-EF28-0B45-EB0E-4B0FB393ADF4}"/>
                </a:ext>
              </a:extLst>
            </p:cNvPr>
            <p:cNvSpPr/>
            <p:nvPr/>
          </p:nvSpPr>
          <p:spPr>
            <a:xfrm>
              <a:off x="1695006" y="774583"/>
              <a:ext cx="2235835" cy="2235835"/>
            </a:xfrm>
            <a:custGeom>
              <a:avLst/>
              <a:gdLst/>
              <a:ahLst/>
              <a:cxnLst/>
              <a:rect l="l" t="t" r="r" b="b"/>
              <a:pathLst>
                <a:path w="2235835" h="2235835">
                  <a:moveTo>
                    <a:pt x="2235638" y="0"/>
                  </a:moveTo>
                  <a:lnTo>
                    <a:pt x="0" y="0"/>
                  </a:lnTo>
                  <a:lnTo>
                    <a:pt x="0" y="2235649"/>
                  </a:lnTo>
                  <a:lnTo>
                    <a:pt x="2235638" y="2235649"/>
                  </a:lnTo>
                  <a:lnTo>
                    <a:pt x="2235638" y="0"/>
                  </a:lnTo>
                  <a:close/>
                </a:path>
              </a:pathLst>
            </a:custGeom>
            <a:solidFill>
              <a:srgbClr val="002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7">
              <a:extLst>
                <a:ext uri="{FF2B5EF4-FFF2-40B4-BE49-F238E27FC236}">
                  <a16:creationId xmlns:a16="http://schemas.microsoft.com/office/drawing/2014/main" id="{380718CC-7522-1BF6-5A8C-48F32A01DDB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3232" y="2234279"/>
              <a:ext cx="97546" cy="136760"/>
            </a:xfrm>
            <a:prstGeom prst="rect">
              <a:avLst/>
            </a:prstGeom>
          </p:spPr>
        </p:pic>
        <p:pic>
          <p:nvPicPr>
            <p:cNvPr id="17" name="object 8">
              <a:extLst>
                <a:ext uri="{FF2B5EF4-FFF2-40B4-BE49-F238E27FC236}">
                  <a16:creationId xmlns:a16="http://schemas.microsoft.com/office/drawing/2014/main" id="{3A0E59A2-62E1-789C-0048-1489B5E18BD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0611" y="2234280"/>
              <a:ext cx="97337" cy="134142"/>
            </a:xfrm>
            <a:prstGeom prst="rect">
              <a:avLst/>
            </a:prstGeom>
          </p:spPr>
        </p:pic>
        <p:sp>
          <p:nvSpPr>
            <p:cNvPr id="18" name="object 9">
              <a:extLst>
                <a:ext uri="{FF2B5EF4-FFF2-40B4-BE49-F238E27FC236}">
                  <a16:creationId xmlns:a16="http://schemas.microsoft.com/office/drawing/2014/main" id="{4F7BF4A7-B162-A57F-09D4-5F79059E1D66}"/>
                </a:ext>
              </a:extLst>
            </p:cNvPr>
            <p:cNvSpPr/>
            <p:nvPr/>
          </p:nvSpPr>
          <p:spPr>
            <a:xfrm>
              <a:off x="221206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0">
              <a:extLst>
                <a:ext uri="{FF2B5EF4-FFF2-40B4-BE49-F238E27FC236}">
                  <a16:creationId xmlns:a16="http://schemas.microsoft.com/office/drawing/2014/main" id="{FA976AB6-3B2A-6611-FAB6-B57251F3AA3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4586" y="2234280"/>
              <a:ext cx="113221" cy="134142"/>
            </a:xfrm>
            <a:prstGeom prst="rect">
              <a:avLst/>
            </a:prstGeom>
          </p:spPr>
        </p:pic>
        <p:sp>
          <p:nvSpPr>
            <p:cNvPr id="20" name="object 11">
              <a:extLst>
                <a:ext uri="{FF2B5EF4-FFF2-40B4-BE49-F238E27FC236}">
                  <a16:creationId xmlns:a16="http://schemas.microsoft.com/office/drawing/2014/main" id="{2203FCA8-7A23-02B6-79D6-1E8D3398D705}"/>
                </a:ext>
              </a:extLst>
            </p:cNvPr>
            <p:cNvSpPr/>
            <p:nvPr/>
          </p:nvSpPr>
          <p:spPr>
            <a:xfrm>
              <a:off x="2412962" y="2233808"/>
              <a:ext cx="76200" cy="134620"/>
            </a:xfrm>
            <a:custGeom>
              <a:avLst/>
              <a:gdLst/>
              <a:ahLst/>
              <a:cxnLst/>
              <a:rect l="l" t="t" r="r" b="b"/>
              <a:pathLst>
                <a:path w="76200" h="134619">
                  <a:moveTo>
                    <a:pt x="75819" y="119380"/>
                  </a:moveTo>
                  <a:lnTo>
                    <a:pt x="17691" y="119380"/>
                  </a:lnTo>
                  <a:lnTo>
                    <a:pt x="17691" y="72390"/>
                  </a:lnTo>
                  <a:lnTo>
                    <a:pt x="70789" y="72390"/>
                  </a:lnTo>
                  <a:lnTo>
                    <a:pt x="70789" y="57150"/>
                  </a:lnTo>
                  <a:lnTo>
                    <a:pt x="17691" y="57150"/>
                  </a:lnTo>
                  <a:lnTo>
                    <a:pt x="17691" y="15240"/>
                  </a:lnTo>
                  <a:lnTo>
                    <a:pt x="74218" y="15240"/>
                  </a:lnTo>
                  <a:lnTo>
                    <a:pt x="74218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57150"/>
                  </a:lnTo>
                  <a:lnTo>
                    <a:pt x="0" y="72390"/>
                  </a:lnTo>
                  <a:lnTo>
                    <a:pt x="0" y="119380"/>
                  </a:lnTo>
                  <a:lnTo>
                    <a:pt x="0" y="134620"/>
                  </a:lnTo>
                  <a:lnTo>
                    <a:pt x="75819" y="134620"/>
                  </a:lnTo>
                  <a:lnTo>
                    <a:pt x="75819" y="1193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12">
              <a:extLst>
                <a:ext uri="{FF2B5EF4-FFF2-40B4-BE49-F238E27FC236}">
                  <a16:creationId xmlns:a16="http://schemas.microsoft.com/office/drawing/2014/main" id="{50863D36-A5C4-1742-F7ED-BBD349998F0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0110" y="2234284"/>
              <a:ext cx="92311" cy="134142"/>
            </a:xfrm>
            <a:prstGeom prst="rect">
              <a:avLst/>
            </a:prstGeom>
          </p:spPr>
        </p:pic>
        <p:pic>
          <p:nvPicPr>
            <p:cNvPr id="22" name="object 13">
              <a:extLst>
                <a:ext uri="{FF2B5EF4-FFF2-40B4-BE49-F238E27FC236}">
                  <a16:creationId xmlns:a16="http://schemas.microsoft.com/office/drawing/2014/main" id="{5D4099C1-828D-58F1-9ACE-BE8896B6F38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0302" y="2231664"/>
              <a:ext cx="85264" cy="139576"/>
            </a:xfrm>
            <a:prstGeom prst="rect">
              <a:avLst/>
            </a:prstGeom>
          </p:spPr>
        </p:pic>
        <p:sp>
          <p:nvSpPr>
            <p:cNvPr id="23" name="object 14">
              <a:extLst>
                <a:ext uri="{FF2B5EF4-FFF2-40B4-BE49-F238E27FC236}">
                  <a16:creationId xmlns:a16="http://schemas.microsoft.com/office/drawing/2014/main" id="{A4AAA9F8-FFD4-E73D-2579-E29B2D594CB7}"/>
                </a:ext>
              </a:extLst>
            </p:cNvPr>
            <p:cNvSpPr/>
            <p:nvPr/>
          </p:nvSpPr>
          <p:spPr>
            <a:xfrm>
              <a:off x="277797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5">
              <a:extLst>
                <a:ext uri="{FF2B5EF4-FFF2-40B4-BE49-F238E27FC236}">
                  <a16:creationId xmlns:a16="http://schemas.microsoft.com/office/drawing/2014/main" id="{9AE970F7-4772-EE2A-A4BF-69AD57E72E6D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0980" y="2233925"/>
              <a:ext cx="217271" cy="134620"/>
            </a:xfrm>
            <a:prstGeom prst="rect">
              <a:avLst/>
            </a:prstGeom>
          </p:spPr>
        </p:pic>
        <p:pic>
          <p:nvPicPr>
            <p:cNvPr id="25" name="object 16">
              <a:extLst>
                <a:ext uri="{FF2B5EF4-FFF2-40B4-BE49-F238E27FC236}">
                  <a16:creationId xmlns:a16="http://schemas.microsoft.com/office/drawing/2014/main" id="{1EF6E48C-091E-CC44-BD02-6303D83D42BD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7399" y="2231666"/>
              <a:ext cx="122581" cy="139377"/>
            </a:xfrm>
            <a:prstGeom prst="rect">
              <a:avLst/>
            </a:prstGeom>
          </p:spPr>
        </p:pic>
        <p:pic>
          <p:nvPicPr>
            <p:cNvPr id="26" name="object 17">
              <a:extLst>
                <a:ext uri="{FF2B5EF4-FFF2-40B4-BE49-F238E27FC236}">
                  <a16:creationId xmlns:a16="http://schemas.microsoft.com/office/drawing/2014/main" id="{2E346A57-22DD-B30B-8D24-9BA8E67A072B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02992" y="2234285"/>
              <a:ext cx="72594" cy="134132"/>
            </a:xfrm>
            <a:prstGeom prst="rect">
              <a:avLst/>
            </a:prstGeom>
          </p:spPr>
        </p:pic>
        <p:sp>
          <p:nvSpPr>
            <p:cNvPr id="27" name="object 18">
              <a:extLst>
                <a:ext uri="{FF2B5EF4-FFF2-40B4-BE49-F238E27FC236}">
                  <a16:creationId xmlns:a16="http://schemas.microsoft.com/office/drawing/2014/main" id="{E707B1DB-1A51-1DD2-9006-11F605AA604A}"/>
                </a:ext>
              </a:extLst>
            </p:cNvPr>
            <p:cNvSpPr/>
            <p:nvPr/>
          </p:nvSpPr>
          <p:spPr>
            <a:xfrm>
              <a:off x="1887258" y="2487135"/>
              <a:ext cx="1851025" cy="293370"/>
            </a:xfrm>
            <a:custGeom>
              <a:avLst/>
              <a:gdLst/>
              <a:ahLst/>
              <a:cxnLst/>
              <a:rect l="l" t="t" r="r" b="b"/>
              <a:pathLst>
                <a:path w="1851025" h="293369">
                  <a:moveTo>
                    <a:pt x="297827" y="144932"/>
                  </a:moveTo>
                  <a:lnTo>
                    <a:pt x="290436" y="98386"/>
                  </a:lnTo>
                  <a:lnTo>
                    <a:pt x="269697" y="58508"/>
                  </a:lnTo>
                  <a:lnTo>
                    <a:pt x="249885" y="39217"/>
                  </a:lnTo>
                  <a:lnTo>
                    <a:pt x="249885" y="146519"/>
                  </a:lnTo>
                  <a:lnTo>
                    <a:pt x="243865" y="195300"/>
                  </a:lnTo>
                  <a:lnTo>
                    <a:pt x="225425" y="237185"/>
                  </a:lnTo>
                  <a:lnTo>
                    <a:pt x="193979" y="266509"/>
                  </a:lnTo>
                  <a:lnTo>
                    <a:pt x="148920" y="277545"/>
                  </a:lnTo>
                  <a:lnTo>
                    <a:pt x="106260" y="268046"/>
                  </a:lnTo>
                  <a:lnTo>
                    <a:pt x="74599" y="241287"/>
                  </a:lnTo>
                  <a:lnTo>
                    <a:pt x="54889" y="199910"/>
                  </a:lnTo>
                  <a:lnTo>
                    <a:pt x="48107" y="146519"/>
                  </a:lnTo>
                  <a:lnTo>
                    <a:pt x="54114" y="97866"/>
                  </a:lnTo>
                  <a:lnTo>
                    <a:pt x="72529" y="56070"/>
                  </a:lnTo>
                  <a:lnTo>
                    <a:pt x="103924" y="26822"/>
                  </a:lnTo>
                  <a:lnTo>
                    <a:pt x="148920" y="15811"/>
                  </a:lnTo>
                  <a:lnTo>
                    <a:pt x="191655" y="25260"/>
                  </a:lnTo>
                  <a:lnTo>
                    <a:pt x="223367" y="51917"/>
                  </a:lnTo>
                  <a:lnTo>
                    <a:pt x="243090" y="93192"/>
                  </a:lnTo>
                  <a:lnTo>
                    <a:pt x="249885" y="146519"/>
                  </a:lnTo>
                  <a:lnTo>
                    <a:pt x="249885" y="39217"/>
                  </a:lnTo>
                  <a:lnTo>
                    <a:pt x="237769" y="27406"/>
                  </a:lnTo>
                  <a:lnTo>
                    <a:pt x="214249" y="15811"/>
                  </a:lnTo>
                  <a:lnTo>
                    <a:pt x="196799" y="7200"/>
                  </a:lnTo>
                  <a:lnTo>
                    <a:pt x="148920" y="0"/>
                  </a:lnTo>
                  <a:lnTo>
                    <a:pt x="101688" y="7162"/>
                  </a:lnTo>
                  <a:lnTo>
                    <a:pt x="60794" y="27419"/>
                  </a:lnTo>
                  <a:lnTo>
                    <a:pt x="28613" y="58889"/>
                  </a:lnTo>
                  <a:lnTo>
                    <a:pt x="7556" y="99745"/>
                  </a:lnTo>
                  <a:lnTo>
                    <a:pt x="0" y="148107"/>
                  </a:lnTo>
                  <a:lnTo>
                    <a:pt x="7404" y="194652"/>
                  </a:lnTo>
                  <a:lnTo>
                    <a:pt x="28155" y="234530"/>
                  </a:lnTo>
                  <a:lnTo>
                    <a:pt x="60096" y="265645"/>
                  </a:lnTo>
                  <a:lnTo>
                    <a:pt x="101079" y="285864"/>
                  </a:lnTo>
                  <a:lnTo>
                    <a:pt x="148920" y="293065"/>
                  </a:lnTo>
                  <a:lnTo>
                    <a:pt x="196176" y="285915"/>
                  </a:lnTo>
                  <a:lnTo>
                    <a:pt x="213093" y="277545"/>
                  </a:lnTo>
                  <a:lnTo>
                    <a:pt x="237109" y="265645"/>
                  </a:lnTo>
                  <a:lnTo>
                    <a:pt x="269240" y="234200"/>
                  </a:lnTo>
                  <a:lnTo>
                    <a:pt x="290283" y="193332"/>
                  </a:lnTo>
                  <a:lnTo>
                    <a:pt x="297827" y="144932"/>
                  </a:lnTo>
                  <a:close/>
                </a:path>
                <a:path w="1851025" h="293369">
                  <a:moveTo>
                    <a:pt x="616991" y="277533"/>
                  </a:moveTo>
                  <a:lnTo>
                    <a:pt x="576516" y="263029"/>
                  </a:lnTo>
                  <a:lnTo>
                    <a:pt x="481545" y="135674"/>
                  </a:lnTo>
                  <a:lnTo>
                    <a:pt x="562622" y="34023"/>
                  </a:lnTo>
                  <a:lnTo>
                    <a:pt x="609879" y="15811"/>
                  </a:lnTo>
                  <a:lnTo>
                    <a:pt x="609879" y="4787"/>
                  </a:lnTo>
                  <a:lnTo>
                    <a:pt x="508279" y="4787"/>
                  </a:lnTo>
                  <a:lnTo>
                    <a:pt x="508279" y="15811"/>
                  </a:lnTo>
                  <a:lnTo>
                    <a:pt x="540575" y="22936"/>
                  </a:lnTo>
                  <a:lnTo>
                    <a:pt x="540575" y="26098"/>
                  </a:lnTo>
                  <a:lnTo>
                    <a:pt x="470458" y="119964"/>
                  </a:lnTo>
                  <a:lnTo>
                    <a:pt x="468858" y="119964"/>
                  </a:lnTo>
                  <a:lnTo>
                    <a:pt x="405917" y="30835"/>
                  </a:lnTo>
                  <a:lnTo>
                    <a:pt x="401142" y="24498"/>
                  </a:lnTo>
                  <a:lnTo>
                    <a:pt x="400354" y="22148"/>
                  </a:lnTo>
                  <a:lnTo>
                    <a:pt x="435813" y="15811"/>
                  </a:lnTo>
                  <a:lnTo>
                    <a:pt x="435813" y="4787"/>
                  </a:lnTo>
                  <a:lnTo>
                    <a:pt x="310502" y="4787"/>
                  </a:lnTo>
                  <a:lnTo>
                    <a:pt x="310502" y="15811"/>
                  </a:lnTo>
                  <a:lnTo>
                    <a:pt x="334086" y="21374"/>
                  </a:lnTo>
                  <a:lnTo>
                    <a:pt x="340283" y="23482"/>
                  </a:lnTo>
                  <a:lnTo>
                    <a:pt x="345909" y="26416"/>
                  </a:lnTo>
                  <a:lnTo>
                    <a:pt x="350964" y="30391"/>
                  </a:lnTo>
                  <a:lnTo>
                    <a:pt x="355422" y="35636"/>
                  </a:lnTo>
                  <a:lnTo>
                    <a:pt x="440575" y="150533"/>
                  </a:lnTo>
                  <a:lnTo>
                    <a:pt x="355422" y="259295"/>
                  </a:lnTo>
                  <a:lnTo>
                    <a:pt x="308076" y="277533"/>
                  </a:lnTo>
                  <a:lnTo>
                    <a:pt x="308076" y="288671"/>
                  </a:lnTo>
                  <a:lnTo>
                    <a:pt x="409778" y="288671"/>
                  </a:lnTo>
                  <a:lnTo>
                    <a:pt x="409778" y="277533"/>
                  </a:lnTo>
                  <a:lnTo>
                    <a:pt x="384517" y="272046"/>
                  </a:lnTo>
                  <a:lnTo>
                    <a:pt x="375856" y="270433"/>
                  </a:lnTo>
                  <a:lnTo>
                    <a:pt x="376618" y="268820"/>
                  </a:lnTo>
                  <a:lnTo>
                    <a:pt x="381381" y="262496"/>
                  </a:lnTo>
                  <a:lnTo>
                    <a:pt x="451497" y="166357"/>
                  </a:lnTo>
                  <a:lnTo>
                    <a:pt x="453047" y="166357"/>
                  </a:lnTo>
                  <a:lnTo>
                    <a:pt x="526326" y="268820"/>
                  </a:lnTo>
                  <a:lnTo>
                    <a:pt x="527126" y="271233"/>
                  </a:lnTo>
                  <a:lnTo>
                    <a:pt x="491667" y="277533"/>
                  </a:lnTo>
                  <a:lnTo>
                    <a:pt x="491667" y="288671"/>
                  </a:lnTo>
                  <a:lnTo>
                    <a:pt x="616991" y="288671"/>
                  </a:lnTo>
                  <a:lnTo>
                    <a:pt x="616991" y="277533"/>
                  </a:lnTo>
                  <a:close/>
                </a:path>
                <a:path w="1851025" h="293369">
                  <a:moveTo>
                    <a:pt x="870724" y="4775"/>
                  </a:moveTo>
                  <a:lnTo>
                    <a:pt x="655612" y="4775"/>
                  </a:lnTo>
                  <a:lnTo>
                    <a:pt x="655612" y="15811"/>
                  </a:lnTo>
                  <a:lnTo>
                    <a:pt x="684720" y="22161"/>
                  </a:lnTo>
                  <a:lnTo>
                    <a:pt x="693420" y="23723"/>
                  </a:lnTo>
                  <a:lnTo>
                    <a:pt x="696595" y="27711"/>
                  </a:lnTo>
                  <a:lnTo>
                    <a:pt x="696595" y="265722"/>
                  </a:lnTo>
                  <a:lnTo>
                    <a:pt x="694232" y="268833"/>
                  </a:lnTo>
                  <a:lnTo>
                    <a:pt x="684720" y="271233"/>
                  </a:lnTo>
                  <a:lnTo>
                    <a:pt x="655612" y="277545"/>
                  </a:lnTo>
                  <a:lnTo>
                    <a:pt x="655612" y="288671"/>
                  </a:lnTo>
                  <a:lnTo>
                    <a:pt x="783297" y="288671"/>
                  </a:lnTo>
                  <a:lnTo>
                    <a:pt x="783297" y="277545"/>
                  </a:lnTo>
                  <a:lnTo>
                    <a:pt x="750925" y="271233"/>
                  </a:lnTo>
                  <a:lnTo>
                    <a:pt x="741540" y="269621"/>
                  </a:lnTo>
                  <a:lnTo>
                    <a:pt x="739165" y="265722"/>
                  </a:lnTo>
                  <a:lnTo>
                    <a:pt x="739165" y="155232"/>
                  </a:lnTo>
                  <a:lnTo>
                    <a:pt x="817181" y="155232"/>
                  </a:lnTo>
                  <a:lnTo>
                    <a:pt x="823506" y="159219"/>
                  </a:lnTo>
                  <a:lnTo>
                    <a:pt x="825779" y="169456"/>
                  </a:lnTo>
                  <a:lnTo>
                    <a:pt x="831316" y="196418"/>
                  </a:lnTo>
                  <a:lnTo>
                    <a:pt x="844715" y="196418"/>
                  </a:lnTo>
                  <a:lnTo>
                    <a:pt x="844715" y="102539"/>
                  </a:lnTo>
                  <a:lnTo>
                    <a:pt x="831316" y="102539"/>
                  </a:lnTo>
                  <a:lnTo>
                    <a:pt x="825779" y="125476"/>
                  </a:lnTo>
                  <a:lnTo>
                    <a:pt x="823506" y="135686"/>
                  </a:lnTo>
                  <a:lnTo>
                    <a:pt x="817181" y="139382"/>
                  </a:lnTo>
                  <a:lnTo>
                    <a:pt x="739165" y="139382"/>
                  </a:lnTo>
                  <a:lnTo>
                    <a:pt x="739165" y="20599"/>
                  </a:lnTo>
                  <a:lnTo>
                    <a:pt x="836815" y="20599"/>
                  </a:lnTo>
                  <a:lnTo>
                    <a:pt x="843140" y="24498"/>
                  </a:lnTo>
                  <a:lnTo>
                    <a:pt x="857377" y="75653"/>
                  </a:lnTo>
                  <a:lnTo>
                    <a:pt x="870724" y="75653"/>
                  </a:lnTo>
                  <a:lnTo>
                    <a:pt x="870724" y="4775"/>
                  </a:lnTo>
                  <a:close/>
                </a:path>
                <a:path w="1851025" h="293369">
                  <a:moveTo>
                    <a:pt x="1207160" y="144932"/>
                  </a:moveTo>
                  <a:lnTo>
                    <a:pt x="1199756" y="98386"/>
                  </a:lnTo>
                  <a:lnTo>
                    <a:pt x="1179017" y="58508"/>
                  </a:lnTo>
                  <a:lnTo>
                    <a:pt x="1159141" y="39166"/>
                  </a:lnTo>
                  <a:lnTo>
                    <a:pt x="1159141" y="146519"/>
                  </a:lnTo>
                  <a:lnTo>
                    <a:pt x="1153121" y="195300"/>
                  </a:lnTo>
                  <a:lnTo>
                    <a:pt x="1134681" y="237185"/>
                  </a:lnTo>
                  <a:lnTo>
                    <a:pt x="1103249" y="266509"/>
                  </a:lnTo>
                  <a:lnTo>
                    <a:pt x="1058227" y="277545"/>
                  </a:lnTo>
                  <a:lnTo>
                    <a:pt x="1015555" y="268046"/>
                  </a:lnTo>
                  <a:lnTo>
                    <a:pt x="983881" y="241287"/>
                  </a:lnTo>
                  <a:lnTo>
                    <a:pt x="964171" y="199910"/>
                  </a:lnTo>
                  <a:lnTo>
                    <a:pt x="957389" y="146519"/>
                  </a:lnTo>
                  <a:lnTo>
                    <a:pt x="963396" y="97866"/>
                  </a:lnTo>
                  <a:lnTo>
                    <a:pt x="981798" y="56070"/>
                  </a:lnTo>
                  <a:lnTo>
                    <a:pt x="1013218" y="26822"/>
                  </a:lnTo>
                  <a:lnTo>
                    <a:pt x="1058227" y="15811"/>
                  </a:lnTo>
                  <a:lnTo>
                    <a:pt x="1100950" y="25260"/>
                  </a:lnTo>
                  <a:lnTo>
                    <a:pt x="1132636" y="51917"/>
                  </a:lnTo>
                  <a:lnTo>
                    <a:pt x="1152359" y="93192"/>
                  </a:lnTo>
                  <a:lnTo>
                    <a:pt x="1159141" y="146519"/>
                  </a:lnTo>
                  <a:lnTo>
                    <a:pt x="1159141" y="39166"/>
                  </a:lnTo>
                  <a:lnTo>
                    <a:pt x="1147064" y="27406"/>
                  </a:lnTo>
                  <a:lnTo>
                    <a:pt x="1123543" y="15811"/>
                  </a:lnTo>
                  <a:lnTo>
                    <a:pt x="1106081" y="7200"/>
                  </a:lnTo>
                  <a:lnTo>
                    <a:pt x="1058227" y="0"/>
                  </a:lnTo>
                  <a:lnTo>
                    <a:pt x="1010996" y="7162"/>
                  </a:lnTo>
                  <a:lnTo>
                    <a:pt x="970089" y="27419"/>
                  </a:lnTo>
                  <a:lnTo>
                    <a:pt x="937920" y="58889"/>
                  </a:lnTo>
                  <a:lnTo>
                    <a:pt x="916876" y="99745"/>
                  </a:lnTo>
                  <a:lnTo>
                    <a:pt x="909320" y="148107"/>
                  </a:lnTo>
                  <a:lnTo>
                    <a:pt x="916724" y="194652"/>
                  </a:lnTo>
                  <a:lnTo>
                    <a:pt x="937475" y="234530"/>
                  </a:lnTo>
                  <a:lnTo>
                    <a:pt x="969429" y="265645"/>
                  </a:lnTo>
                  <a:lnTo>
                    <a:pt x="1010399" y="285864"/>
                  </a:lnTo>
                  <a:lnTo>
                    <a:pt x="1058227" y="293065"/>
                  </a:lnTo>
                  <a:lnTo>
                    <a:pt x="1105496" y="285915"/>
                  </a:lnTo>
                  <a:lnTo>
                    <a:pt x="1122413" y="277545"/>
                  </a:lnTo>
                  <a:lnTo>
                    <a:pt x="1146429" y="265645"/>
                  </a:lnTo>
                  <a:lnTo>
                    <a:pt x="1178560" y="234200"/>
                  </a:lnTo>
                  <a:lnTo>
                    <a:pt x="1199616" y="193332"/>
                  </a:lnTo>
                  <a:lnTo>
                    <a:pt x="1207160" y="144932"/>
                  </a:lnTo>
                  <a:close/>
                </a:path>
                <a:path w="1851025" h="293369">
                  <a:moveTo>
                    <a:pt x="1533385" y="277545"/>
                  </a:moveTo>
                  <a:lnTo>
                    <a:pt x="1493786" y="267690"/>
                  </a:lnTo>
                  <a:lnTo>
                    <a:pt x="1426489" y="182397"/>
                  </a:lnTo>
                  <a:lnTo>
                    <a:pt x="1414792" y="168097"/>
                  </a:lnTo>
                  <a:lnTo>
                    <a:pt x="1409788" y="163131"/>
                  </a:lnTo>
                  <a:lnTo>
                    <a:pt x="1407236" y="160604"/>
                  </a:lnTo>
                  <a:lnTo>
                    <a:pt x="1400987" y="156832"/>
                  </a:lnTo>
                  <a:lnTo>
                    <a:pt x="1400987" y="155232"/>
                  </a:lnTo>
                  <a:lnTo>
                    <a:pt x="1451914" y="127393"/>
                  </a:lnTo>
                  <a:lnTo>
                    <a:pt x="1470317" y="81203"/>
                  </a:lnTo>
                  <a:lnTo>
                    <a:pt x="1467129" y="60591"/>
                  </a:lnTo>
                  <a:lnTo>
                    <a:pt x="1457820" y="41084"/>
                  </a:lnTo>
                  <a:lnTo>
                    <a:pt x="1442745" y="24511"/>
                  </a:lnTo>
                  <a:lnTo>
                    <a:pt x="1435989" y="20599"/>
                  </a:lnTo>
                  <a:lnTo>
                    <a:pt x="1422298" y="12674"/>
                  </a:lnTo>
                  <a:lnTo>
                    <a:pt x="1422298" y="82003"/>
                  </a:lnTo>
                  <a:lnTo>
                    <a:pt x="1419733" y="105879"/>
                  </a:lnTo>
                  <a:lnTo>
                    <a:pt x="1410068" y="126796"/>
                  </a:lnTo>
                  <a:lnTo>
                    <a:pt x="1390345" y="141655"/>
                  </a:lnTo>
                  <a:lnTo>
                    <a:pt x="1357642" y="147307"/>
                  </a:lnTo>
                  <a:lnTo>
                    <a:pt x="1322197" y="147307"/>
                  </a:lnTo>
                  <a:lnTo>
                    <a:pt x="1322197" y="20599"/>
                  </a:lnTo>
                  <a:lnTo>
                    <a:pt x="1343494" y="20599"/>
                  </a:lnTo>
                  <a:lnTo>
                    <a:pt x="1386852" y="26911"/>
                  </a:lnTo>
                  <a:lnTo>
                    <a:pt x="1420291" y="64719"/>
                  </a:lnTo>
                  <a:lnTo>
                    <a:pt x="1422298" y="82003"/>
                  </a:lnTo>
                  <a:lnTo>
                    <a:pt x="1422298" y="12674"/>
                  </a:lnTo>
                  <a:lnTo>
                    <a:pt x="1410398" y="9093"/>
                  </a:lnTo>
                  <a:lnTo>
                    <a:pt x="1396885" y="6642"/>
                  </a:lnTo>
                  <a:lnTo>
                    <a:pt x="1381302" y="5232"/>
                  </a:lnTo>
                  <a:lnTo>
                    <a:pt x="1363179" y="4775"/>
                  </a:lnTo>
                  <a:lnTo>
                    <a:pt x="1238732" y="4775"/>
                  </a:lnTo>
                  <a:lnTo>
                    <a:pt x="1238732" y="15811"/>
                  </a:lnTo>
                  <a:lnTo>
                    <a:pt x="1267853" y="22161"/>
                  </a:lnTo>
                  <a:lnTo>
                    <a:pt x="1276565" y="23723"/>
                  </a:lnTo>
                  <a:lnTo>
                    <a:pt x="1279613" y="27711"/>
                  </a:lnTo>
                  <a:lnTo>
                    <a:pt x="1279613" y="265722"/>
                  </a:lnTo>
                  <a:lnTo>
                    <a:pt x="1277340" y="268833"/>
                  </a:lnTo>
                  <a:lnTo>
                    <a:pt x="1267853" y="271233"/>
                  </a:lnTo>
                  <a:lnTo>
                    <a:pt x="1238732" y="277545"/>
                  </a:lnTo>
                  <a:lnTo>
                    <a:pt x="1238732" y="288671"/>
                  </a:lnTo>
                  <a:lnTo>
                    <a:pt x="1366342" y="288671"/>
                  </a:lnTo>
                  <a:lnTo>
                    <a:pt x="1366342" y="277545"/>
                  </a:lnTo>
                  <a:lnTo>
                    <a:pt x="1334020" y="271233"/>
                  </a:lnTo>
                  <a:lnTo>
                    <a:pt x="1324559" y="269621"/>
                  </a:lnTo>
                  <a:lnTo>
                    <a:pt x="1322197" y="265722"/>
                  </a:lnTo>
                  <a:lnTo>
                    <a:pt x="1322197" y="163131"/>
                  </a:lnTo>
                  <a:lnTo>
                    <a:pt x="1343494" y="163131"/>
                  </a:lnTo>
                  <a:lnTo>
                    <a:pt x="1386852" y="193992"/>
                  </a:lnTo>
                  <a:lnTo>
                    <a:pt x="1445920" y="276720"/>
                  </a:lnTo>
                  <a:lnTo>
                    <a:pt x="1452994" y="286258"/>
                  </a:lnTo>
                  <a:lnTo>
                    <a:pt x="1456956" y="288671"/>
                  </a:lnTo>
                  <a:lnTo>
                    <a:pt x="1533385" y="288671"/>
                  </a:lnTo>
                  <a:lnTo>
                    <a:pt x="1533385" y="277545"/>
                  </a:lnTo>
                  <a:close/>
                </a:path>
                <a:path w="1851025" h="293369">
                  <a:moveTo>
                    <a:pt x="1850898" y="148107"/>
                  </a:moveTo>
                  <a:lnTo>
                    <a:pt x="1846249" y="109499"/>
                  </a:lnTo>
                  <a:lnTo>
                    <a:pt x="1832000" y="73304"/>
                  </a:lnTo>
                  <a:lnTo>
                    <a:pt x="1807692" y="42227"/>
                  </a:lnTo>
                  <a:lnTo>
                    <a:pt x="1802879" y="39027"/>
                  </a:lnTo>
                  <a:lnTo>
                    <a:pt x="1802879" y="148920"/>
                  </a:lnTo>
                  <a:lnTo>
                    <a:pt x="1800453" y="183375"/>
                  </a:lnTo>
                  <a:lnTo>
                    <a:pt x="1779943" y="237337"/>
                  </a:lnTo>
                  <a:lnTo>
                    <a:pt x="1746745" y="264134"/>
                  </a:lnTo>
                  <a:lnTo>
                    <a:pt x="1709458" y="272021"/>
                  </a:lnTo>
                  <a:lnTo>
                    <a:pt x="1686255" y="272846"/>
                  </a:lnTo>
                  <a:lnTo>
                    <a:pt x="1641348" y="272846"/>
                  </a:lnTo>
                  <a:lnTo>
                    <a:pt x="1638998" y="270421"/>
                  </a:lnTo>
                  <a:lnTo>
                    <a:pt x="1638998" y="20599"/>
                  </a:lnTo>
                  <a:lnTo>
                    <a:pt x="1679943" y="20599"/>
                  </a:lnTo>
                  <a:lnTo>
                    <a:pt x="1702650" y="21107"/>
                  </a:lnTo>
                  <a:lnTo>
                    <a:pt x="1750885" y="32410"/>
                  </a:lnTo>
                  <a:lnTo>
                    <a:pt x="1791652" y="81280"/>
                  </a:lnTo>
                  <a:lnTo>
                    <a:pt x="1802879" y="148920"/>
                  </a:lnTo>
                  <a:lnTo>
                    <a:pt x="1802879" y="39027"/>
                  </a:lnTo>
                  <a:lnTo>
                    <a:pt x="1755978" y="12750"/>
                  </a:lnTo>
                  <a:lnTo>
                    <a:pt x="1714754" y="5664"/>
                  </a:lnTo>
                  <a:lnTo>
                    <a:pt x="1689417" y="4775"/>
                  </a:lnTo>
                  <a:lnTo>
                    <a:pt x="1556232" y="4775"/>
                  </a:lnTo>
                  <a:lnTo>
                    <a:pt x="1556232" y="15811"/>
                  </a:lnTo>
                  <a:lnTo>
                    <a:pt x="1585366" y="22161"/>
                  </a:lnTo>
                  <a:lnTo>
                    <a:pt x="1594040" y="23723"/>
                  </a:lnTo>
                  <a:lnTo>
                    <a:pt x="1597202" y="27711"/>
                  </a:lnTo>
                  <a:lnTo>
                    <a:pt x="1597202" y="265722"/>
                  </a:lnTo>
                  <a:lnTo>
                    <a:pt x="1594827" y="268833"/>
                  </a:lnTo>
                  <a:lnTo>
                    <a:pt x="1585366" y="271246"/>
                  </a:lnTo>
                  <a:lnTo>
                    <a:pt x="1556232" y="277533"/>
                  </a:lnTo>
                  <a:lnTo>
                    <a:pt x="1556232" y="288658"/>
                  </a:lnTo>
                  <a:lnTo>
                    <a:pt x="1690992" y="288658"/>
                  </a:lnTo>
                  <a:lnTo>
                    <a:pt x="1719364" y="287604"/>
                  </a:lnTo>
                  <a:lnTo>
                    <a:pt x="1744268" y="284378"/>
                  </a:lnTo>
                  <a:lnTo>
                    <a:pt x="1765769" y="278942"/>
                  </a:lnTo>
                  <a:lnTo>
                    <a:pt x="1780159" y="272846"/>
                  </a:lnTo>
                  <a:lnTo>
                    <a:pt x="1783943" y="271246"/>
                  </a:lnTo>
                  <a:lnTo>
                    <a:pt x="1814703" y="248412"/>
                  </a:lnTo>
                  <a:lnTo>
                    <a:pt x="1835467" y="219138"/>
                  </a:lnTo>
                  <a:lnTo>
                    <a:pt x="1847202" y="185127"/>
                  </a:lnTo>
                  <a:lnTo>
                    <a:pt x="1850898" y="148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19">
              <a:extLst>
                <a:ext uri="{FF2B5EF4-FFF2-40B4-BE49-F238E27FC236}">
                  <a16:creationId xmlns:a16="http://schemas.microsoft.com/office/drawing/2014/main" id="{FC9B8F82-38D9-9BEA-C892-56EDFE72B03B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21167" y="926515"/>
              <a:ext cx="915186" cy="1092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908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2E52A3B0-B19D-5FD1-F356-E84CE81CBF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15994" y="2285843"/>
            <a:ext cx="22352256" cy="10286614"/>
          </a:xfrm>
          <a:custGeom>
            <a:avLst/>
            <a:gdLst>
              <a:gd name="connsiteX0" fmla="*/ 0 w 22352256"/>
              <a:gd name="connsiteY0" fmla="*/ 0 h 10286614"/>
              <a:gd name="connsiteX1" fmla="*/ 1030292 w 22352256"/>
              <a:gd name="connsiteY1" fmla="*/ 0 h 10286614"/>
              <a:gd name="connsiteX2" fmla="*/ 1030292 w 22352256"/>
              <a:gd name="connsiteY2" fmla="*/ 812957 h 10286614"/>
              <a:gd name="connsiteX3" fmla="*/ 2648746 w 22352256"/>
              <a:gd name="connsiteY3" fmla="*/ 812957 h 10286614"/>
              <a:gd name="connsiteX4" fmla="*/ 2648746 w 22352256"/>
              <a:gd name="connsiteY4" fmla="*/ 0 h 10286614"/>
              <a:gd name="connsiteX5" fmla="*/ 22352256 w 22352256"/>
              <a:gd name="connsiteY5" fmla="*/ 0 h 10286614"/>
              <a:gd name="connsiteX6" fmla="*/ 22352256 w 22352256"/>
              <a:gd name="connsiteY6" fmla="*/ 10286614 h 10286614"/>
              <a:gd name="connsiteX7" fmla="*/ 0 w 22352256"/>
              <a:gd name="connsiteY7" fmla="*/ 10286614 h 10286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352256" h="10286614">
                <a:moveTo>
                  <a:pt x="0" y="0"/>
                </a:moveTo>
                <a:lnTo>
                  <a:pt x="1030292" y="0"/>
                </a:lnTo>
                <a:lnTo>
                  <a:pt x="1030292" y="812957"/>
                </a:lnTo>
                <a:lnTo>
                  <a:pt x="2648746" y="812957"/>
                </a:lnTo>
                <a:lnTo>
                  <a:pt x="2648746" y="0"/>
                </a:lnTo>
                <a:lnTo>
                  <a:pt x="22352256" y="0"/>
                </a:lnTo>
                <a:lnTo>
                  <a:pt x="22352256" y="10286614"/>
                </a:lnTo>
                <a:lnTo>
                  <a:pt x="0" y="10286614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BE363-CD17-3BF4-ADB1-D48CBBE1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F9636-13E4-43A0-8806-7B38CCEAC82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22070-B4BC-AAC5-907F-61D5FFC10A72}"/>
              </a:ext>
            </a:extLst>
          </p:cNvPr>
          <p:cNvSpPr/>
          <p:nvPr userDrawn="1"/>
        </p:nvSpPr>
        <p:spPr>
          <a:xfrm>
            <a:off x="-6248962" y="0"/>
            <a:ext cx="5654007" cy="5219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 anchorCtr="0"/>
          <a:lstStyle/>
          <a:p>
            <a:pPr>
              <a:spcAft>
                <a:spcPts val="1200"/>
              </a:spcAft>
            </a:pPr>
            <a:r>
              <a:rPr lang="en-GB" sz="3200" dirty="0">
                <a:latin typeface="+mj-lt"/>
              </a:rPr>
              <a:t>To change the image –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Delete the current image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Click on the icon in the centre </a:t>
            </a:r>
            <a:br>
              <a:rPr lang="en-GB" sz="2400" dirty="0"/>
            </a:br>
            <a:r>
              <a:rPr lang="en-GB" sz="2400" dirty="0"/>
              <a:t>of the image placeholder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Select a new image (from wherever you have it stored on your computer)</a:t>
            </a:r>
          </a:p>
          <a:p>
            <a:pPr marL="533400" indent="-533400">
              <a:spcAft>
                <a:spcPts val="1200"/>
              </a:spcAft>
              <a:buFont typeface="+mj-lt"/>
              <a:buAutoNum type="arabicPeriod"/>
            </a:pPr>
            <a:r>
              <a:rPr lang="en-GB" sz="2400" dirty="0"/>
              <a:t>Once inserted, right-click on the new image and select </a:t>
            </a:r>
            <a:br>
              <a:rPr lang="en-GB" sz="2400" dirty="0"/>
            </a:br>
            <a:r>
              <a:rPr lang="en-GB" sz="2400" dirty="0"/>
              <a:t>“Send to Back”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557FFD2-5D83-DDFE-FE9F-AD56E1F584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9299" y="7953375"/>
            <a:ext cx="4067175" cy="4067175"/>
          </a:xfrm>
          <a:solidFill>
            <a:srgbClr val="002147"/>
          </a:solidFill>
        </p:spPr>
        <p:txBody>
          <a:bodyPr lIns="432000" tIns="540000" rIns="432000"/>
          <a:lstStyle>
            <a:lvl1pPr>
              <a:lnSpc>
                <a:spcPts val="3800"/>
              </a:lnSpc>
              <a:spcBef>
                <a:spcPts val="0"/>
              </a:spcBef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Caption</a:t>
            </a:r>
          </a:p>
        </p:txBody>
      </p:sp>
      <p:grpSp>
        <p:nvGrpSpPr>
          <p:cNvPr id="18" name="object 4">
            <a:extLst>
              <a:ext uri="{FF2B5EF4-FFF2-40B4-BE49-F238E27FC236}">
                <a16:creationId xmlns:a16="http://schemas.microsoft.com/office/drawing/2014/main" id="{45EDAE5D-156D-5FB0-9FBF-669DF620C2F1}"/>
              </a:ext>
            </a:extLst>
          </p:cNvPr>
          <p:cNvGrpSpPr>
            <a:grpSpLocks/>
          </p:cNvGrpSpPr>
          <p:nvPr userDrawn="1"/>
        </p:nvGrpSpPr>
        <p:grpSpPr>
          <a:xfrm>
            <a:off x="2046286" y="1480346"/>
            <a:ext cx="1618454" cy="1618454"/>
            <a:chOff x="1675341" y="756689"/>
            <a:chExt cx="2275205" cy="2272030"/>
          </a:xfrm>
        </p:grpSpPr>
        <p:sp>
          <p:nvSpPr>
            <p:cNvPr id="19" name="object 5">
              <a:extLst>
                <a:ext uri="{FF2B5EF4-FFF2-40B4-BE49-F238E27FC236}">
                  <a16:creationId xmlns:a16="http://schemas.microsoft.com/office/drawing/2014/main" id="{56427883-F794-A25C-EDB1-1C241B5E4CF9}"/>
                </a:ext>
              </a:extLst>
            </p:cNvPr>
            <p:cNvSpPr/>
            <p:nvPr/>
          </p:nvSpPr>
          <p:spPr>
            <a:xfrm>
              <a:off x="1675341" y="756689"/>
              <a:ext cx="2275205" cy="2272030"/>
            </a:xfrm>
            <a:custGeom>
              <a:avLst/>
              <a:gdLst/>
              <a:ahLst/>
              <a:cxnLst/>
              <a:rect l="l" t="t" r="r" b="b"/>
              <a:pathLst>
                <a:path w="2275204" h="2272030">
                  <a:moveTo>
                    <a:pt x="2274988" y="0"/>
                  </a:moveTo>
                  <a:lnTo>
                    <a:pt x="0" y="0"/>
                  </a:lnTo>
                  <a:lnTo>
                    <a:pt x="0" y="2271417"/>
                  </a:lnTo>
                  <a:lnTo>
                    <a:pt x="2274988" y="2271417"/>
                  </a:lnTo>
                  <a:lnTo>
                    <a:pt x="22749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6">
              <a:extLst>
                <a:ext uri="{FF2B5EF4-FFF2-40B4-BE49-F238E27FC236}">
                  <a16:creationId xmlns:a16="http://schemas.microsoft.com/office/drawing/2014/main" id="{721B0247-9D57-7379-7965-392286DC6970}"/>
                </a:ext>
              </a:extLst>
            </p:cNvPr>
            <p:cNvSpPr/>
            <p:nvPr/>
          </p:nvSpPr>
          <p:spPr>
            <a:xfrm>
              <a:off x="1695006" y="774583"/>
              <a:ext cx="2235835" cy="2235835"/>
            </a:xfrm>
            <a:custGeom>
              <a:avLst/>
              <a:gdLst/>
              <a:ahLst/>
              <a:cxnLst/>
              <a:rect l="l" t="t" r="r" b="b"/>
              <a:pathLst>
                <a:path w="2235835" h="2235835">
                  <a:moveTo>
                    <a:pt x="2235638" y="0"/>
                  </a:moveTo>
                  <a:lnTo>
                    <a:pt x="0" y="0"/>
                  </a:lnTo>
                  <a:lnTo>
                    <a:pt x="0" y="2235649"/>
                  </a:lnTo>
                  <a:lnTo>
                    <a:pt x="2235638" y="2235649"/>
                  </a:lnTo>
                  <a:lnTo>
                    <a:pt x="2235638" y="0"/>
                  </a:lnTo>
                  <a:close/>
                </a:path>
              </a:pathLst>
            </a:custGeom>
            <a:solidFill>
              <a:srgbClr val="002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7">
              <a:extLst>
                <a:ext uri="{FF2B5EF4-FFF2-40B4-BE49-F238E27FC236}">
                  <a16:creationId xmlns:a16="http://schemas.microsoft.com/office/drawing/2014/main" id="{6FB1B6F3-EC3B-0AC4-8D3F-E78EC1FA5C6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3232" y="2234279"/>
              <a:ext cx="97546" cy="136760"/>
            </a:xfrm>
            <a:prstGeom prst="rect">
              <a:avLst/>
            </a:prstGeom>
          </p:spPr>
        </p:pic>
        <p:pic>
          <p:nvPicPr>
            <p:cNvPr id="22" name="object 8">
              <a:extLst>
                <a:ext uri="{FF2B5EF4-FFF2-40B4-BE49-F238E27FC236}">
                  <a16:creationId xmlns:a16="http://schemas.microsoft.com/office/drawing/2014/main" id="{9A0BD05B-EA4D-C720-874F-40966BF6186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0611" y="2234280"/>
              <a:ext cx="97337" cy="134142"/>
            </a:xfrm>
            <a:prstGeom prst="rect">
              <a:avLst/>
            </a:prstGeom>
          </p:spPr>
        </p:pic>
        <p:sp>
          <p:nvSpPr>
            <p:cNvPr id="23" name="object 9">
              <a:extLst>
                <a:ext uri="{FF2B5EF4-FFF2-40B4-BE49-F238E27FC236}">
                  <a16:creationId xmlns:a16="http://schemas.microsoft.com/office/drawing/2014/main" id="{34189A66-A0D4-45E6-1DAD-1540A0DE59EE}"/>
                </a:ext>
              </a:extLst>
            </p:cNvPr>
            <p:cNvSpPr/>
            <p:nvPr/>
          </p:nvSpPr>
          <p:spPr>
            <a:xfrm>
              <a:off x="221206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0">
              <a:extLst>
                <a:ext uri="{FF2B5EF4-FFF2-40B4-BE49-F238E27FC236}">
                  <a16:creationId xmlns:a16="http://schemas.microsoft.com/office/drawing/2014/main" id="{D952F1E3-D035-21A3-E28F-A4175E3B449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4586" y="2234280"/>
              <a:ext cx="113221" cy="134142"/>
            </a:xfrm>
            <a:prstGeom prst="rect">
              <a:avLst/>
            </a:prstGeom>
          </p:spPr>
        </p:pic>
        <p:sp>
          <p:nvSpPr>
            <p:cNvPr id="25" name="object 11">
              <a:extLst>
                <a:ext uri="{FF2B5EF4-FFF2-40B4-BE49-F238E27FC236}">
                  <a16:creationId xmlns:a16="http://schemas.microsoft.com/office/drawing/2014/main" id="{D03F7311-8928-A6ED-42DA-0DAACA3AE1D3}"/>
                </a:ext>
              </a:extLst>
            </p:cNvPr>
            <p:cNvSpPr/>
            <p:nvPr/>
          </p:nvSpPr>
          <p:spPr>
            <a:xfrm>
              <a:off x="2412962" y="2233808"/>
              <a:ext cx="76200" cy="134620"/>
            </a:xfrm>
            <a:custGeom>
              <a:avLst/>
              <a:gdLst/>
              <a:ahLst/>
              <a:cxnLst/>
              <a:rect l="l" t="t" r="r" b="b"/>
              <a:pathLst>
                <a:path w="76200" h="134619">
                  <a:moveTo>
                    <a:pt x="75819" y="119380"/>
                  </a:moveTo>
                  <a:lnTo>
                    <a:pt x="17691" y="119380"/>
                  </a:lnTo>
                  <a:lnTo>
                    <a:pt x="17691" y="72390"/>
                  </a:lnTo>
                  <a:lnTo>
                    <a:pt x="70789" y="72390"/>
                  </a:lnTo>
                  <a:lnTo>
                    <a:pt x="70789" y="57150"/>
                  </a:lnTo>
                  <a:lnTo>
                    <a:pt x="17691" y="57150"/>
                  </a:lnTo>
                  <a:lnTo>
                    <a:pt x="17691" y="15240"/>
                  </a:lnTo>
                  <a:lnTo>
                    <a:pt x="74218" y="15240"/>
                  </a:lnTo>
                  <a:lnTo>
                    <a:pt x="74218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57150"/>
                  </a:lnTo>
                  <a:lnTo>
                    <a:pt x="0" y="72390"/>
                  </a:lnTo>
                  <a:lnTo>
                    <a:pt x="0" y="119380"/>
                  </a:lnTo>
                  <a:lnTo>
                    <a:pt x="0" y="134620"/>
                  </a:lnTo>
                  <a:lnTo>
                    <a:pt x="75819" y="134620"/>
                  </a:lnTo>
                  <a:lnTo>
                    <a:pt x="75819" y="1193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12">
              <a:extLst>
                <a:ext uri="{FF2B5EF4-FFF2-40B4-BE49-F238E27FC236}">
                  <a16:creationId xmlns:a16="http://schemas.microsoft.com/office/drawing/2014/main" id="{2E67BC1B-1717-CD62-94D3-3541E5E1DC3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0110" y="2234284"/>
              <a:ext cx="92311" cy="134142"/>
            </a:xfrm>
            <a:prstGeom prst="rect">
              <a:avLst/>
            </a:prstGeom>
          </p:spPr>
        </p:pic>
        <p:pic>
          <p:nvPicPr>
            <p:cNvPr id="27" name="object 13">
              <a:extLst>
                <a:ext uri="{FF2B5EF4-FFF2-40B4-BE49-F238E27FC236}">
                  <a16:creationId xmlns:a16="http://schemas.microsoft.com/office/drawing/2014/main" id="{59AF1291-86B6-4640-F6DB-8A6E180976F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0302" y="2231664"/>
              <a:ext cx="85264" cy="139576"/>
            </a:xfrm>
            <a:prstGeom prst="rect">
              <a:avLst/>
            </a:prstGeom>
          </p:spPr>
        </p:pic>
        <p:sp>
          <p:nvSpPr>
            <p:cNvPr id="28" name="object 14">
              <a:extLst>
                <a:ext uri="{FF2B5EF4-FFF2-40B4-BE49-F238E27FC236}">
                  <a16:creationId xmlns:a16="http://schemas.microsoft.com/office/drawing/2014/main" id="{BE81B743-DC9D-9435-7C6B-8AF35E1C1B58}"/>
                </a:ext>
              </a:extLst>
            </p:cNvPr>
            <p:cNvSpPr/>
            <p:nvPr/>
          </p:nvSpPr>
          <p:spPr>
            <a:xfrm>
              <a:off x="277797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15">
              <a:extLst>
                <a:ext uri="{FF2B5EF4-FFF2-40B4-BE49-F238E27FC236}">
                  <a16:creationId xmlns:a16="http://schemas.microsoft.com/office/drawing/2014/main" id="{2EB67E1C-42FD-3821-7FB4-8B4C964BEEE4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0980" y="2233925"/>
              <a:ext cx="217271" cy="134620"/>
            </a:xfrm>
            <a:prstGeom prst="rect">
              <a:avLst/>
            </a:prstGeom>
          </p:spPr>
        </p:pic>
        <p:pic>
          <p:nvPicPr>
            <p:cNvPr id="30" name="object 16">
              <a:extLst>
                <a:ext uri="{FF2B5EF4-FFF2-40B4-BE49-F238E27FC236}">
                  <a16:creationId xmlns:a16="http://schemas.microsoft.com/office/drawing/2014/main" id="{300751AA-3396-43BF-A6D7-77D45E111CB6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7399" y="2231666"/>
              <a:ext cx="122581" cy="139377"/>
            </a:xfrm>
            <a:prstGeom prst="rect">
              <a:avLst/>
            </a:prstGeom>
          </p:spPr>
        </p:pic>
        <p:pic>
          <p:nvPicPr>
            <p:cNvPr id="31" name="object 17">
              <a:extLst>
                <a:ext uri="{FF2B5EF4-FFF2-40B4-BE49-F238E27FC236}">
                  <a16:creationId xmlns:a16="http://schemas.microsoft.com/office/drawing/2014/main" id="{00E705A9-908C-D27B-0168-AF74470EE871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02992" y="2234285"/>
              <a:ext cx="72594" cy="134132"/>
            </a:xfrm>
            <a:prstGeom prst="rect">
              <a:avLst/>
            </a:prstGeom>
          </p:spPr>
        </p:pic>
        <p:sp>
          <p:nvSpPr>
            <p:cNvPr id="32" name="object 18">
              <a:extLst>
                <a:ext uri="{FF2B5EF4-FFF2-40B4-BE49-F238E27FC236}">
                  <a16:creationId xmlns:a16="http://schemas.microsoft.com/office/drawing/2014/main" id="{3198E8B9-4BBD-5403-4613-3EC8B6083855}"/>
                </a:ext>
              </a:extLst>
            </p:cNvPr>
            <p:cNvSpPr/>
            <p:nvPr/>
          </p:nvSpPr>
          <p:spPr>
            <a:xfrm>
              <a:off x="1887258" y="2487135"/>
              <a:ext cx="1851025" cy="293370"/>
            </a:xfrm>
            <a:custGeom>
              <a:avLst/>
              <a:gdLst/>
              <a:ahLst/>
              <a:cxnLst/>
              <a:rect l="l" t="t" r="r" b="b"/>
              <a:pathLst>
                <a:path w="1851025" h="293369">
                  <a:moveTo>
                    <a:pt x="297827" y="144932"/>
                  </a:moveTo>
                  <a:lnTo>
                    <a:pt x="290436" y="98386"/>
                  </a:lnTo>
                  <a:lnTo>
                    <a:pt x="269697" y="58508"/>
                  </a:lnTo>
                  <a:lnTo>
                    <a:pt x="249885" y="39217"/>
                  </a:lnTo>
                  <a:lnTo>
                    <a:pt x="249885" y="146519"/>
                  </a:lnTo>
                  <a:lnTo>
                    <a:pt x="243865" y="195300"/>
                  </a:lnTo>
                  <a:lnTo>
                    <a:pt x="225425" y="237185"/>
                  </a:lnTo>
                  <a:lnTo>
                    <a:pt x="193979" y="266509"/>
                  </a:lnTo>
                  <a:lnTo>
                    <a:pt x="148920" y="277545"/>
                  </a:lnTo>
                  <a:lnTo>
                    <a:pt x="106260" y="268046"/>
                  </a:lnTo>
                  <a:lnTo>
                    <a:pt x="74599" y="241287"/>
                  </a:lnTo>
                  <a:lnTo>
                    <a:pt x="54889" y="199910"/>
                  </a:lnTo>
                  <a:lnTo>
                    <a:pt x="48107" y="146519"/>
                  </a:lnTo>
                  <a:lnTo>
                    <a:pt x="54114" y="97866"/>
                  </a:lnTo>
                  <a:lnTo>
                    <a:pt x="72529" y="56070"/>
                  </a:lnTo>
                  <a:lnTo>
                    <a:pt x="103924" y="26822"/>
                  </a:lnTo>
                  <a:lnTo>
                    <a:pt x="148920" y="15811"/>
                  </a:lnTo>
                  <a:lnTo>
                    <a:pt x="191655" y="25260"/>
                  </a:lnTo>
                  <a:lnTo>
                    <a:pt x="223367" y="51917"/>
                  </a:lnTo>
                  <a:lnTo>
                    <a:pt x="243090" y="93192"/>
                  </a:lnTo>
                  <a:lnTo>
                    <a:pt x="249885" y="146519"/>
                  </a:lnTo>
                  <a:lnTo>
                    <a:pt x="249885" y="39217"/>
                  </a:lnTo>
                  <a:lnTo>
                    <a:pt x="237769" y="27406"/>
                  </a:lnTo>
                  <a:lnTo>
                    <a:pt x="214249" y="15811"/>
                  </a:lnTo>
                  <a:lnTo>
                    <a:pt x="196799" y="7200"/>
                  </a:lnTo>
                  <a:lnTo>
                    <a:pt x="148920" y="0"/>
                  </a:lnTo>
                  <a:lnTo>
                    <a:pt x="101688" y="7162"/>
                  </a:lnTo>
                  <a:lnTo>
                    <a:pt x="60794" y="27419"/>
                  </a:lnTo>
                  <a:lnTo>
                    <a:pt x="28613" y="58889"/>
                  </a:lnTo>
                  <a:lnTo>
                    <a:pt x="7556" y="99745"/>
                  </a:lnTo>
                  <a:lnTo>
                    <a:pt x="0" y="148107"/>
                  </a:lnTo>
                  <a:lnTo>
                    <a:pt x="7404" y="194652"/>
                  </a:lnTo>
                  <a:lnTo>
                    <a:pt x="28155" y="234530"/>
                  </a:lnTo>
                  <a:lnTo>
                    <a:pt x="60096" y="265645"/>
                  </a:lnTo>
                  <a:lnTo>
                    <a:pt x="101079" y="285864"/>
                  </a:lnTo>
                  <a:lnTo>
                    <a:pt x="148920" y="293065"/>
                  </a:lnTo>
                  <a:lnTo>
                    <a:pt x="196176" y="285915"/>
                  </a:lnTo>
                  <a:lnTo>
                    <a:pt x="213093" y="277545"/>
                  </a:lnTo>
                  <a:lnTo>
                    <a:pt x="237109" y="265645"/>
                  </a:lnTo>
                  <a:lnTo>
                    <a:pt x="269240" y="234200"/>
                  </a:lnTo>
                  <a:lnTo>
                    <a:pt x="290283" y="193332"/>
                  </a:lnTo>
                  <a:lnTo>
                    <a:pt x="297827" y="144932"/>
                  </a:lnTo>
                  <a:close/>
                </a:path>
                <a:path w="1851025" h="293369">
                  <a:moveTo>
                    <a:pt x="616991" y="277533"/>
                  </a:moveTo>
                  <a:lnTo>
                    <a:pt x="576516" y="263029"/>
                  </a:lnTo>
                  <a:lnTo>
                    <a:pt x="481545" y="135674"/>
                  </a:lnTo>
                  <a:lnTo>
                    <a:pt x="562622" y="34023"/>
                  </a:lnTo>
                  <a:lnTo>
                    <a:pt x="609879" y="15811"/>
                  </a:lnTo>
                  <a:lnTo>
                    <a:pt x="609879" y="4787"/>
                  </a:lnTo>
                  <a:lnTo>
                    <a:pt x="508279" y="4787"/>
                  </a:lnTo>
                  <a:lnTo>
                    <a:pt x="508279" y="15811"/>
                  </a:lnTo>
                  <a:lnTo>
                    <a:pt x="540575" y="22936"/>
                  </a:lnTo>
                  <a:lnTo>
                    <a:pt x="540575" y="26098"/>
                  </a:lnTo>
                  <a:lnTo>
                    <a:pt x="470458" y="119964"/>
                  </a:lnTo>
                  <a:lnTo>
                    <a:pt x="468858" y="119964"/>
                  </a:lnTo>
                  <a:lnTo>
                    <a:pt x="405917" y="30835"/>
                  </a:lnTo>
                  <a:lnTo>
                    <a:pt x="401142" y="24498"/>
                  </a:lnTo>
                  <a:lnTo>
                    <a:pt x="400354" y="22148"/>
                  </a:lnTo>
                  <a:lnTo>
                    <a:pt x="435813" y="15811"/>
                  </a:lnTo>
                  <a:lnTo>
                    <a:pt x="435813" y="4787"/>
                  </a:lnTo>
                  <a:lnTo>
                    <a:pt x="310502" y="4787"/>
                  </a:lnTo>
                  <a:lnTo>
                    <a:pt x="310502" y="15811"/>
                  </a:lnTo>
                  <a:lnTo>
                    <a:pt x="334086" y="21374"/>
                  </a:lnTo>
                  <a:lnTo>
                    <a:pt x="340283" y="23482"/>
                  </a:lnTo>
                  <a:lnTo>
                    <a:pt x="345909" y="26416"/>
                  </a:lnTo>
                  <a:lnTo>
                    <a:pt x="350964" y="30391"/>
                  </a:lnTo>
                  <a:lnTo>
                    <a:pt x="355422" y="35636"/>
                  </a:lnTo>
                  <a:lnTo>
                    <a:pt x="440575" y="150533"/>
                  </a:lnTo>
                  <a:lnTo>
                    <a:pt x="355422" y="259295"/>
                  </a:lnTo>
                  <a:lnTo>
                    <a:pt x="308076" y="277533"/>
                  </a:lnTo>
                  <a:lnTo>
                    <a:pt x="308076" y="288671"/>
                  </a:lnTo>
                  <a:lnTo>
                    <a:pt x="409778" y="288671"/>
                  </a:lnTo>
                  <a:lnTo>
                    <a:pt x="409778" y="277533"/>
                  </a:lnTo>
                  <a:lnTo>
                    <a:pt x="384517" y="272046"/>
                  </a:lnTo>
                  <a:lnTo>
                    <a:pt x="375856" y="270433"/>
                  </a:lnTo>
                  <a:lnTo>
                    <a:pt x="376618" y="268820"/>
                  </a:lnTo>
                  <a:lnTo>
                    <a:pt x="381381" y="262496"/>
                  </a:lnTo>
                  <a:lnTo>
                    <a:pt x="451497" y="166357"/>
                  </a:lnTo>
                  <a:lnTo>
                    <a:pt x="453047" y="166357"/>
                  </a:lnTo>
                  <a:lnTo>
                    <a:pt x="526326" y="268820"/>
                  </a:lnTo>
                  <a:lnTo>
                    <a:pt x="527126" y="271233"/>
                  </a:lnTo>
                  <a:lnTo>
                    <a:pt x="491667" y="277533"/>
                  </a:lnTo>
                  <a:lnTo>
                    <a:pt x="491667" y="288671"/>
                  </a:lnTo>
                  <a:lnTo>
                    <a:pt x="616991" y="288671"/>
                  </a:lnTo>
                  <a:lnTo>
                    <a:pt x="616991" y="277533"/>
                  </a:lnTo>
                  <a:close/>
                </a:path>
                <a:path w="1851025" h="293369">
                  <a:moveTo>
                    <a:pt x="870724" y="4775"/>
                  </a:moveTo>
                  <a:lnTo>
                    <a:pt x="655612" y="4775"/>
                  </a:lnTo>
                  <a:lnTo>
                    <a:pt x="655612" y="15811"/>
                  </a:lnTo>
                  <a:lnTo>
                    <a:pt x="684720" y="22161"/>
                  </a:lnTo>
                  <a:lnTo>
                    <a:pt x="693420" y="23723"/>
                  </a:lnTo>
                  <a:lnTo>
                    <a:pt x="696595" y="27711"/>
                  </a:lnTo>
                  <a:lnTo>
                    <a:pt x="696595" y="265722"/>
                  </a:lnTo>
                  <a:lnTo>
                    <a:pt x="694232" y="268833"/>
                  </a:lnTo>
                  <a:lnTo>
                    <a:pt x="684720" y="271233"/>
                  </a:lnTo>
                  <a:lnTo>
                    <a:pt x="655612" y="277545"/>
                  </a:lnTo>
                  <a:lnTo>
                    <a:pt x="655612" y="288671"/>
                  </a:lnTo>
                  <a:lnTo>
                    <a:pt x="783297" y="288671"/>
                  </a:lnTo>
                  <a:lnTo>
                    <a:pt x="783297" y="277545"/>
                  </a:lnTo>
                  <a:lnTo>
                    <a:pt x="750925" y="271233"/>
                  </a:lnTo>
                  <a:lnTo>
                    <a:pt x="741540" y="269621"/>
                  </a:lnTo>
                  <a:lnTo>
                    <a:pt x="739165" y="265722"/>
                  </a:lnTo>
                  <a:lnTo>
                    <a:pt x="739165" y="155232"/>
                  </a:lnTo>
                  <a:lnTo>
                    <a:pt x="817181" y="155232"/>
                  </a:lnTo>
                  <a:lnTo>
                    <a:pt x="823506" y="159219"/>
                  </a:lnTo>
                  <a:lnTo>
                    <a:pt x="825779" y="169456"/>
                  </a:lnTo>
                  <a:lnTo>
                    <a:pt x="831316" y="196418"/>
                  </a:lnTo>
                  <a:lnTo>
                    <a:pt x="844715" y="196418"/>
                  </a:lnTo>
                  <a:lnTo>
                    <a:pt x="844715" y="102539"/>
                  </a:lnTo>
                  <a:lnTo>
                    <a:pt x="831316" y="102539"/>
                  </a:lnTo>
                  <a:lnTo>
                    <a:pt x="825779" y="125476"/>
                  </a:lnTo>
                  <a:lnTo>
                    <a:pt x="823506" y="135686"/>
                  </a:lnTo>
                  <a:lnTo>
                    <a:pt x="817181" y="139382"/>
                  </a:lnTo>
                  <a:lnTo>
                    <a:pt x="739165" y="139382"/>
                  </a:lnTo>
                  <a:lnTo>
                    <a:pt x="739165" y="20599"/>
                  </a:lnTo>
                  <a:lnTo>
                    <a:pt x="836815" y="20599"/>
                  </a:lnTo>
                  <a:lnTo>
                    <a:pt x="843140" y="24498"/>
                  </a:lnTo>
                  <a:lnTo>
                    <a:pt x="857377" y="75653"/>
                  </a:lnTo>
                  <a:lnTo>
                    <a:pt x="870724" y="75653"/>
                  </a:lnTo>
                  <a:lnTo>
                    <a:pt x="870724" y="4775"/>
                  </a:lnTo>
                  <a:close/>
                </a:path>
                <a:path w="1851025" h="293369">
                  <a:moveTo>
                    <a:pt x="1207160" y="144932"/>
                  </a:moveTo>
                  <a:lnTo>
                    <a:pt x="1199756" y="98386"/>
                  </a:lnTo>
                  <a:lnTo>
                    <a:pt x="1179017" y="58508"/>
                  </a:lnTo>
                  <a:lnTo>
                    <a:pt x="1159141" y="39166"/>
                  </a:lnTo>
                  <a:lnTo>
                    <a:pt x="1159141" y="146519"/>
                  </a:lnTo>
                  <a:lnTo>
                    <a:pt x="1153121" y="195300"/>
                  </a:lnTo>
                  <a:lnTo>
                    <a:pt x="1134681" y="237185"/>
                  </a:lnTo>
                  <a:lnTo>
                    <a:pt x="1103249" y="266509"/>
                  </a:lnTo>
                  <a:lnTo>
                    <a:pt x="1058227" y="277545"/>
                  </a:lnTo>
                  <a:lnTo>
                    <a:pt x="1015555" y="268046"/>
                  </a:lnTo>
                  <a:lnTo>
                    <a:pt x="983881" y="241287"/>
                  </a:lnTo>
                  <a:lnTo>
                    <a:pt x="964171" y="199910"/>
                  </a:lnTo>
                  <a:lnTo>
                    <a:pt x="957389" y="146519"/>
                  </a:lnTo>
                  <a:lnTo>
                    <a:pt x="963396" y="97866"/>
                  </a:lnTo>
                  <a:lnTo>
                    <a:pt x="981798" y="56070"/>
                  </a:lnTo>
                  <a:lnTo>
                    <a:pt x="1013218" y="26822"/>
                  </a:lnTo>
                  <a:lnTo>
                    <a:pt x="1058227" y="15811"/>
                  </a:lnTo>
                  <a:lnTo>
                    <a:pt x="1100950" y="25260"/>
                  </a:lnTo>
                  <a:lnTo>
                    <a:pt x="1132636" y="51917"/>
                  </a:lnTo>
                  <a:lnTo>
                    <a:pt x="1152359" y="93192"/>
                  </a:lnTo>
                  <a:lnTo>
                    <a:pt x="1159141" y="146519"/>
                  </a:lnTo>
                  <a:lnTo>
                    <a:pt x="1159141" y="39166"/>
                  </a:lnTo>
                  <a:lnTo>
                    <a:pt x="1147064" y="27406"/>
                  </a:lnTo>
                  <a:lnTo>
                    <a:pt x="1123543" y="15811"/>
                  </a:lnTo>
                  <a:lnTo>
                    <a:pt x="1106081" y="7200"/>
                  </a:lnTo>
                  <a:lnTo>
                    <a:pt x="1058227" y="0"/>
                  </a:lnTo>
                  <a:lnTo>
                    <a:pt x="1010996" y="7162"/>
                  </a:lnTo>
                  <a:lnTo>
                    <a:pt x="970089" y="27419"/>
                  </a:lnTo>
                  <a:lnTo>
                    <a:pt x="937920" y="58889"/>
                  </a:lnTo>
                  <a:lnTo>
                    <a:pt x="916876" y="99745"/>
                  </a:lnTo>
                  <a:lnTo>
                    <a:pt x="909320" y="148107"/>
                  </a:lnTo>
                  <a:lnTo>
                    <a:pt x="916724" y="194652"/>
                  </a:lnTo>
                  <a:lnTo>
                    <a:pt x="937475" y="234530"/>
                  </a:lnTo>
                  <a:lnTo>
                    <a:pt x="969429" y="265645"/>
                  </a:lnTo>
                  <a:lnTo>
                    <a:pt x="1010399" y="285864"/>
                  </a:lnTo>
                  <a:lnTo>
                    <a:pt x="1058227" y="293065"/>
                  </a:lnTo>
                  <a:lnTo>
                    <a:pt x="1105496" y="285915"/>
                  </a:lnTo>
                  <a:lnTo>
                    <a:pt x="1122413" y="277545"/>
                  </a:lnTo>
                  <a:lnTo>
                    <a:pt x="1146429" y="265645"/>
                  </a:lnTo>
                  <a:lnTo>
                    <a:pt x="1178560" y="234200"/>
                  </a:lnTo>
                  <a:lnTo>
                    <a:pt x="1199616" y="193332"/>
                  </a:lnTo>
                  <a:lnTo>
                    <a:pt x="1207160" y="144932"/>
                  </a:lnTo>
                  <a:close/>
                </a:path>
                <a:path w="1851025" h="293369">
                  <a:moveTo>
                    <a:pt x="1533385" y="277545"/>
                  </a:moveTo>
                  <a:lnTo>
                    <a:pt x="1493786" y="267690"/>
                  </a:lnTo>
                  <a:lnTo>
                    <a:pt x="1426489" y="182397"/>
                  </a:lnTo>
                  <a:lnTo>
                    <a:pt x="1414792" y="168097"/>
                  </a:lnTo>
                  <a:lnTo>
                    <a:pt x="1409788" y="163131"/>
                  </a:lnTo>
                  <a:lnTo>
                    <a:pt x="1407236" y="160604"/>
                  </a:lnTo>
                  <a:lnTo>
                    <a:pt x="1400987" y="156832"/>
                  </a:lnTo>
                  <a:lnTo>
                    <a:pt x="1400987" y="155232"/>
                  </a:lnTo>
                  <a:lnTo>
                    <a:pt x="1451914" y="127393"/>
                  </a:lnTo>
                  <a:lnTo>
                    <a:pt x="1470317" y="81203"/>
                  </a:lnTo>
                  <a:lnTo>
                    <a:pt x="1467129" y="60591"/>
                  </a:lnTo>
                  <a:lnTo>
                    <a:pt x="1457820" y="41084"/>
                  </a:lnTo>
                  <a:lnTo>
                    <a:pt x="1442745" y="24511"/>
                  </a:lnTo>
                  <a:lnTo>
                    <a:pt x="1435989" y="20599"/>
                  </a:lnTo>
                  <a:lnTo>
                    <a:pt x="1422298" y="12674"/>
                  </a:lnTo>
                  <a:lnTo>
                    <a:pt x="1422298" y="82003"/>
                  </a:lnTo>
                  <a:lnTo>
                    <a:pt x="1419733" y="105879"/>
                  </a:lnTo>
                  <a:lnTo>
                    <a:pt x="1410068" y="126796"/>
                  </a:lnTo>
                  <a:lnTo>
                    <a:pt x="1390345" y="141655"/>
                  </a:lnTo>
                  <a:lnTo>
                    <a:pt x="1357642" y="147307"/>
                  </a:lnTo>
                  <a:lnTo>
                    <a:pt x="1322197" y="147307"/>
                  </a:lnTo>
                  <a:lnTo>
                    <a:pt x="1322197" y="20599"/>
                  </a:lnTo>
                  <a:lnTo>
                    <a:pt x="1343494" y="20599"/>
                  </a:lnTo>
                  <a:lnTo>
                    <a:pt x="1386852" y="26911"/>
                  </a:lnTo>
                  <a:lnTo>
                    <a:pt x="1420291" y="64719"/>
                  </a:lnTo>
                  <a:lnTo>
                    <a:pt x="1422298" y="82003"/>
                  </a:lnTo>
                  <a:lnTo>
                    <a:pt x="1422298" y="12674"/>
                  </a:lnTo>
                  <a:lnTo>
                    <a:pt x="1410398" y="9093"/>
                  </a:lnTo>
                  <a:lnTo>
                    <a:pt x="1396885" y="6642"/>
                  </a:lnTo>
                  <a:lnTo>
                    <a:pt x="1381302" y="5232"/>
                  </a:lnTo>
                  <a:lnTo>
                    <a:pt x="1363179" y="4775"/>
                  </a:lnTo>
                  <a:lnTo>
                    <a:pt x="1238732" y="4775"/>
                  </a:lnTo>
                  <a:lnTo>
                    <a:pt x="1238732" y="15811"/>
                  </a:lnTo>
                  <a:lnTo>
                    <a:pt x="1267853" y="22161"/>
                  </a:lnTo>
                  <a:lnTo>
                    <a:pt x="1276565" y="23723"/>
                  </a:lnTo>
                  <a:lnTo>
                    <a:pt x="1279613" y="27711"/>
                  </a:lnTo>
                  <a:lnTo>
                    <a:pt x="1279613" y="265722"/>
                  </a:lnTo>
                  <a:lnTo>
                    <a:pt x="1277340" y="268833"/>
                  </a:lnTo>
                  <a:lnTo>
                    <a:pt x="1267853" y="271233"/>
                  </a:lnTo>
                  <a:lnTo>
                    <a:pt x="1238732" y="277545"/>
                  </a:lnTo>
                  <a:lnTo>
                    <a:pt x="1238732" y="288671"/>
                  </a:lnTo>
                  <a:lnTo>
                    <a:pt x="1366342" y="288671"/>
                  </a:lnTo>
                  <a:lnTo>
                    <a:pt x="1366342" y="277545"/>
                  </a:lnTo>
                  <a:lnTo>
                    <a:pt x="1334020" y="271233"/>
                  </a:lnTo>
                  <a:lnTo>
                    <a:pt x="1324559" y="269621"/>
                  </a:lnTo>
                  <a:lnTo>
                    <a:pt x="1322197" y="265722"/>
                  </a:lnTo>
                  <a:lnTo>
                    <a:pt x="1322197" y="163131"/>
                  </a:lnTo>
                  <a:lnTo>
                    <a:pt x="1343494" y="163131"/>
                  </a:lnTo>
                  <a:lnTo>
                    <a:pt x="1386852" y="193992"/>
                  </a:lnTo>
                  <a:lnTo>
                    <a:pt x="1445920" y="276720"/>
                  </a:lnTo>
                  <a:lnTo>
                    <a:pt x="1452994" y="286258"/>
                  </a:lnTo>
                  <a:lnTo>
                    <a:pt x="1456956" y="288671"/>
                  </a:lnTo>
                  <a:lnTo>
                    <a:pt x="1533385" y="288671"/>
                  </a:lnTo>
                  <a:lnTo>
                    <a:pt x="1533385" y="277545"/>
                  </a:lnTo>
                  <a:close/>
                </a:path>
                <a:path w="1851025" h="293369">
                  <a:moveTo>
                    <a:pt x="1850898" y="148107"/>
                  </a:moveTo>
                  <a:lnTo>
                    <a:pt x="1846249" y="109499"/>
                  </a:lnTo>
                  <a:lnTo>
                    <a:pt x="1832000" y="73304"/>
                  </a:lnTo>
                  <a:lnTo>
                    <a:pt x="1807692" y="42227"/>
                  </a:lnTo>
                  <a:lnTo>
                    <a:pt x="1802879" y="39027"/>
                  </a:lnTo>
                  <a:lnTo>
                    <a:pt x="1802879" y="148920"/>
                  </a:lnTo>
                  <a:lnTo>
                    <a:pt x="1800453" y="183375"/>
                  </a:lnTo>
                  <a:lnTo>
                    <a:pt x="1779943" y="237337"/>
                  </a:lnTo>
                  <a:lnTo>
                    <a:pt x="1746745" y="264134"/>
                  </a:lnTo>
                  <a:lnTo>
                    <a:pt x="1709458" y="272021"/>
                  </a:lnTo>
                  <a:lnTo>
                    <a:pt x="1686255" y="272846"/>
                  </a:lnTo>
                  <a:lnTo>
                    <a:pt x="1641348" y="272846"/>
                  </a:lnTo>
                  <a:lnTo>
                    <a:pt x="1638998" y="270421"/>
                  </a:lnTo>
                  <a:lnTo>
                    <a:pt x="1638998" y="20599"/>
                  </a:lnTo>
                  <a:lnTo>
                    <a:pt x="1679943" y="20599"/>
                  </a:lnTo>
                  <a:lnTo>
                    <a:pt x="1702650" y="21107"/>
                  </a:lnTo>
                  <a:lnTo>
                    <a:pt x="1750885" y="32410"/>
                  </a:lnTo>
                  <a:lnTo>
                    <a:pt x="1791652" y="81280"/>
                  </a:lnTo>
                  <a:lnTo>
                    <a:pt x="1802879" y="148920"/>
                  </a:lnTo>
                  <a:lnTo>
                    <a:pt x="1802879" y="39027"/>
                  </a:lnTo>
                  <a:lnTo>
                    <a:pt x="1755978" y="12750"/>
                  </a:lnTo>
                  <a:lnTo>
                    <a:pt x="1714754" y="5664"/>
                  </a:lnTo>
                  <a:lnTo>
                    <a:pt x="1689417" y="4775"/>
                  </a:lnTo>
                  <a:lnTo>
                    <a:pt x="1556232" y="4775"/>
                  </a:lnTo>
                  <a:lnTo>
                    <a:pt x="1556232" y="15811"/>
                  </a:lnTo>
                  <a:lnTo>
                    <a:pt x="1585366" y="22161"/>
                  </a:lnTo>
                  <a:lnTo>
                    <a:pt x="1594040" y="23723"/>
                  </a:lnTo>
                  <a:lnTo>
                    <a:pt x="1597202" y="27711"/>
                  </a:lnTo>
                  <a:lnTo>
                    <a:pt x="1597202" y="265722"/>
                  </a:lnTo>
                  <a:lnTo>
                    <a:pt x="1594827" y="268833"/>
                  </a:lnTo>
                  <a:lnTo>
                    <a:pt x="1585366" y="271246"/>
                  </a:lnTo>
                  <a:lnTo>
                    <a:pt x="1556232" y="277533"/>
                  </a:lnTo>
                  <a:lnTo>
                    <a:pt x="1556232" y="288658"/>
                  </a:lnTo>
                  <a:lnTo>
                    <a:pt x="1690992" y="288658"/>
                  </a:lnTo>
                  <a:lnTo>
                    <a:pt x="1719364" y="287604"/>
                  </a:lnTo>
                  <a:lnTo>
                    <a:pt x="1744268" y="284378"/>
                  </a:lnTo>
                  <a:lnTo>
                    <a:pt x="1765769" y="278942"/>
                  </a:lnTo>
                  <a:lnTo>
                    <a:pt x="1780159" y="272846"/>
                  </a:lnTo>
                  <a:lnTo>
                    <a:pt x="1783943" y="271246"/>
                  </a:lnTo>
                  <a:lnTo>
                    <a:pt x="1814703" y="248412"/>
                  </a:lnTo>
                  <a:lnTo>
                    <a:pt x="1835467" y="219138"/>
                  </a:lnTo>
                  <a:lnTo>
                    <a:pt x="1847202" y="185127"/>
                  </a:lnTo>
                  <a:lnTo>
                    <a:pt x="1850898" y="148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19">
              <a:extLst>
                <a:ext uri="{FF2B5EF4-FFF2-40B4-BE49-F238E27FC236}">
                  <a16:creationId xmlns:a16="http://schemas.microsoft.com/office/drawing/2014/main" id="{6E1B888F-178F-CB6A-81C2-532828180279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21167" y="926515"/>
              <a:ext cx="915186" cy="1092200"/>
            </a:xfrm>
            <a:prstGeom prst="rect">
              <a:avLst/>
            </a:prstGeom>
          </p:spPr>
        </p:pic>
      </p:grpSp>
      <p:sp>
        <p:nvSpPr>
          <p:cNvPr id="53" name="Text Placeholder 9">
            <a:extLst>
              <a:ext uri="{FF2B5EF4-FFF2-40B4-BE49-F238E27FC236}">
                <a16:creationId xmlns:a16="http://schemas.microsoft.com/office/drawing/2014/main" id="{35D7331A-3127-E01B-F0C6-9AC97B9309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02218" y="11813380"/>
            <a:ext cx="6550025" cy="295275"/>
          </a:xfrm>
        </p:spPr>
        <p:txBody>
          <a:bodyPr/>
          <a:lstStyle>
            <a:lvl1pPr algn="r">
              <a:lnSpc>
                <a:spcPct val="100000"/>
              </a:lnSpc>
              <a:spcBef>
                <a:spcPts val="0"/>
              </a:spcBef>
              <a:defRPr sz="2100" spc="4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Image credit</a:t>
            </a:r>
          </a:p>
        </p:txBody>
      </p:sp>
    </p:spTree>
    <p:extLst>
      <p:ext uri="{BB962C8B-B14F-4D97-AF65-F5344CB8AC3E}">
        <p14:creationId xmlns:p14="http://schemas.microsoft.com/office/powerpoint/2010/main" val="182254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 object 16">
            <a:extLst>
              <a:ext uri="{FF2B5EF4-FFF2-40B4-BE49-F238E27FC236}">
                <a16:creationId xmlns:a16="http://schemas.microsoft.com/office/drawing/2014/main" id="{62E6FA56-37E7-1DBE-E80B-8981988B684F}"/>
              </a:ext>
            </a:extLst>
          </p:cNvPr>
          <p:cNvSpPr/>
          <p:nvPr userDrawn="1"/>
        </p:nvSpPr>
        <p:spPr>
          <a:xfrm>
            <a:off x="1015994" y="2285843"/>
            <a:ext cx="22352257" cy="10286615"/>
          </a:xfrm>
          <a:custGeom>
            <a:avLst/>
            <a:gdLst/>
            <a:ahLst/>
            <a:cxnLst/>
            <a:rect l="l" t="t" r="r" b="b"/>
            <a:pathLst>
              <a:path w="18428970" h="8481695">
                <a:moveTo>
                  <a:pt x="18428754" y="0"/>
                </a:moveTo>
                <a:lnTo>
                  <a:pt x="0" y="0"/>
                </a:lnTo>
                <a:lnTo>
                  <a:pt x="0" y="658177"/>
                </a:lnTo>
                <a:lnTo>
                  <a:pt x="0" y="668616"/>
                </a:lnTo>
                <a:lnTo>
                  <a:pt x="0" y="8481416"/>
                </a:lnTo>
                <a:lnTo>
                  <a:pt x="18428754" y="8481416"/>
                </a:lnTo>
                <a:lnTo>
                  <a:pt x="18428754" y="668616"/>
                </a:lnTo>
                <a:lnTo>
                  <a:pt x="18428754" y="658177"/>
                </a:lnTo>
                <a:lnTo>
                  <a:pt x="18428754" y="0"/>
                </a:lnTo>
                <a:close/>
              </a:path>
            </a:pathLst>
          </a:custGeom>
          <a:solidFill>
            <a:srgbClr val="F2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5469C-044F-BADE-B901-02D3E07979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F9636-13E4-43A0-8806-7B38CCEAC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81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6A4DE-1614-DDC7-9354-BEA7B22529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F9636-13E4-43A0-8806-7B38CCEAC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619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B8FBB10-D683-B306-CDEB-747B9FD7098B}"/>
              </a:ext>
            </a:extLst>
          </p:cNvPr>
          <p:cNvSpPr/>
          <p:nvPr userDrawn="1"/>
        </p:nvSpPr>
        <p:spPr>
          <a:xfrm>
            <a:off x="856" y="0"/>
            <a:ext cx="24382289" cy="11429487"/>
          </a:xfrm>
          <a:custGeom>
            <a:avLst/>
            <a:gdLst/>
            <a:ahLst/>
            <a:cxnLst/>
            <a:rect l="l" t="t" r="r" b="b"/>
            <a:pathLst>
              <a:path w="20104100" h="9424035">
                <a:moveTo>
                  <a:pt x="20104099" y="0"/>
                </a:moveTo>
                <a:lnTo>
                  <a:pt x="0" y="0"/>
                </a:lnTo>
                <a:lnTo>
                  <a:pt x="0" y="9423482"/>
                </a:lnTo>
                <a:lnTo>
                  <a:pt x="20104099" y="9423482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2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408A580-082A-27DA-12E6-DE37996440BD}"/>
              </a:ext>
            </a:extLst>
          </p:cNvPr>
          <p:cNvSpPr/>
          <p:nvPr userDrawn="1"/>
        </p:nvSpPr>
        <p:spPr>
          <a:xfrm>
            <a:off x="7086600" y="2137"/>
            <a:ext cx="17297399" cy="11451929"/>
          </a:xfrm>
          <a:custGeom>
            <a:avLst/>
            <a:gdLst>
              <a:gd name="connsiteX0" fmla="*/ 14720601 w 17297399"/>
              <a:gd name="connsiteY0" fmla="*/ 11010155 h 11451929"/>
              <a:gd name="connsiteX1" fmla="*/ 14720727 w 17297399"/>
              <a:gd name="connsiteY1" fmla="*/ 11010282 h 11451929"/>
              <a:gd name="connsiteX2" fmla="*/ 14720601 w 17297399"/>
              <a:gd name="connsiteY2" fmla="*/ 11010256 h 11451929"/>
              <a:gd name="connsiteX3" fmla="*/ 6030463 w 17297399"/>
              <a:gd name="connsiteY3" fmla="*/ 618027 h 11451929"/>
              <a:gd name="connsiteX4" fmla="*/ 1948181 w 17297399"/>
              <a:gd name="connsiteY4" fmla="*/ 5725393 h 11451929"/>
              <a:gd name="connsiteX5" fmla="*/ 6030463 w 17297399"/>
              <a:gd name="connsiteY5" fmla="*/ 10844839 h 11451929"/>
              <a:gd name="connsiteX6" fmla="*/ 10119611 w 17297399"/>
              <a:gd name="connsiteY6" fmla="*/ 5725393 h 11451929"/>
              <a:gd name="connsiteX7" fmla="*/ 6030463 w 17297399"/>
              <a:gd name="connsiteY7" fmla="*/ 618027 h 11451929"/>
              <a:gd name="connsiteX8" fmla="*/ 10570159 w 17297399"/>
              <a:gd name="connsiteY8" fmla="*/ 7248 h 11451929"/>
              <a:gd name="connsiteX9" fmla="*/ 15809267 w 17297399"/>
              <a:gd name="connsiteY9" fmla="*/ 7248 h 11451929"/>
              <a:gd name="connsiteX10" fmla="*/ 15809267 w 17297399"/>
              <a:gd name="connsiteY10" fmla="*/ 452329 h 11451929"/>
              <a:gd name="connsiteX11" fmla="*/ 14687155 w 17297399"/>
              <a:gd name="connsiteY11" fmla="*/ 645367 h 11451929"/>
              <a:gd name="connsiteX12" fmla="*/ 14559355 w 17297399"/>
              <a:gd name="connsiteY12" fmla="*/ 1058402 h 11451929"/>
              <a:gd name="connsiteX13" fmla="*/ 17191055 w 17297399"/>
              <a:gd name="connsiteY13" fmla="*/ 4653765 h 11451929"/>
              <a:gd name="connsiteX14" fmla="*/ 17258071 w 17297399"/>
              <a:gd name="connsiteY14" fmla="*/ 4653765 h 11451929"/>
              <a:gd name="connsiteX15" fmla="*/ 17297399 w 17297399"/>
              <a:gd name="connsiteY15" fmla="*/ 4602936 h 11451929"/>
              <a:gd name="connsiteX16" fmla="*/ 17297399 w 17297399"/>
              <a:gd name="connsiteY16" fmla="*/ 7562483 h 11451929"/>
              <a:gd name="connsiteX17" fmla="*/ 16529791 w 17297399"/>
              <a:gd name="connsiteY17" fmla="*/ 6525266 h 11451929"/>
              <a:gd name="connsiteX18" fmla="*/ 16465063 w 17297399"/>
              <a:gd name="connsiteY18" fmla="*/ 6525266 h 11451929"/>
              <a:gd name="connsiteX19" fmla="*/ 13533379 w 17297399"/>
              <a:gd name="connsiteY19" fmla="*/ 10403827 h 11451929"/>
              <a:gd name="connsiteX20" fmla="*/ 13664743 w 17297399"/>
              <a:gd name="connsiteY20" fmla="*/ 10788504 h 11451929"/>
              <a:gd name="connsiteX21" fmla="*/ 14720601 w 17297399"/>
              <a:gd name="connsiteY21" fmla="*/ 11010256 h 11451929"/>
              <a:gd name="connsiteX22" fmla="*/ 14720601 w 17297399"/>
              <a:gd name="connsiteY22" fmla="*/ 11429488 h 11451929"/>
              <a:gd name="connsiteX23" fmla="*/ 10469063 w 17297399"/>
              <a:gd name="connsiteY23" fmla="*/ 11429488 h 11451929"/>
              <a:gd name="connsiteX24" fmla="*/ 10469063 w 17297399"/>
              <a:gd name="connsiteY24" fmla="*/ 11010155 h 11451929"/>
              <a:gd name="connsiteX25" fmla="*/ 11522631 w 17297399"/>
              <a:gd name="connsiteY25" fmla="*/ 10788377 h 11451929"/>
              <a:gd name="connsiteX26" fmla="*/ 12448019 w 17297399"/>
              <a:gd name="connsiteY26" fmla="*/ 10274500 h 11451929"/>
              <a:gd name="connsiteX27" fmla="*/ 16007901 w 17297399"/>
              <a:gd name="connsiteY27" fmla="*/ 5886639 h 11451929"/>
              <a:gd name="connsiteX28" fmla="*/ 12448019 w 17297399"/>
              <a:gd name="connsiteY28" fmla="*/ 1251821 h 11451929"/>
              <a:gd name="connsiteX29" fmla="*/ 11556075 w 17297399"/>
              <a:gd name="connsiteY29" fmla="*/ 676650 h 11451929"/>
              <a:gd name="connsiteX30" fmla="*/ 10570159 w 17297399"/>
              <a:gd name="connsiteY30" fmla="*/ 452329 h 11451929"/>
              <a:gd name="connsiteX31" fmla="*/ 6030463 w 17297399"/>
              <a:gd name="connsiteY31" fmla="*/ 0 h 11451929"/>
              <a:gd name="connsiteX32" fmla="*/ 12060927 w 17297399"/>
              <a:gd name="connsiteY32" fmla="*/ 5663717 h 11451929"/>
              <a:gd name="connsiteX33" fmla="*/ 6030463 w 17297399"/>
              <a:gd name="connsiteY33" fmla="*/ 11451929 h 11451929"/>
              <a:gd name="connsiteX34" fmla="*/ 0 w 17297399"/>
              <a:gd name="connsiteY34" fmla="*/ 5787196 h 11451929"/>
              <a:gd name="connsiteX35" fmla="*/ 6030463 w 17297399"/>
              <a:gd name="connsiteY35" fmla="*/ 0 h 1145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297399" h="11451929">
                <a:moveTo>
                  <a:pt x="14720601" y="11010155"/>
                </a:moveTo>
                <a:lnTo>
                  <a:pt x="14720727" y="11010282"/>
                </a:lnTo>
                <a:lnTo>
                  <a:pt x="14720601" y="11010256"/>
                </a:lnTo>
                <a:close/>
                <a:moveTo>
                  <a:pt x="6030463" y="618027"/>
                </a:moveTo>
                <a:cubicBezTo>
                  <a:pt x="3223910" y="618027"/>
                  <a:pt x="1948181" y="3109971"/>
                  <a:pt x="1948181" y="5725393"/>
                </a:cubicBezTo>
                <a:cubicBezTo>
                  <a:pt x="1948181" y="8774196"/>
                  <a:pt x="3447849" y="10844839"/>
                  <a:pt x="6030463" y="10844839"/>
                </a:cubicBezTo>
                <a:cubicBezTo>
                  <a:pt x="8841339" y="10844839"/>
                  <a:pt x="10119611" y="8347046"/>
                  <a:pt x="10119611" y="5725393"/>
                </a:cubicBezTo>
                <a:cubicBezTo>
                  <a:pt x="10119611" y="2677479"/>
                  <a:pt x="8618671" y="618027"/>
                  <a:pt x="6030463" y="618027"/>
                </a:cubicBezTo>
                <a:close/>
                <a:moveTo>
                  <a:pt x="10570159" y="7248"/>
                </a:moveTo>
                <a:lnTo>
                  <a:pt x="15809267" y="7248"/>
                </a:lnTo>
                <a:lnTo>
                  <a:pt x="15809267" y="452329"/>
                </a:lnTo>
                <a:lnTo>
                  <a:pt x="14687155" y="645367"/>
                </a:lnTo>
                <a:cubicBezTo>
                  <a:pt x="14326513" y="708060"/>
                  <a:pt x="14359959" y="802544"/>
                  <a:pt x="14559355" y="1058402"/>
                </a:cubicBezTo>
                <a:lnTo>
                  <a:pt x="17191055" y="4653765"/>
                </a:lnTo>
                <a:lnTo>
                  <a:pt x="17258071" y="4653765"/>
                </a:lnTo>
                <a:lnTo>
                  <a:pt x="17297399" y="4602936"/>
                </a:lnTo>
                <a:lnTo>
                  <a:pt x="17297399" y="7562483"/>
                </a:lnTo>
                <a:lnTo>
                  <a:pt x="16529791" y="6525266"/>
                </a:lnTo>
                <a:lnTo>
                  <a:pt x="16465063" y="6525266"/>
                </a:lnTo>
                <a:lnTo>
                  <a:pt x="13533379" y="10403827"/>
                </a:lnTo>
                <a:cubicBezTo>
                  <a:pt x="13334363" y="10659050"/>
                  <a:pt x="13302827" y="10723523"/>
                  <a:pt x="13664743" y="10788504"/>
                </a:cubicBezTo>
                <a:lnTo>
                  <a:pt x="14720601" y="11010256"/>
                </a:lnTo>
                <a:lnTo>
                  <a:pt x="14720601" y="11429488"/>
                </a:lnTo>
                <a:lnTo>
                  <a:pt x="10469063" y="11429488"/>
                </a:lnTo>
                <a:lnTo>
                  <a:pt x="10469063" y="11010155"/>
                </a:lnTo>
                <a:lnTo>
                  <a:pt x="11522631" y="10788377"/>
                </a:lnTo>
                <a:cubicBezTo>
                  <a:pt x="11917991" y="10690714"/>
                  <a:pt x="12215559" y="10566345"/>
                  <a:pt x="12448019" y="10274500"/>
                </a:cubicBezTo>
                <a:lnTo>
                  <a:pt x="16007901" y="5886639"/>
                </a:lnTo>
                <a:lnTo>
                  <a:pt x="12448019" y="1251821"/>
                </a:lnTo>
                <a:cubicBezTo>
                  <a:pt x="12215559" y="932126"/>
                  <a:pt x="11917991" y="771388"/>
                  <a:pt x="11556075" y="676650"/>
                </a:cubicBezTo>
                <a:lnTo>
                  <a:pt x="10570159" y="452329"/>
                </a:lnTo>
                <a:close/>
                <a:moveTo>
                  <a:pt x="6030463" y="0"/>
                </a:moveTo>
                <a:cubicBezTo>
                  <a:pt x="9377852" y="0"/>
                  <a:pt x="12060927" y="2460534"/>
                  <a:pt x="12060927" y="5663717"/>
                </a:cubicBezTo>
                <a:cubicBezTo>
                  <a:pt x="12060927" y="9020644"/>
                  <a:pt x="9381666" y="11451929"/>
                  <a:pt x="6030463" y="11451929"/>
                </a:cubicBezTo>
                <a:cubicBezTo>
                  <a:pt x="2679258" y="11451929"/>
                  <a:pt x="0" y="8989488"/>
                  <a:pt x="0" y="5787196"/>
                </a:cubicBezTo>
                <a:cubicBezTo>
                  <a:pt x="0" y="2584902"/>
                  <a:pt x="2683073" y="0"/>
                  <a:pt x="6030463" y="0"/>
                </a:cubicBezTo>
                <a:close/>
              </a:path>
            </a:pathLst>
          </a:custGeom>
          <a:solidFill>
            <a:schemeClr val="bg1">
              <a:lumMod val="85000"/>
              <a:alpha val="2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6A4DE-1614-DDC7-9354-BEA7B22529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F9636-13E4-43A0-8806-7B38CCEAC825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F660B6-D148-90DB-CF3B-DB69195E5F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2393" y="2249833"/>
            <a:ext cx="6482957" cy="476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CE7F083-F106-2184-8E19-937F0AE056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2393" y="2817989"/>
            <a:ext cx="6482957" cy="1517791"/>
          </a:xfrm>
        </p:spPr>
        <p:txBody>
          <a:bodyPr/>
          <a:lstStyle>
            <a:lvl1pPr>
              <a:lnSpc>
                <a:spcPts val="3900"/>
              </a:lnSpc>
              <a:spcBef>
                <a:spcPts val="1800"/>
              </a:spcBef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0A8504B-1D7F-9B66-0D1D-39F705F155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2393" y="4564239"/>
            <a:ext cx="6482957" cy="1517791"/>
          </a:xfrm>
        </p:spPr>
        <p:txBody>
          <a:bodyPr/>
          <a:lstStyle>
            <a:lvl1pPr>
              <a:lnSpc>
                <a:spcPts val="4200"/>
              </a:lnSpc>
              <a:spcBef>
                <a:spcPts val="0"/>
              </a:spcBef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Address/ Tel/ Website</a:t>
            </a:r>
            <a:endParaRPr lang="en-US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EDD705A-8B6C-B212-2C42-4E2B7F1D01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88653" y="7442010"/>
            <a:ext cx="3088247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@XXX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FF225E4-AF85-7680-1E1C-0774447CEF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88653" y="8146044"/>
            <a:ext cx="3088247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@XXX</a:t>
            </a:r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37B49CBA-4158-8CE8-A260-27CC84A373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8653" y="8882473"/>
            <a:ext cx="3435910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@XXX</a:t>
            </a:r>
            <a:endParaRPr 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167D08E7-4D29-35E0-342C-948FEBD2B4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12953" y="7442010"/>
            <a:ext cx="4040747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XXX</a:t>
            </a:r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46175BB-314E-6C73-5379-40257D7987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2953" y="8141280"/>
            <a:ext cx="4040747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XXX</a:t>
            </a:r>
            <a:endParaRPr lang="en-US" dirty="0"/>
          </a:p>
        </p:txBody>
      </p:sp>
      <p:grpSp>
        <p:nvGrpSpPr>
          <p:cNvPr id="21" name="Graphic 18">
            <a:extLst>
              <a:ext uri="{FF2B5EF4-FFF2-40B4-BE49-F238E27FC236}">
                <a16:creationId xmlns:a16="http://schemas.microsoft.com/office/drawing/2014/main" id="{991DA92A-1EA4-4B71-D5C9-990A64F6AFDA}"/>
              </a:ext>
            </a:extLst>
          </p:cNvPr>
          <p:cNvGrpSpPr/>
          <p:nvPr/>
        </p:nvGrpSpPr>
        <p:grpSpPr>
          <a:xfrm>
            <a:off x="2038330" y="8250264"/>
            <a:ext cx="355074" cy="355074"/>
            <a:chOff x="2038330" y="8250264"/>
            <a:chExt cx="355074" cy="355074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28D4EAF-F6FE-AB9D-84DE-22C9F3C052FA}"/>
                </a:ext>
              </a:extLst>
            </p:cNvPr>
            <p:cNvSpPr/>
            <p:nvPr/>
          </p:nvSpPr>
          <p:spPr>
            <a:xfrm>
              <a:off x="2038330" y="8250264"/>
              <a:ext cx="355074" cy="355074"/>
            </a:xfrm>
            <a:custGeom>
              <a:avLst/>
              <a:gdLst>
                <a:gd name="connsiteX0" fmla="*/ 177537 w 355074"/>
                <a:gd name="connsiteY0" fmla="*/ 32048 h 355074"/>
                <a:gd name="connsiteX1" fmla="*/ 249392 w 355074"/>
                <a:gd name="connsiteY1" fmla="*/ 33066 h 355074"/>
                <a:gd name="connsiteX2" fmla="*/ 282330 w 355074"/>
                <a:gd name="connsiteY2" fmla="*/ 39170 h 355074"/>
                <a:gd name="connsiteX3" fmla="*/ 302805 w 355074"/>
                <a:gd name="connsiteY3" fmla="*/ 52524 h 355074"/>
                <a:gd name="connsiteX4" fmla="*/ 316159 w 355074"/>
                <a:gd name="connsiteY4" fmla="*/ 72999 h 355074"/>
                <a:gd name="connsiteX5" fmla="*/ 322263 w 355074"/>
                <a:gd name="connsiteY5" fmla="*/ 105937 h 355074"/>
                <a:gd name="connsiteX6" fmla="*/ 323281 w 355074"/>
                <a:gd name="connsiteY6" fmla="*/ 177792 h 355074"/>
                <a:gd name="connsiteX7" fmla="*/ 322263 w 355074"/>
                <a:gd name="connsiteY7" fmla="*/ 249646 h 355074"/>
                <a:gd name="connsiteX8" fmla="*/ 316159 w 355074"/>
                <a:gd name="connsiteY8" fmla="*/ 282584 h 355074"/>
                <a:gd name="connsiteX9" fmla="*/ 302805 w 355074"/>
                <a:gd name="connsiteY9" fmla="*/ 303060 h 355074"/>
                <a:gd name="connsiteX10" fmla="*/ 282330 w 355074"/>
                <a:gd name="connsiteY10" fmla="*/ 316413 h 355074"/>
                <a:gd name="connsiteX11" fmla="*/ 249392 w 355074"/>
                <a:gd name="connsiteY11" fmla="*/ 322518 h 355074"/>
                <a:gd name="connsiteX12" fmla="*/ 177537 w 355074"/>
                <a:gd name="connsiteY12" fmla="*/ 323535 h 355074"/>
                <a:gd name="connsiteX13" fmla="*/ 105683 w 355074"/>
                <a:gd name="connsiteY13" fmla="*/ 322518 h 355074"/>
                <a:gd name="connsiteX14" fmla="*/ 72745 w 355074"/>
                <a:gd name="connsiteY14" fmla="*/ 316413 h 355074"/>
                <a:gd name="connsiteX15" fmla="*/ 52269 w 355074"/>
                <a:gd name="connsiteY15" fmla="*/ 303060 h 355074"/>
                <a:gd name="connsiteX16" fmla="*/ 38916 w 355074"/>
                <a:gd name="connsiteY16" fmla="*/ 282584 h 355074"/>
                <a:gd name="connsiteX17" fmla="*/ 32811 w 355074"/>
                <a:gd name="connsiteY17" fmla="*/ 249646 h 355074"/>
                <a:gd name="connsiteX18" fmla="*/ 31794 w 355074"/>
                <a:gd name="connsiteY18" fmla="*/ 177792 h 355074"/>
                <a:gd name="connsiteX19" fmla="*/ 32811 w 355074"/>
                <a:gd name="connsiteY19" fmla="*/ 105937 h 355074"/>
                <a:gd name="connsiteX20" fmla="*/ 38916 w 355074"/>
                <a:gd name="connsiteY20" fmla="*/ 72999 h 355074"/>
                <a:gd name="connsiteX21" fmla="*/ 52269 w 355074"/>
                <a:gd name="connsiteY21" fmla="*/ 52524 h 355074"/>
                <a:gd name="connsiteX22" fmla="*/ 72745 w 355074"/>
                <a:gd name="connsiteY22" fmla="*/ 39170 h 355074"/>
                <a:gd name="connsiteX23" fmla="*/ 105683 w 355074"/>
                <a:gd name="connsiteY23" fmla="*/ 33066 h 355074"/>
                <a:gd name="connsiteX24" fmla="*/ 177537 w 355074"/>
                <a:gd name="connsiteY24" fmla="*/ 32048 h 355074"/>
                <a:gd name="connsiteX25" fmla="*/ 177537 w 355074"/>
                <a:gd name="connsiteY25" fmla="*/ 0 h 355074"/>
                <a:gd name="connsiteX26" fmla="*/ 104284 w 355074"/>
                <a:gd name="connsiteY26" fmla="*/ 1017 h 355074"/>
                <a:gd name="connsiteX27" fmla="*/ 61172 w 355074"/>
                <a:gd name="connsiteY27" fmla="*/ 9284 h 355074"/>
                <a:gd name="connsiteX28" fmla="*/ 29759 w 355074"/>
                <a:gd name="connsiteY28" fmla="*/ 29759 h 355074"/>
                <a:gd name="connsiteX29" fmla="*/ 9284 w 355074"/>
                <a:gd name="connsiteY29" fmla="*/ 61171 h 355074"/>
                <a:gd name="connsiteX30" fmla="*/ 1017 w 355074"/>
                <a:gd name="connsiteY30" fmla="*/ 104284 h 355074"/>
                <a:gd name="connsiteX31" fmla="*/ 0 w 355074"/>
                <a:gd name="connsiteY31" fmla="*/ 177537 h 355074"/>
                <a:gd name="connsiteX32" fmla="*/ 1017 w 355074"/>
                <a:gd name="connsiteY32" fmla="*/ 250791 h 355074"/>
                <a:gd name="connsiteX33" fmla="*/ 9284 w 355074"/>
                <a:gd name="connsiteY33" fmla="*/ 293903 h 355074"/>
                <a:gd name="connsiteX34" fmla="*/ 29759 w 355074"/>
                <a:gd name="connsiteY34" fmla="*/ 325316 h 355074"/>
                <a:gd name="connsiteX35" fmla="*/ 61172 w 355074"/>
                <a:gd name="connsiteY35" fmla="*/ 345791 h 355074"/>
                <a:gd name="connsiteX36" fmla="*/ 104284 w 355074"/>
                <a:gd name="connsiteY36" fmla="*/ 354057 h 355074"/>
                <a:gd name="connsiteX37" fmla="*/ 177537 w 355074"/>
                <a:gd name="connsiteY37" fmla="*/ 355075 h 355074"/>
                <a:gd name="connsiteX38" fmla="*/ 250791 w 355074"/>
                <a:gd name="connsiteY38" fmla="*/ 354057 h 355074"/>
                <a:gd name="connsiteX39" fmla="*/ 293903 w 355074"/>
                <a:gd name="connsiteY39" fmla="*/ 345791 h 355074"/>
                <a:gd name="connsiteX40" fmla="*/ 325316 w 355074"/>
                <a:gd name="connsiteY40" fmla="*/ 325316 h 355074"/>
                <a:gd name="connsiteX41" fmla="*/ 345791 w 355074"/>
                <a:gd name="connsiteY41" fmla="*/ 293903 h 355074"/>
                <a:gd name="connsiteX42" fmla="*/ 354057 w 355074"/>
                <a:gd name="connsiteY42" fmla="*/ 250791 h 355074"/>
                <a:gd name="connsiteX43" fmla="*/ 355075 w 355074"/>
                <a:gd name="connsiteY43" fmla="*/ 177537 h 355074"/>
                <a:gd name="connsiteX44" fmla="*/ 354057 w 355074"/>
                <a:gd name="connsiteY44" fmla="*/ 104284 h 355074"/>
                <a:gd name="connsiteX45" fmla="*/ 345791 w 355074"/>
                <a:gd name="connsiteY45" fmla="*/ 61171 h 355074"/>
                <a:gd name="connsiteX46" fmla="*/ 325316 w 355074"/>
                <a:gd name="connsiteY46" fmla="*/ 29759 h 355074"/>
                <a:gd name="connsiteX47" fmla="*/ 293903 w 355074"/>
                <a:gd name="connsiteY47" fmla="*/ 9284 h 355074"/>
                <a:gd name="connsiteX48" fmla="*/ 250791 w 355074"/>
                <a:gd name="connsiteY48" fmla="*/ 1017 h 355074"/>
                <a:gd name="connsiteX49" fmla="*/ 177537 w 355074"/>
                <a:gd name="connsiteY49" fmla="*/ 0 h 355074"/>
                <a:gd name="connsiteX50" fmla="*/ 177537 w 355074"/>
                <a:gd name="connsiteY50" fmla="*/ 0 h 35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55074" h="355074">
                  <a:moveTo>
                    <a:pt x="177537" y="32048"/>
                  </a:moveTo>
                  <a:cubicBezTo>
                    <a:pt x="224974" y="32048"/>
                    <a:pt x="230570" y="32175"/>
                    <a:pt x="249392" y="33066"/>
                  </a:cubicBezTo>
                  <a:cubicBezTo>
                    <a:pt x="266687" y="33829"/>
                    <a:pt x="276098" y="36754"/>
                    <a:pt x="282330" y="39170"/>
                  </a:cubicBezTo>
                  <a:cubicBezTo>
                    <a:pt x="290597" y="42350"/>
                    <a:pt x="296574" y="46292"/>
                    <a:pt x="302805" y="52524"/>
                  </a:cubicBezTo>
                  <a:cubicBezTo>
                    <a:pt x="309037" y="58755"/>
                    <a:pt x="312852" y="64605"/>
                    <a:pt x="316159" y="72999"/>
                  </a:cubicBezTo>
                  <a:cubicBezTo>
                    <a:pt x="318575" y="79231"/>
                    <a:pt x="321500" y="88641"/>
                    <a:pt x="322263" y="105937"/>
                  </a:cubicBezTo>
                  <a:cubicBezTo>
                    <a:pt x="323154" y="124632"/>
                    <a:pt x="323281" y="130228"/>
                    <a:pt x="323281" y="177792"/>
                  </a:cubicBezTo>
                  <a:cubicBezTo>
                    <a:pt x="323281" y="225355"/>
                    <a:pt x="323154" y="230824"/>
                    <a:pt x="322263" y="249646"/>
                  </a:cubicBezTo>
                  <a:cubicBezTo>
                    <a:pt x="321500" y="266942"/>
                    <a:pt x="318575" y="276353"/>
                    <a:pt x="316159" y="282584"/>
                  </a:cubicBezTo>
                  <a:cubicBezTo>
                    <a:pt x="312979" y="290851"/>
                    <a:pt x="309037" y="296828"/>
                    <a:pt x="302805" y="303060"/>
                  </a:cubicBezTo>
                  <a:cubicBezTo>
                    <a:pt x="296574" y="309291"/>
                    <a:pt x="290724" y="313107"/>
                    <a:pt x="282330" y="316413"/>
                  </a:cubicBezTo>
                  <a:cubicBezTo>
                    <a:pt x="276098" y="318830"/>
                    <a:pt x="266687" y="321755"/>
                    <a:pt x="249392" y="322518"/>
                  </a:cubicBezTo>
                  <a:cubicBezTo>
                    <a:pt x="230697" y="323408"/>
                    <a:pt x="225101" y="323535"/>
                    <a:pt x="177537" y="323535"/>
                  </a:cubicBezTo>
                  <a:cubicBezTo>
                    <a:pt x="129974" y="323535"/>
                    <a:pt x="124505" y="323408"/>
                    <a:pt x="105683" y="322518"/>
                  </a:cubicBezTo>
                  <a:cubicBezTo>
                    <a:pt x="88387" y="321755"/>
                    <a:pt x="78976" y="318830"/>
                    <a:pt x="72745" y="316413"/>
                  </a:cubicBezTo>
                  <a:cubicBezTo>
                    <a:pt x="64478" y="313234"/>
                    <a:pt x="58501" y="309291"/>
                    <a:pt x="52269" y="303060"/>
                  </a:cubicBezTo>
                  <a:cubicBezTo>
                    <a:pt x="46038" y="296828"/>
                    <a:pt x="42222" y="290978"/>
                    <a:pt x="38916" y="282584"/>
                  </a:cubicBezTo>
                  <a:cubicBezTo>
                    <a:pt x="36499" y="276353"/>
                    <a:pt x="33574" y="266942"/>
                    <a:pt x="32811" y="249646"/>
                  </a:cubicBezTo>
                  <a:cubicBezTo>
                    <a:pt x="31921" y="230951"/>
                    <a:pt x="31794" y="225355"/>
                    <a:pt x="31794" y="177792"/>
                  </a:cubicBezTo>
                  <a:cubicBezTo>
                    <a:pt x="31794" y="130228"/>
                    <a:pt x="31921" y="124759"/>
                    <a:pt x="32811" y="105937"/>
                  </a:cubicBezTo>
                  <a:cubicBezTo>
                    <a:pt x="33574" y="88641"/>
                    <a:pt x="36499" y="79231"/>
                    <a:pt x="38916" y="72999"/>
                  </a:cubicBezTo>
                  <a:cubicBezTo>
                    <a:pt x="42095" y="64732"/>
                    <a:pt x="46038" y="58755"/>
                    <a:pt x="52269" y="52524"/>
                  </a:cubicBezTo>
                  <a:cubicBezTo>
                    <a:pt x="58501" y="46292"/>
                    <a:pt x="64351" y="42477"/>
                    <a:pt x="72745" y="39170"/>
                  </a:cubicBezTo>
                  <a:cubicBezTo>
                    <a:pt x="78976" y="36754"/>
                    <a:pt x="88387" y="33829"/>
                    <a:pt x="105683" y="33066"/>
                  </a:cubicBezTo>
                  <a:cubicBezTo>
                    <a:pt x="124378" y="32175"/>
                    <a:pt x="129974" y="32048"/>
                    <a:pt x="177537" y="32048"/>
                  </a:cubicBezTo>
                  <a:moveTo>
                    <a:pt x="177537" y="0"/>
                  </a:moveTo>
                  <a:cubicBezTo>
                    <a:pt x="129338" y="0"/>
                    <a:pt x="123233" y="254"/>
                    <a:pt x="104284" y="1017"/>
                  </a:cubicBezTo>
                  <a:cubicBezTo>
                    <a:pt x="85335" y="1908"/>
                    <a:pt x="72490" y="4833"/>
                    <a:pt x="61172" y="9284"/>
                  </a:cubicBezTo>
                  <a:cubicBezTo>
                    <a:pt x="49471" y="13862"/>
                    <a:pt x="39552" y="19839"/>
                    <a:pt x="29759" y="29759"/>
                  </a:cubicBezTo>
                  <a:cubicBezTo>
                    <a:pt x="19839" y="39679"/>
                    <a:pt x="13862" y="49599"/>
                    <a:pt x="9284" y="61171"/>
                  </a:cubicBezTo>
                  <a:cubicBezTo>
                    <a:pt x="4833" y="72490"/>
                    <a:pt x="1908" y="85335"/>
                    <a:pt x="1017" y="104284"/>
                  </a:cubicBezTo>
                  <a:cubicBezTo>
                    <a:pt x="127" y="123233"/>
                    <a:pt x="0" y="129338"/>
                    <a:pt x="0" y="177537"/>
                  </a:cubicBezTo>
                  <a:cubicBezTo>
                    <a:pt x="0" y="225737"/>
                    <a:pt x="254" y="231841"/>
                    <a:pt x="1017" y="250791"/>
                  </a:cubicBezTo>
                  <a:cubicBezTo>
                    <a:pt x="1908" y="269740"/>
                    <a:pt x="4833" y="282584"/>
                    <a:pt x="9284" y="293903"/>
                  </a:cubicBezTo>
                  <a:cubicBezTo>
                    <a:pt x="13862" y="305603"/>
                    <a:pt x="19839" y="315523"/>
                    <a:pt x="29759" y="325316"/>
                  </a:cubicBezTo>
                  <a:cubicBezTo>
                    <a:pt x="39679" y="335235"/>
                    <a:pt x="49599" y="341212"/>
                    <a:pt x="61172" y="345791"/>
                  </a:cubicBezTo>
                  <a:cubicBezTo>
                    <a:pt x="72490" y="350242"/>
                    <a:pt x="85335" y="353167"/>
                    <a:pt x="104284" y="354057"/>
                  </a:cubicBezTo>
                  <a:cubicBezTo>
                    <a:pt x="123233" y="354947"/>
                    <a:pt x="129338" y="355075"/>
                    <a:pt x="177537" y="355075"/>
                  </a:cubicBezTo>
                  <a:cubicBezTo>
                    <a:pt x="225737" y="355075"/>
                    <a:pt x="231841" y="354820"/>
                    <a:pt x="250791" y="354057"/>
                  </a:cubicBezTo>
                  <a:cubicBezTo>
                    <a:pt x="269740" y="353167"/>
                    <a:pt x="282584" y="350242"/>
                    <a:pt x="293903" y="345791"/>
                  </a:cubicBezTo>
                  <a:cubicBezTo>
                    <a:pt x="305603" y="341212"/>
                    <a:pt x="315523" y="335235"/>
                    <a:pt x="325316" y="325316"/>
                  </a:cubicBezTo>
                  <a:cubicBezTo>
                    <a:pt x="335235" y="315396"/>
                    <a:pt x="341212" y="305476"/>
                    <a:pt x="345791" y="293903"/>
                  </a:cubicBezTo>
                  <a:cubicBezTo>
                    <a:pt x="350242" y="282584"/>
                    <a:pt x="353167" y="269740"/>
                    <a:pt x="354057" y="250791"/>
                  </a:cubicBezTo>
                  <a:cubicBezTo>
                    <a:pt x="354947" y="231841"/>
                    <a:pt x="355075" y="225737"/>
                    <a:pt x="355075" y="177537"/>
                  </a:cubicBezTo>
                  <a:cubicBezTo>
                    <a:pt x="355075" y="129338"/>
                    <a:pt x="354820" y="123233"/>
                    <a:pt x="354057" y="104284"/>
                  </a:cubicBezTo>
                  <a:cubicBezTo>
                    <a:pt x="353167" y="85335"/>
                    <a:pt x="350242" y="72490"/>
                    <a:pt x="345791" y="61171"/>
                  </a:cubicBezTo>
                  <a:cubicBezTo>
                    <a:pt x="341212" y="49471"/>
                    <a:pt x="335235" y="39552"/>
                    <a:pt x="325316" y="29759"/>
                  </a:cubicBezTo>
                  <a:cubicBezTo>
                    <a:pt x="315396" y="19839"/>
                    <a:pt x="305476" y="13862"/>
                    <a:pt x="293903" y="9284"/>
                  </a:cubicBezTo>
                  <a:cubicBezTo>
                    <a:pt x="282584" y="4833"/>
                    <a:pt x="269740" y="1908"/>
                    <a:pt x="250791" y="1017"/>
                  </a:cubicBezTo>
                  <a:cubicBezTo>
                    <a:pt x="231841" y="127"/>
                    <a:pt x="225737" y="0"/>
                    <a:pt x="177537" y="0"/>
                  </a:cubicBezTo>
                  <a:lnTo>
                    <a:pt x="177537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FE565B3-DB41-050E-116A-19EFCB6371CF}"/>
                </a:ext>
              </a:extLst>
            </p:cNvPr>
            <p:cNvSpPr/>
            <p:nvPr/>
          </p:nvSpPr>
          <p:spPr>
            <a:xfrm>
              <a:off x="2124682" y="8336743"/>
              <a:ext cx="182369" cy="182369"/>
            </a:xfrm>
            <a:custGeom>
              <a:avLst/>
              <a:gdLst>
                <a:gd name="connsiteX0" fmla="*/ 91185 w 182369"/>
                <a:gd name="connsiteY0" fmla="*/ 0 h 182369"/>
                <a:gd name="connsiteX1" fmla="*/ 0 w 182369"/>
                <a:gd name="connsiteY1" fmla="*/ 91185 h 182369"/>
                <a:gd name="connsiteX2" fmla="*/ 91185 w 182369"/>
                <a:gd name="connsiteY2" fmla="*/ 182370 h 182369"/>
                <a:gd name="connsiteX3" fmla="*/ 182370 w 182369"/>
                <a:gd name="connsiteY3" fmla="*/ 91185 h 182369"/>
                <a:gd name="connsiteX4" fmla="*/ 91185 w 182369"/>
                <a:gd name="connsiteY4" fmla="*/ 0 h 182369"/>
                <a:gd name="connsiteX5" fmla="*/ 91185 w 182369"/>
                <a:gd name="connsiteY5" fmla="*/ 150449 h 182369"/>
                <a:gd name="connsiteX6" fmla="*/ 31921 w 182369"/>
                <a:gd name="connsiteY6" fmla="*/ 91185 h 182369"/>
                <a:gd name="connsiteX7" fmla="*/ 91185 w 182369"/>
                <a:gd name="connsiteY7" fmla="*/ 31921 h 182369"/>
                <a:gd name="connsiteX8" fmla="*/ 150449 w 182369"/>
                <a:gd name="connsiteY8" fmla="*/ 91185 h 182369"/>
                <a:gd name="connsiteX9" fmla="*/ 91185 w 182369"/>
                <a:gd name="connsiteY9" fmla="*/ 150449 h 182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369" h="182369">
                  <a:moveTo>
                    <a:pt x="91185" y="0"/>
                  </a:moveTo>
                  <a:cubicBezTo>
                    <a:pt x="40823" y="0"/>
                    <a:pt x="0" y="40823"/>
                    <a:pt x="0" y="91185"/>
                  </a:cubicBezTo>
                  <a:cubicBezTo>
                    <a:pt x="0" y="141547"/>
                    <a:pt x="40823" y="182370"/>
                    <a:pt x="91185" y="182370"/>
                  </a:cubicBezTo>
                  <a:cubicBezTo>
                    <a:pt x="141547" y="182370"/>
                    <a:pt x="182370" y="141547"/>
                    <a:pt x="182370" y="91185"/>
                  </a:cubicBezTo>
                  <a:cubicBezTo>
                    <a:pt x="182370" y="40823"/>
                    <a:pt x="141547" y="0"/>
                    <a:pt x="91185" y="0"/>
                  </a:cubicBezTo>
                  <a:close/>
                  <a:moveTo>
                    <a:pt x="91185" y="150449"/>
                  </a:moveTo>
                  <a:cubicBezTo>
                    <a:pt x="58501" y="150449"/>
                    <a:pt x="31921" y="123996"/>
                    <a:pt x="31921" y="91185"/>
                  </a:cubicBezTo>
                  <a:cubicBezTo>
                    <a:pt x="31921" y="58374"/>
                    <a:pt x="58374" y="31921"/>
                    <a:pt x="91185" y="31921"/>
                  </a:cubicBezTo>
                  <a:cubicBezTo>
                    <a:pt x="123996" y="31921"/>
                    <a:pt x="150449" y="58374"/>
                    <a:pt x="150449" y="91185"/>
                  </a:cubicBezTo>
                  <a:cubicBezTo>
                    <a:pt x="150449" y="123996"/>
                    <a:pt x="123996" y="150449"/>
                    <a:pt x="91185" y="15044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2F6207D-A1FD-0581-F63F-18F3E3533A04}"/>
                </a:ext>
              </a:extLst>
            </p:cNvPr>
            <p:cNvSpPr/>
            <p:nvPr/>
          </p:nvSpPr>
          <p:spPr>
            <a:xfrm>
              <a:off x="2289248" y="8311817"/>
              <a:ext cx="42731" cy="42731"/>
            </a:xfrm>
            <a:custGeom>
              <a:avLst/>
              <a:gdLst>
                <a:gd name="connsiteX0" fmla="*/ 42731 w 42731"/>
                <a:gd name="connsiteY0" fmla="*/ 21366 h 42731"/>
                <a:gd name="connsiteX1" fmla="*/ 21366 w 42731"/>
                <a:gd name="connsiteY1" fmla="*/ 42731 h 42731"/>
                <a:gd name="connsiteX2" fmla="*/ 0 w 42731"/>
                <a:gd name="connsiteY2" fmla="*/ 21366 h 42731"/>
                <a:gd name="connsiteX3" fmla="*/ 21366 w 42731"/>
                <a:gd name="connsiteY3" fmla="*/ 0 h 42731"/>
                <a:gd name="connsiteX4" fmla="*/ 42731 w 42731"/>
                <a:gd name="connsiteY4" fmla="*/ 2136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31" h="42731">
                  <a:moveTo>
                    <a:pt x="42731" y="21366"/>
                  </a:moveTo>
                  <a:cubicBezTo>
                    <a:pt x="42731" y="33165"/>
                    <a:pt x="33165" y="42731"/>
                    <a:pt x="21366" y="42731"/>
                  </a:cubicBezTo>
                  <a:cubicBezTo>
                    <a:pt x="9566" y="42731"/>
                    <a:pt x="0" y="33165"/>
                    <a:pt x="0" y="21366"/>
                  </a:cubicBezTo>
                  <a:cubicBezTo>
                    <a:pt x="0" y="9566"/>
                    <a:pt x="9566" y="0"/>
                    <a:pt x="21366" y="0"/>
                  </a:cubicBezTo>
                  <a:cubicBezTo>
                    <a:pt x="33165" y="0"/>
                    <a:pt x="42731" y="9566"/>
                    <a:pt x="42731" y="213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D45B8A5-4786-1848-C260-345CA78267C4}"/>
              </a:ext>
            </a:extLst>
          </p:cNvPr>
          <p:cNvSpPr/>
          <p:nvPr/>
        </p:nvSpPr>
        <p:spPr>
          <a:xfrm>
            <a:off x="6025925" y="8174336"/>
            <a:ext cx="203099" cy="387889"/>
          </a:xfrm>
          <a:custGeom>
            <a:avLst/>
            <a:gdLst>
              <a:gd name="connsiteX0" fmla="*/ 162022 w 203099"/>
              <a:gd name="connsiteY0" fmla="*/ 64609 h 387889"/>
              <a:gd name="connsiteX1" fmla="*/ 203099 w 203099"/>
              <a:gd name="connsiteY1" fmla="*/ 64609 h 387889"/>
              <a:gd name="connsiteX2" fmla="*/ 203099 w 203099"/>
              <a:gd name="connsiteY2" fmla="*/ 4 h 387889"/>
              <a:gd name="connsiteX3" fmla="*/ 141419 w 203099"/>
              <a:gd name="connsiteY3" fmla="*/ 4 h 387889"/>
              <a:gd name="connsiteX4" fmla="*/ 77958 w 203099"/>
              <a:gd name="connsiteY4" fmla="*/ 31162 h 387889"/>
              <a:gd name="connsiteX5" fmla="*/ 60917 w 203099"/>
              <a:gd name="connsiteY5" fmla="*/ 93478 h 387889"/>
              <a:gd name="connsiteX6" fmla="*/ 60917 w 203099"/>
              <a:gd name="connsiteY6" fmla="*/ 93478 h 387889"/>
              <a:gd name="connsiteX7" fmla="*/ 60917 w 203099"/>
              <a:gd name="connsiteY7" fmla="*/ 141932 h 387889"/>
              <a:gd name="connsiteX8" fmla="*/ 0 w 203099"/>
              <a:gd name="connsiteY8" fmla="*/ 141932 h 387889"/>
              <a:gd name="connsiteX9" fmla="*/ 0 w 203099"/>
              <a:gd name="connsiteY9" fmla="*/ 210607 h 387889"/>
              <a:gd name="connsiteX10" fmla="*/ 60917 w 203099"/>
              <a:gd name="connsiteY10" fmla="*/ 210607 h 387889"/>
              <a:gd name="connsiteX11" fmla="*/ 60917 w 203099"/>
              <a:gd name="connsiteY11" fmla="*/ 387889 h 387889"/>
              <a:gd name="connsiteX12" fmla="*/ 131118 w 203099"/>
              <a:gd name="connsiteY12" fmla="*/ 387889 h 387889"/>
              <a:gd name="connsiteX13" fmla="*/ 131118 w 203099"/>
              <a:gd name="connsiteY13" fmla="*/ 210607 h 387889"/>
              <a:gd name="connsiteX14" fmla="*/ 191527 w 203099"/>
              <a:gd name="connsiteY14" fmla="*/ 210607 h 387889"/>
              <a:gd name="connsiteX15" fmla="*/ 199920 w 203099"/>
              <a:gd name="connsiteY15" fmla="*/ 141932 h 387889"/>
              <a:gd name="connsiteX16" fmla="*/ 131118 w 203099"/>
              <a:gd name="connsiteY16" fmla="*/ 141932 h 387889"/>
              <a:gd name="connsiteX17" fmla="*/ 131118 w 203099"/>
              <a:gd name="connsiteY17" fmla="*/ 93478 h 387889"/>
              <a:gd name="connsiteX18" fmla="*/ 131118 w 203099"/>
              <a:gd name="connsiteY18" fmla="*/ 93478 h 387889"/>
              <a:gd name="connsiteX19" fmla="*/ 161894 w 203099"/>
              <a:gd name="connsiteY19" fmla="*/ 64609 h 387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03099" h="387889">
                <a:moveTo>
                  <a:pt x="162022" y="64609"/>
                </a:moveTo>
                <a:lnTo>
                  <a:pt x="203099" y="64609"/>
                </a:lnTo>
                <a:lnTo>
                  <a:pt x="203099" y="4"/>
                </a:lnTo>
                <a:lnTo>
                  <a:pt x="141419" y="4"/>
                </a:lnTo>
                <a:cubicBezTo>
                  <a:pt x="141419" y="4"/>
                  <a:pt x="102631" y="-1014"/>
                  <a:pt x="77958" y="31162"/>
                </a:cubicBezTo>
                <a:cubicBezTo>
                  <a:pt x="77958" y="31162"/>
                  <a:pt x="61171" y="47059"/>
                  <a:pt x="60917" y="93478"/>
                </a:cubicBezTo>
                <a:lnTo>
                  <a:pt x="60917" y="93478"/>
                </a:lnTo>
                <a:lnTo>
                  <a:pt x="60917" y="141932"/>
                </a:lnTo>
                <a:lnTo>
                  <a:pt x="0" y="141932"/>
                </a:lnTo>
                <a:lnTo>
                  <a:pt x="0" y="210607"/>
                </a:lnTo>
                <a:lnTo>
                  <a:pt x="60917" y="210607"/>
                </a:lnTo>
                <a:lnTo>
                  <a:pt x="60917" y="387889"/>
                </a:lnTo>
                <a:lnTo>
                  <a:pt x="131118" y="387889"/>
                </a:lnTo>
                <a:lnTo>
                  <a:pt x="131118" y="210607"/>
                </a:lnTo>
                <a:lnTo>
                  <a:pt x="191527" y="210607"/>
                </a:lnTo>
                <a:lnTo>
                  <a:pt x="199920" y="141932"/>
                </a:lnTo>
                <a:lnTo>
                  <a:pt x="131118" y="141932"/>
                </a:lnTo>
                <a:lnTo>
                  <a:pt x="131118" y="93478"/>
                </a:lnTo>
                <a:lnTo>
                  <a:pt x="131118" y="93478"/>
                </a:lnTo>
                <a:cubicBezTo>
                  <a:pt x="131245" y="88009"/>
                  <a:pt x="133661" y="64227"/>
                  <a:pt x="161894" y="64609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6" name="Graphic 18">
            <a:extLst>
              <a:ext uri="{FF2B5EF4-FFF2-40B4-BE49-F238E27FC236}">
                <a16:creationId xmlns:a16="http://schemas.microsoft.com/office/drawing/2014/main" id="{51BCE835-09FB-6402-DBB3-BB908039A744}"/>
              </a:ext>
            </a:extLst>
          </p:cNvPr>
          <p:cNvGrpSpPr/>
          <p:nvPr/>
        </p:nvGrpSpPr>
        <p:grpSpPr>
          <a:xfrm>
            <a:off x="5932451" y="7449566"/>
            <a:ext cx="389412" cy="387885"/>
            <a:chOff x="5932451" y="7449566"/>
            <a:chExt cx="389412" cy="387885"/>
          </a:xfrm>
          <a:solidFill>
            <a:schemeClr val="bg1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9DF0491-A28C-E70D-549E-FEB01BEFDBAF}"/>
                </a:ext>
              </a:extLst>
            </p:cNvPr>
            <p:cNvSpPr/>
            <p:nvPr/>
          </p:nvSpPr>
          <p:spPr>
            <a:xfrm>
              <a:off x="5932451" y="7449566"/>
              <a:ext cx="93601" cy="387885"/>
            </a:xfrm>
            <a:custGeom>
              <a:avLst/>
              <a:gdLst>
                <a:gd name="connsiteX0" fmla="*/ 6486 w 93601"/>
                <a:gd name="connsiteY0" fmla="*/ 128829 h 387885"/>
                <a:gd name="connsiteX1" fmla="*/ 87115 w 93601"/>
                <a:gd name="connsiteY1" fmla="*/ 128829 h 387885"/>
                <a:gd name="connsiteX2" fmla="*/ 87115 w 93601"/>
                <a:gd name="connsiteY2" fmla="*/ 387886 h 387885"/>
                <a:gd name="connsiteX3" fmla="*/ 6486 w 93601"/>
                <a:gd name="connsiteY3" fmla="*/ 387886 h 387885"/>
                <a:gd name="connsiteX4" fmla="*/ 6486 w 93601"/>
                <a:gd name="connsiteY4" fmla="*/ 128829 h 387885"/>
                <a:gd name="connsiteX5" fmla="*/ 46801 w 93601"/>
                <a:gd name="connsiteY5" fmla="*/ 0 h 387885"/>
                <a:gd name="connsiteX6" fmla="*/ 93601 w 93601"/>
                <a:gd name="connsiteY6" fmla="*/ 46673 h 387885"/>
                <a:gd name="connsiteX7" fmla="*/ 46801 w 93601"/>
                <a:gd name="connsiteY7" fmla="*/ 93347 h 387885"/>
                <a:gd name="connsiteX8" fmla="*/ 0 w 93601"/>
                <a:gd name="connsiteY8" fmla="*/ 46673 h 387885"/>
                <a:gd name="connsiteX9" fmla="*/ 46801 w 93601"/>
                <a:gd name="connsiteY9" fmla="*/ 0 h 387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601" h="387885">
                  <a:moveTo>
                    <a:pt x="6486" y="128829"/>
                  </a:moveTo>
                  <a:lnTo>
                    <a:pt x="87115" y="128829"/>
                  </a:lnTo>
                  <a:lnTo>
                    <a:pt x="87115" y="387886"/>
                  </a:lnTo>
                  <a:lnTo>
                    <a:pt x="6486" y="387886"/>
                  </a:lnTo>
                  <a:lnTo>
                    <a:pt x="6486" y="128829"/>
                  </a:lnTo>
                  <a:close/>
                  <a:moveTo>
                    <a:pt x="46801" y="0"/>
                  </a:moveTo>
                  <a:cubicBezTo>
                    <a:pt x="72617" y="0"/>
                    <a:pt x="93601" y="20984"/>
                    <a:pt x="93601" y="46673"/>
                  </a:cubicBezTo>
                  <a:cubicBezTo>
                    <a:pt x="93601" y="72363"/>
                    <a:pt x="72617" y="93347"/>
                    <a:pt x="46801" y="93347"/>
                  </a:cubicBezTo>
                  <a:cubicBezTo>
                    <a:pt x="20984" y="93347"/>
                    <a:pt x="0" y="72490"/>
                    <a:pt x="0" y="46673"/>
                  </a:cubicBezTo>
                  <a:cubicBezTo>
                    <a:pt x="0" y="20857"/>
                    <a:pt x="20857" y="0"/>
                    <a:pt x="46801" y="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3641298-FB0D-3AAA-0CE0-D9AB1FDD135F}"/>
                </a:ext>
              </a:extLst>
            </p:cNvPr>
            <p:cNvSpPr/>
            <p:nvPr/>
          </p:nvSpPr>
          <p:spPr>
            <a:xfrm>
              <a:off x="6070182" y="7572036"/>
              <a:ext cx="251680" cy="265415"/>
            </a:xfrm>
            <a:custGeom>
              <a:avLst/>
              <a:gdLst>
                <a:gd name="connsiteX0" fmla="*/ 0 w 251680"/>
                <a:gd name="connsiteY0" fmla="*/ 6359 h 265415"/>
                <a:gd name="connsiteX1" fmla="*/ 77450 w 251680"/>
                <a:gd name="connsiteY1" fmla="*/ 6359 h 265415"/>
                <a:gd name="connsiteX2" fmla="*/ 77450 w 251680"/>
                <a:gd name="connsiteY2" fmla="*/ 41841 h 265415"/>
                <a:gd name="connsiteX3" fmla="*/ 78595 w 251680"/>
                <a:gd name="connsiteY3" fmla="*/ 41841 h 265415"/>
                <a:gd name="connsiteX4" fmla="*/ 154900 w 251680"/>
                <a:gd name="connsiteY4" fmla="*/ 0 h 265415"/>
                <a:gd name="connsiteX5" fmla="*/ 251681 w 251680"/>
                <a:gd name="connsiteY5" fmla="*/ 123360 h 265415"/>
                <a:gd name="connsiteX6" fmla="*/ 251681 w 251680"/>
                <a:gd name="connsiteY6" fmla="*/ 265416 h 265415"/>
                <a:gd name="connsiteX7" fmla="*/ 171052 w 251680"/>
                <a:gd name="connsiteY7" fmla="*/ 265416 h 265415"/>
                <a:gd name="connsiteX8" fmla="*/ 171052 w 251680"/>
                <a:gd name="connsiteY8" fmla="*/ 139385 h 265415"/>
                <a:gd name="connsiteX9" fmla="*/ 129083 w 251680"/>
                <a:gd name="connsiteY9" fmla="*/ 70710 h 265415"/>
                <a:gd name="connsiteX10" fmla="*/ 80757 w 251680"/>
                <a:gd name="connsiteY10" fmla="*/ 137223 h 265415"/>
                <a:gd name="connsiteX11" fmla="*/ 80757 w 251680"/>
                <a:gd name="connsiteY11" fmla="*/ 265416 h 265415"/>
                <a:gd name="connsiteX12" fmla="*/ 127 w 251680"/>
                <a:gd name="connsiteY12" fmla="*/ 265416 h 265415"/>
                <a:gd name="connsiteX13" fmla="*/ 127 w 251680"/>
                <a:gd name="connsiteY13" fmla="*/ 6359 h 26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1680" h="265415">
                  <a:moveTo>
                    <a:pt x="0" y="6359"/>
                  </a:moveTo>
                  <a:lnTo>
                    <a:pt x="77450" y="6359"/>
                  </a:lnTo>
                  <a:lnTo>
                    <a:pt x="77450" y="41841"/>
                  </a:lnTo>
                  <a:lnTo>
                    <a:pt x="78595" y="41841"/>
                  </a:lnTo>
                  <a:cubicBezTo>
                    <a:pt x="89405" y="21493"/>
                    <a:pt x="115730" y="0"/>
                    <a:pt x="154900" y="0"/>
                  </a:cubicBezTo>
                  <a:cubicBezTo>
                    <a:pt x="236547" y="0"/>
                    <a:pt x="251681" y="53668"/>
                    <a:pt x="251681" y="123360"/>
                  </a:cubicBezTo>
                  <a:lnTo>
                    <a:pt x="251681" y="265416"/>
                  </a:lnTo>
                  <a:lnTo>
                    <a:pt x="171052" y="265416"/>
                  </a:lnTo>
                  <a:lnTo>
                    <a:pt x="171052" y="139385"/>
                  </a:lnTo>
                  <a:cubicBezTo>
                    <a:pt x="171052" y="109371"/>
                    <a:pt x="170543" y="70710"/>
                    <a:pt x="129083" y="70710"/>
                  </a:cubicBezTo>
                  <a:cubicBezTo>
                    <a:pt x="87624" y="70710"/>
                    <a:pt x="80757" y="103521"/>
                    <a:pt x="80757" y="137223"/>
                  </a:cubicBezTo>
                  <a:lnTo>
                    <a:pt x="80757" y="265416"/>
                  </a:lnTo>
                  <a:lnTo>
                    <a:pt x="127" y="265416"/>
                  </a:lnTo>
                  <a:lnTo>
                    <a:pt x="127" y="635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78049C59-1D1D-DB09-DEAD-E3BAFABD2AAC}"/>
              </a:ext>
            </a:extLst>
          </p:cNvPr>
          <p:cNvSpPr/>
          <p:nvPr/>
        </p:nvSpPr>
        <p:spPr>
          <a:xfrm>
            <a:off x="2021670" y="9041805"/>
            <a:ext cx="388140" cy="271647"/>
          </a:xfrm>
          <a:custGeom>
            <a:avLst/>
            <a:gdLst>
              <a:gd name="connsiteX0" fmla="*/ 380001 w 388140"/>
              <a:gd name="connsiteY0" fmla="*/ 42477 h 271647"/>
              <a:gd name="connsiteX1" fmla="*/ 345664 w 388140"/>
              <a:gd name="connsiteY1" fmla="*/ 8139 h 271647"/>
              <a:gd name="connsiteX2" fmla="*/ 194070 w 388140"/>
              <a:gd name="connsiteY2" fmla="*/ 0 h 271647"/>
              <a:gd name="connsiteX3" fmla="*/ 42477 w 388140"/>
              <a:gd name="connsiteY3" fmla="*/ 8139 h 271647"/>
              <a:gd name="connsiteX4" fmla="*/ 8139 w 388140"/>
              <a:gd name="connsiteY4" fmla="*/ 42477 h 271647"/>
              <a:gd name="connsiteX5" fmla="*/ 0 w 388140"/>
              <a:gd name="connsiteY5" fmla="*/ 135824 h 271647"/>
              <a:gd name="connsiteX6" fmla="*/ 8139 w 388140"/>
              <a:gd name="connsiteY6" fmla="*/ 229171 h 271647"/>
              <a:gd name="connsiteX7" fmla="*/ 42477 w 388140"/>
              <a:gd name="connsiteY7" fmla="*/ 263508 h 271647"/>
              <a:gd name="connsiteX8" fmla="*/ 194070 w 388140"/>
              <a:gd name="connsiteY8" fmla="*/ 271647 h 271647"/>
              <a:gd name="connsiteX9" fmla="*/ 345664 w 388140"/>
              <a:gd name="connsiteY9" fmla="*/ 263508 h 271647"/>
              <a:gd name="connsiteX10" fmla="*/ 380001 w 388140"/>
              <a:gd name="connsiteY10" fmla="*/ 229171 h 271647"/>
              <a:gd name="connsiteX11" fmla="*/ 388140 w 388140"/>
              <a:gd name="connsiteY11" fmla="*/ 135824 h 271647"/>
              <a:gd name="connsiteX12" fmla="*/ 380001 w 388140"/>
              <a:gd name="connsiteY12" fmla="*/ 42477 h 271647"/>
              <a:gd name="connsiteX13" fmla="*/ 155409 w 388140"/>
              <a:gd name="connsiteY13" fmla="*/ 194070 h 271647"/>
              <a:gd name="connsiteX14" fmla="*/ 155409 w 388140"/>
              <a:gd name="connsiteY14" fmla="*/ 77704 h 271647"/>
              <a:gd name="connsiteX15" fmla="*/ 256132 w 388140"/>
              <a:gd name="connsiteY15" fmla="*/ 135951 h 271647"/>
              <a:gd name="connsiteX16" fmla="*/ 155409 w 388140"/>
              <a:gd name="connsiteY16" fmla="*/ 194070 h 27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88140" h="271647">
                <a:moveTo>
                  <a:pt x="380001" y="42477"/>
                </a:moveTo>
                <a:cubicBezTo>
                  <a:pt x="375550" y="25817"/>
                  <a:pt x="362451" y="12590"/>
                  <a:pt x="345664" y="8139"/>
                </a:cubicBezTo>
                <a:cubicBezTo>
                  <a:pt x="315396" y="0"/>
                  <a:pt x="194070" y="0"/>
                  <a:pt x="194070" y="0"/>
                </a:cubicBezTo>
                <a:cubicBezTo>
                  <a:pt x="194070" y="0"/>
                  <a:pt x="72745" y="0"/>
                  <a:pt x="42477" y="8139"/>
                </a:cubicBezTo>
                <a:cubicBezTo>
                  <a:pt x="25817" y="12590"/>
                  <a:pt x="12590" y="25690"/>
                  <a:pt x="8139" y="42477"/>
                </a:cubicBezTo>
                <a:cubicBezTo>
                  <a:pt x="0" y="72745"/>
                  <a:pt x="0" y="135824"/>
                  <a:pt x="0" y="135824"/>
                </a:cubicBezTo>
                <a:cubicBezTo>
                  <a:pt x="0" y="135824"/>
                  <a:pt x="0" y="198903"/>
                  <a:pt x="8139" y="229171"/>
                </a:cubicBezTo>
                <a:cubicBezTo>
                  <a:pt x="12590" y="245831"/>
                  <a:pt x="25689" y="259057"/>
                  <a:pt x="42477" y="263508"/>
                </a:cubicBezTo>
                <a:cubicBezTo>
                  <a:pt x="72745" y="271647"/>
                  <a:pt x="194070" y="271647"/>
                  <a:pt x="194070" y="271647"/>
                </a:cubicBezTo>
                <a:cubicBezTo>
                  <a:pt x="194070" y="271647"/>
                  <a:pt x="315396" y="271647"/>
                  <a:pt x="345664" y="263508"/>
                </a:cubicBezTo>
                <a:cubicBezTo>
                  <a:pt x="362324" y="259057"/>
                  <a:pt x="375550" y="245958"/>
                  <a:pt x="380001" y="229171"/>
                </a:cubicBezTo>
                <a:cubicBezTo>
                  <a:pt x="388140" y="198903"/>
                  <a:pt x="388140" y="135824"/>
                  <a:pt x="388140" y="135824"/>
                </a:cubicBezTo>
                <a:cubicBezTo>
                  <a:pt x="388140" y="135824"/>
                  <a:pt x="388140" y="72745"/>
                  <a:pt x="380001" y="42477"/>
                </a:cubicBezTo>
                <a:close/>
                <a:moveTo>
                  <a:pt x="155409" y="194070"/>
                </a:moveTo>
                <a:lnTo>
                  <a:pt x="155409" y="77704"/>
                </a:lnTo>
                <a:lnTo>
                  <a:pt x="256132" y="135951"/>
                </a:lnTo>
                <a:lnTo>
                  <a:pt x="155409" y="194070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31" name="object 4">
            <a:extLst>
              <a:ext uri="{FF2B5EF4-FFF2-40B4-BE49-F238E27FC236}">
                <a16:creationId xmlns:a16="http://schemas.microsoft.com/office/drawing/2014/main" id="{BAC76DB9-838D-14A6-5299-739E47102FAD}"/>
              </a:ext>
            </a:extLst>
          </p:cNvPr>
          <p:cNvGrpSpPr>
            <a:grpSpLocks/>
          </p:cNvGrpSpPr>
          <p:nvPr userDrawn="1"/>
        </p:nvGrpSpPr>
        <p:grpSpPr>
          <a:xfrm>
            <a:off x="2044700" y="10626725"/>
            <a:ext cx="1612900" cy="1612900"/>
            <a:chOff x="1675341" y="756689"/>
            <a:chExt cx="2275205" cy="2272030"/>
          </a:xfrm>
        </p:grpSpPr>
        <p:sp>
          <p:nvSpPr>
            <p:cNvPr id="32" name="object 5">
              <a:extLst>
                <a:ext uri="{FF2B5EF4-FFF2-40B4-BE49-F238E27FC236}">
                  <a16:creationId xmlns:a16="http://schemas.microsoft.com/office/drawing/2014/main" id="{1E8598E2-F853-5C3D-12BC-DFFC996AE6B6}"/>
                </a:ext>
              </a:extLst>
            </p:cNvPr>
            <p:cNvSpPr/>
            <p:nvPr/>
          </p:nvSpPr>
          <p:spPr>
            <a:xfrm>
              <a:off x="1675341" y="756689"/>
              <a:ext cx="2275205" cy="2272030"/>
            </a:xfrm>
            <a:custGeom>
              <a:avLst/>
              <a:gdLst/>
              <a:ahLst/>
              <a:cxnLst/>
              <a:rect l="l" t="t" r="r" b="b"/>
              <a:pathLst>
                <a:path w="2275204" h="2272030">
                  <a:moveTo>
                    <a:pt x="2274988" y="0"/>
                  </a:moveTo>
                  <a:lnTo>
                    <a:pt x="0" y="0"/>
                  </a:lnTo>
                  <a:lnTo>
                    <a:pt x="0" y="2271417"/>
                  </a:lnTo>
                  <a:lnTo>
                    <a:pt x="2274988" y="2271417"/>
                  </a:lnTo>
                  <a:lnTo>
                    <a:pt x="22749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6">
              <a:extLst>
                <a:ext uri="{FF2B5EF4-FFF2-40B4-BE49-F238E27FC236}">
                  <a16:creationId xmlns:a16="http://schemas.microsoft.com/office/drawing/2014/main" id="{0B4BBBCC-CBCC-D224-9AD8-63E197089BBA}"/>
                </a:ext>
              </a:extLst>
            </p:cNvPr>
            <p:cNvSpPr/>
            <p:nvPr/>
          </p:nvSpPr>
          <p:spPr>
            <a:xfrm>
              <a:off x="1695006" y="774583"/>
              <a:ext cx="2235835" cy="2235835"/>
            </a:xfrm>
            <a:custGeom>
              <a:avLst/>
              <a:gdLst/>
              <a:ahLst/>
              <a:cxnLst/>
              <a:rect l="l" t="t" r="r" b="b"/>
              <a:pathLst>
                <a:path w="2235835" h="2235835">
                  <a:moveTo>
                    <a:pt x="2235638" y="0"/>
                  </a:moveTo>
                  <a:lnTo>
                    <a:pt x="0" y="0"/>
                  </a:lnTo>
                  <a:lnTo>
                    <a:pt x="0" y="2235649"/>
                  </a:lnTo>
                  <a:lnTo>
                    <a:pt x="2235638" y="2235649"/>
                  </a:lnTo>
                  <a:lnTo>
                    <a:pt x="2235638" y="0"/>
                  </a:lnTo>
                  <a:close/>
                </a:path>
              </a:pathLst>
            </a:custGeom>
            <a:solidFill>
              <a:srgbClr val="002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7">
              <a:extLst>
                <a:ext uri="{FF2B5EF4-FFF2-40B4-BE49-F238E27FC236}">
                  <a16:creationId xmlns:a16="http://schemas.microsoft.com/office/drawing/2014/main" id="{45B0E4C2-39DD-8501-BA27-164933A33F8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3232" y="2234279"/>
              <a:ext cx="97546" cy="136760"/>
            </a:xfrm>
            <a:prstGeom prst="rect">
              <a:avLst/>
            </a:prstGeom>
          </p:spPr>
        </p:pic>
        <p:pic>
          <p:nvPicPr>
            <p:cNvPr id="35" name="object 8">
              <a:extLst>
                <a:ext uri="{FF2B5EF4-FFF2-40B4-BE49-F238E27FC236}">
                  <a16:creationId xmlns:a16="http://schemas.microsoft.com/office/drawing/2014/main" id="{2578E418-AFA7-E325-4AB1-AFF9A13F5FA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0611" y="2234280"/>
              <a:ext cx="97337" cy="134142"/>
            </a:xfrm>
            <a:prstGeom prst="rect">
              <a:avLst/>
            </a:prstGeom>
          </p:spPr>
        </p:pic>
        <p:sp>
          <p:nvSpPr>
            <p:cNvPr id="36" name="object 9">
              <a:extLst>
                <a:ext uri="{FF2B5EF4-FFF2-40B4-BE49-F238E27FC236}">
                  <a16:creationId xmlns:a16="http://schemas.microsoft.com/office/drawing/2014/main" id="{A8BCA7B2-567A-3F7C-21E7-183F9637828C}"/>
                </a:ext>
              </a:extLst>
            </p:cNvPr>
            <p:cNvSpPr/>
            <p:nvPr/>
          </p:nvSpPr>
          <p:spPr>
            <a:xfrm>
              <a:off x="221206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10">
              <a:extLst>
                <a:ext uri="{FF2B5EF4-FFF2-40B4-BE49-F238E27FC236}">
                  <a16:creationId xmlns:a16="http://schemas.microsoft.com/office/drawing/2014/main" id="{59AF7A2D-904D-E8CB-7090-DE61D29EA6E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4586" y="2234280"/>
              <a:ext cx="113221" cy="134142"/>
            </a:xfrm>
            <a:prstGeom prst="rect">
              <a:avLst/>
            </a:prstGeom>
          </p:spPr>
        </p:pic>
        <p:sp>
          <p:nvSpPr>
            <p:cNvPr id="38" name="object 11">
              <a:extLst>
                <a:ext uri="{FF2B5EF4-FFF2-40B4-BE49-F238E27FC236}">
                  <a16:creationId xmlns:a16="http://schemas.microsoft.com/office/drawing/2014/main" id="{5A4DB065-8F37-2458-64BA-1DC3868FAFBC}"/>
                </a:ext>
              </a:extLst>
            </p:cNvPr>
            <p:cNvSpPr/>
            <p:nvPr/>
          </p:nvSpPr>
          <p:spPr>
            <a:xfrm>
              <a:off x="2412962" y="2233808"/>
              <a:ext cx="76200" cy="134620"/>
            </a:xfrm>
            <a:custGeom>
              <a:avLst/>
              <a:gdLst/>
              <a:ahLst/>
              <a:cxnLst/>
              <a:rect l="l" t="t" r="r" b="b"/>
              <a:pathLst>
                <a:path w="76200" h="134619">
                  <a:moveTo>
                    <a:pt x="75819" y="119380"/>
                  </a:moveTo>
                  <a:lnTo>
                    <a:pt x="17691" y="119380"/>
                  </a:lnTo>
                  <a:lnTo>
                    <a:pt x="17691" y="72390"/>
                  </a:lnTo>
                  <a:lnTo>
                    <a:pt x="70789" y="72390"/>
                  </a:lnTo>
                  <a:lnTo>
                    <a:pt x="70789" y="57150"/>
                  </a:lnTo>
                  <a:lnTo>
                    <a:pt x="17691" y="57150"/>
                  </a:lnTo>
                  <a:lnTo>
                    <a:pt x="17691" y="15240"/>
                  </a:lnTo>
                  <a:lnTo>
                    <a:pt x="74218" y="15240"/>
                  </a:lnTo>
                  <a:lnTo>
                    <a:pt x="74218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57150"/>
                  </a:lnTo>
                  <a:lnTo>
                    <a:pt x="0" y="72390"/>
                  </a:lnTo>
                  <a:lnTo>
                    <a:pt x="0" y="119380"/>
                  </a:lnTo>
                  <a:lnTo>
                    <a:pt x="0" y="134620"/>
                  </a:lnTo>
                  <a:lnTo>
                    <a:pt x="75819" y="134620"/>
                  </a:lnTo>
                  <a:lnTo>
                    <a:pt x="75819" y="1193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12">
              <a:extLst>
                <a:ext uri="{FF2B5EF4-FFF2-40B4-BE49-F238E27FC236}">
                  <a16:creationId xmlns:a16="http://schemas.microsoft.com/office/drawing/2014/main" id="{99EB25EB-3E98-D766-B75C-FBD34D8564A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0110" y="2234284"/>
              <a:ext cx="92311" cy="134142"/>
            </a:xfrm>
            <a:prstGeom prst="rect">
              <a:avLst/>
            </a:prstGeom>
          </p:spPr>
        </p:pic>
        <p:pic>
          <p:nvPicPr>
            <p:cNvPr id="40" name="object 13">
              <a:extLst>
                <a:ext uri="{FF2B5EF4-FFF2-40B4-BE49-F238E27FC236}">
                  <a16:creationId xmlns:a16="http://schemas.microsoft.com/office/drawing/2014/main" id="{CA9DF136-83B5-2071-D520-FFB25C3E5C4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0302" y="2231664"/>
              <a:ext cx="85264" cy="139576"/>
            </a:xfrm>
            <a:prstGeom prst="rect">
              <a:avLst/>
            </a:prstGeom>
          </p:spPr>
        </p:pic>
        <p:sp>
          <p:nvSpPr>
            <p:cNvPr id="41" name="object 14">
              <a:extLst>
                <a:ext uri="{FF2B5EF4-FFF2-40B4-BE49-F238E27FC236}">
                  <a16:creationId xmlns:a16="http://schemas.microsoft.com/office/drawing/2014/main" id="{BB443945-BF96-4597-17F8-025F89D1BC4C}"/>
                </a:ext>
              </a:extLst>
            </p:cNvPr>
            <p:cNvSpPr/>
            <p:nvPr/>
          </p:nvSpPr>
          <p:spPr>
            <a:xfrm>
              <a:off x="277797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15">
              <a:extLst>
                <a:ext uri="{FF2B5EF4-FFF2-40B4-BE49-F238E27FC236}">
                  <a16:creationId xmlns:a16="http://schemas.microsoft.com/office/drawing/2014/main" id="{07334217-5B08-4E42-D9B6-91FBCCF7EF3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0980" y="2233925"/>
              <a:ext cx="217271" cy="134620"/>
            </a:xfrm>
            <a:prstGeom prst="rect">
              <a:avLst/>
            </a:prstGeom>
          </p:spPr>
        </p:pic>
        <p:pic>
          <p:nvPicPr>
            <p:cNvPr id="43" name="object 16">
              <a:extLst>
                <a:ext uri="{FF2B5EF4-FFF2-40B4-BE49-F238E27FC236}">
                  <a16:creationId xmlns:a16="http://schemas.microsoft.com/office/drawing/2014/main" id="{C8829674-D959-27B4-F693-6EA1DEA92E59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7399" y="2231666"/>
              <a:ext cx="122581" cy="139377"/>
            </a:xfrm>
            <a:prstGeom prst="rect">
              <a:avLst/>
            </a:prstGeom>
          </p:spPr>
        </p:pic>
        <p:pic>
          <p:nvPicPr>
            <p:cNvPr id="44" name="object 17">
              <a:extLst>
                <a:ext uri="{FF2B5EF4-FFF2-40B4-BE49-F238E27FC236}">
                  <a16:creationId xmlns:a16="http://schemas.microsoft.com/office/drawing/2014/main" id="{E7B5A2F7-1AF8-0B63-BF95-415A974E2B7F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02992" y="2234285"/>
              <a:ext cx="72594" cy="134132"/>
            </a:xfrm>
            <a:prstGeom prst="rect">
              <a:avLst/>
            </a:prstGeom>
          </p:spPr>
        </p:pic>
        <p:sp>
          <p:nvSpPr>
            <p:cNvPr id="45" name="object 18">
              <a:extLst>
                <a:ext uri="{FF2B5EF4-FFF2-40B4-BE49-F238E27FC236}">
                  <a16:creationId xmlns:a16="http://schemas.microsoft.com/office/drawing/2014/main" id="{EB0A5CBC-BE7E-1493-F52B-066C019DDD12}"/>
                </a:ext>
              </a:extLst>
            </p:cNvPr>
            <p:cNvSpPr/>
            <p:nvPr/>
          </p:nvSpPr>
          <p:spPr>
            <a:xfrm>
              <a:off x="1887258" y="2487135"/>
              <a:ext cx="1851025" cy="293370"/>
            </a:xfrm>
            <a:custGeom>
              <a:avLst/>
              <a:gdLst/>
              <a:ahLst/>
              <a:cxnLst/>
              <a:rect l="l" t="t" r="r" b="b"/>
              <a:pathLst>
                <a:path w="1851025" h="293369">
                  <a:moveTo>
                    <a:pt x="297827" y="144932"/>
                  </a:moveTo>
                  <a:lnTo>
                    <a:pt x="290436" y="98386"/>
                  </a:lnTo>
                  <a:lnTo>
                    <a:pt x="269697" y="58508"/>
                  </a:lnTo>
                  <a:lnTo>
                    <a:pt x="249885" y="39217"/>
                  </a:lnTo>
                  <a:lnTo>
                    <a:pt x="249885" y="146519"/>
                  </a:lnTo>
                  <a:lnTo>
                    <a:pt x="243865" y="195300"/>
                  </a:lnTo>
                  <a:lnTo>
                    <a:pt x="225425" y="237185"/>
                  </a:lnTo>
                  <a:lnTo>
                    <a:pt x="193979" y="266509"/>
                  </a:lnTo>
                  <a:lnTo>
                    <a:pt x="148920" y="277545"/>
                  </a:lnTo>
                  <a:lnTo>
                    <a:pt x="106260" y="268046"/>
                  </a:lnTo>
                  <a:lnTo>
                    <a:pt x="74599" y="241287"/>
                  </a:lnTo>
                  <a:lnTo>
                    <a:pt x="54889" y="199910"/>
                  </a:lnTo>
                  <a:lnTo>
                    <a:pt x="48107" y="146519"/>
                  </a:lnTo>
                  <a:lnTo>
                    <a:pt x="54114" y="97866"/>
                  </a:lnTo>
                  <a:lnTo>
                    <a:pt x="72529" y="56070"/>
                  </a:lnTo>
                  <a:lnTo>
                    <a:pt x="103924" y="26822"/>
                  </a:lnTo>
                  <a:lnTo>
                    <a:pt x="148920" y="15811"/>
                  </a:lnTo>
                  <a:lnTo>
                    <a:pt x="191655" y="25260"/>
                  </a:lnTo>
                  <a:lnTo>
                    <a:pt x="223367" y="51917"/>
                  </a:lnTo>
                  <a:lnTo>
                    <a:pt x="243090" y="93192"/>
                  </a:lnTo>
                  <a:lnTo>
                    <a:pt x="249885" y="146519"/>
                  </a:lnTo>
                  <a:lnTo>
                    <a:pt x="249885" y="39217"/>
                  </a:lnTo>
                  <a:lnTo>
                    <a:pt x="237769" y="27406"/>
                  </a:lnTo>
                  <a:lnTo>
                    <a:pt x="214249" y="15811"/>
                  </a:lnTo>
                  <a:lnTo>
                    <a:pt x="196799" y="7200"/>
                  </a:lnTo>
                  <a:lnTo>
                    <a:pt x="148920" y="0"/>
                  </a:lnTo>
                  <a:lnTo>
                    <a:pt x="101688" y="7162"/>
                  </a:lnTo>
                  <a:lnTo>
                    <a:pt x="60794" y="27419"/>
                  </a:lnTo>
                  <a:lnTo>
                    <a:pt x="28613" y="58889"/>
                  </a:lnTo>
                  <a:lnTo>
                    <a:pt x="7556" y="99745"/>
                  </a:lnTo>
                  <a:lnTo>
                    <a:pt x="0" y="148107"/>
                  </a:lnTo>
                  <a:lnTo>
                    <a:pt x="7404" y="194652"/>
                  </a:lnTo>
                  <a:lnTo>
                    <a:pt x="28155" y="234530"/>
                  </a:lnTo>
                  <a:lnTo>
                    <a:pt x="60096" y="265645"/>
                  </a:lnTo>
                  <a:lnTo>
                    <a:pt x="101079" y="285864"/>
                  </a:lnTo>
                  <a:lnTo>
                    <a:pt x="148920" y="293065"/>
                  </a:lnTo>
                  <a:lnTo>
                    <a:pt x="196176" y="285915"/>
                  </a:lnTo>
                  <a:lnTo>
                    <a:pt x="213093" y="277545"/>
                  </a:lnTo>
                  <a:lnTo>
                    <a:pt x="237109" y="265645"/>
                  </a:lnTo>
                  <a:lnTo>
                    <a:pt x="269240" y="234200"/>
                  </a:lnTo>
                  <a:lnTo>
                    <a:pt x="290283" y="193332"/>
                  </a:lnTo>
                  <a:lnTo>
                    <a:pt x="297827" y="144932"/>
                  </a:lnTo>
                  <a:close/>
                </a:path>
                <a:path w="1851025" h="293369">
                  <a:moveTo>
                    <a:pt x="616991" y="277533"/>
                  </a:moveTo>
                  <a:lnTo>
                    <a:pt x="576516" y="263029"/>
                  </a:lnTo>
                  <a:lnTo>
                    <a:pt x="481545" y="135674"/>
                  </a:lnTo>
                  <a:lnTo>
                    <a:pt x="562622" y="34023"/>
                  </a:lnTo>
                  <a:lnTo>
                    <a:pt x="609879" y="15811"/>
                  </a:lnTo>
                  <a:lnTo>
                    <a:pt x="609879" y="4787"/>
                  </a:lnTo>
                  <a:lnTo>
                    <a:pt x="508279" y="4787"/>
                  </a:lnTo>
                  <a:lnTo>
                    <a:pt x="508279" y="15811"/>
                  </a:lnTo>
                  <a:lnTo>
                    <a:pt x="540575" y="22936"/>
                  </a:lnTo>
                  <a:lnTo>
                    <a:pt x="540575" y="26098"/>
                  </a:lnTo>
                  <a:lnTo>
                    <a:pt x="470458" y="119964"/>
                  </a:lnTo>
                  <a:lnTo>
                    <a:pt x="468858" y="119964"/>
                  </a:lnTo>
                  <a:lnTo>
                    <a:pt x="405917" y="30835"/>
                  </a:lnTo>
                  <a:lnTo>
                    <a:pt x="401142" y="24498"/>
                  </a:lnTo>
                  <a:lnTo>
                    <a:pt x="400354" y="22148"/>
                  </a:lnTo>
                  <a:lnTo>
                    <a:pt x="435813" y="15811"/>
                  </a:lnTo>
                  <a:lnTo>
                    <a:pt x="435813" y="4787"/>
                  </a:lnTo>
                  <a:lnTo>
                    <a:pt x="310502" y="4787"/>
                  </a:lnTo>
                  <a:lnTo>
                    <a:pt x="310502" y="15811"/>
                  </a:lnTo>
                  <a:lnTo>
                    <a:pt x="334086" y="21374"/>
                  </a:lnTo>
                  <a:lnTo>
                    <a:pt x="340283" y="23482"/>
                  </a:lnTo>
                  <a:lnTo>
                    <a:pt x="345909" y="26416"/>
                  </a:lnTo>
                  <a:lnTo>
                    <a:pt x="350964" y="30391"/>
                  </a:lnTo>
                  <a:lnTo>
                    <a:pt x="355422" y="35636"/>
                  </a:lnTo>
                  <a:lnTo>
                    <a:pt x="440575" y="150533"/>
                  </a:lnTo>
                  <a:lnTo>
                    <a:pt x="355422" y="259295"/>
                  </a:lnTo>
                  <a:lnTo>
                    <a:pt x="308076" y="277533"/>
                  </a:lnTo>
                  <a:lnTo>
                    <a:pt x="308076" y="288671"/>
                  </a:lnTo>
                  <a:lnTo>
                    <a:pt x="409778" y="288671"/>
                  </a:lnTo>
                  <a:lnTo>
                    <a:pt x="409778" y="277533"/>
                  </a:lnTo>
                  <a:lnTo>
                    <a:pt x="384517" y="272046"/>
                  </a:lnTo>
                  <a:lnTo>
                    <a:pt x="375856" y="270433"/>
                  </a:lnTo>
                  <a:lnTo>
                    <a:pt x="376618" y="268820"/>
                  </a:lnTo>
                  <a:lnTo>
                    <a:pt x="381381" y="262496"/>
                  </a:lnTo>
                  <a:lnTo>
                    <a:pt x="451497" y="166357"/>
                  </a:lnTo>
                  <a:lnTo>
                    <a:pt x="453047" y="166357"/>
                  </a:lnTo>
                  <a:lnTo>
                    <a:pt x="526326" y="268820"/>
                  </a:lnTo>
                  <a:lnTo>
                    <a:pt x="527126" y="271233"/>
                  </a:lnTo>
                  <a:lnTo>
                    <a:pt x="491667" y="277533"/>
                  </a:lnTo>
                  <a:lnTo>
                    <a:pt x="491667" y="288671"/>
                  </a:lnTo>
                  <a:lnTo>
                    <a:pt x="616991" y="288671"/>
                  </a:lnTo>
                  <a:lnTo>
                    <a:pt x="616991" y="277533"/>
                  </a:lnTo>
                  <a:close/>
                </a:path>
                <a:path w="1851025" h="293369">
                  <a:moveTo>
                    <a:pt x="870724" y="4775"/>
                  </a:moveTo>
                  <a:lnTo>
                    <a:pt x="655612" y="4775"/>
                  </a:lnTo>
                  <a:lnTo>
                    <a:pt x="655612" y="15811"/>
                  </a:lnTo>
                  <a:lnTo>
                    <a:pt x="684720" y="22161"/>
                  </a:lnTo>
                  <a:lnTo>
                    <a:pt x="693420" y="23723"/>
                  </a:lnTo>
                  <a:lnTo>
                    <a:pt x="696595" y="27711"/>
                  </a:lnTo>
                  <a:lnTo>
                    <a:pt x="696595" y="265722"/>
                  </a:lnTo>
                  <a:lnTo>
                    <a:pt x="694232" y="268833"/>
                  </a:lnTo>
                  <a:lnTo>
                    <a:pt x="684720" y="271233"/>
                  </a:lnTo>
                  <a:lnTo>
                    <a:pt x="655612" y="277545"/>
                  </a:lnTo>
                  <a:lnTo>
                    <a:pt x="655612" y="288671"/>
                  </a:lnTo>
                  <a:lnTo>
                    <a:pt x="783297" y="288671"/>
                  </a:lnTo>
                  <a:lnTo>
                    <a:pt x="783297" y="277545"/>
                  </a:lnTo>
                  <a:lnTo>
                    <a:pt x="750925" y="271233"/>
                  </a:lnTo>
                  <a:lnTo>
                    <a:pt x="741540" y="269621"/>
                  </a:lnTo>
                  <a:lnTo>
                    <a:pt x="739165" y="265722"/>
                  </a:lnTo>
                  <a:lnTo>
                    <a:pt x="739165" y="155232"/>
                  </a:lnTo>
                  <a:lnTo>
                    <a:pt x="817181" y="155232"/>
                  </a:lnTo>
                  <a:lnTo>
                    <a:pt x="823506" y="159219"/>
                  </a:lnTo>
                  <a:lnTo>
                    <a:pt x="825779" y="169456"/>
                  </a:lnTo>
                  <a:lnTo>
                    <a:pt x="831316" y="196418"/>
                  </a:lnTo>
                  <a:lnTo>
                    <a:pt x="844715" y="196418"/>
                  </a:lnTo>
                  <a:lnTo>
                    <a:pt x="844715" y="102539"/>
                  </a:lnTo>
                  <a:lnTo>
                    <a:pt x="831316" y="102539"/>
                  </a:lnTo>
                  <a:lnTo>
                    <a:pt x="825779" y="125476"/>
                  </a:lnTo>
                  <a:lnTo>
                    <a:pt x="823506" y="135686"/>
                  </a:lnTo>
                  <a:lnTo>
                    <a:pt x="817181" y="139382"/>
                  </a:lnTo>
                  <a:lnTo>
                    <a:pt x="739165" y="139382"/>
                  </a:lnTo>
                  <a:lnTo>
                    <a:pt x="739165" y="20599"/>
                  </a:lnTo>
                  <a:lnTo>
                    <a:pt x="836815" y="20599"/>
                  </a:lnTo>
                  <a:lnTo>
                    <a:pt x="843140" y="24498"/>
                  </a:lnTo>
                  <a:lnTo>
                    <a:pt x="857377" y="75653"/>
                  </a:lnTo>
                  <a:lnTo>
                    <a:pt x="870724" y="75653"/>
                  </a:lnTo>
                  <a:lnTo>
                    <a:pt x="870724" y="4775"/>
                  </a:lnTo>
                  <a:close/>
                </a:path>
                <a:path w="1851025" h="293369">
                  <a:moveTo>
                    <a:pt x="1207160" y="144932"/>
                  </a:moveTo>
                  <a:lnTo>
                    <a:pt x="1199756" y="98386"/>
                  </a:lnTo>
                  <a:lnTo>
                    <a:pt x="1179017" y="58508"/>
                  </a:lnTo>
                  <a:lnTo>
                    <a:pt x="1159141" y="39166"/>
                  </a:lnTo>
                  <a:lnTo>
                    <a:pt x="1159141" y="146519"/>
                  </a:lnTo>
                  <a:lnTo>
                    <a:pt x="1153121" y="195300"/>
                  </a:lnTo>
                  <a:lnTo>
                    <a:pt x="1134681" y="237185"/>
                  </a:lnTo>
                  <a:lnTo>
                    <a:pt x="1103249" y="266509"/>
                  </a:lnTo>
                  <a:lnTo>
                    <a:pt x="1058227" y="277545"/>
                  </a:lnTo>
                  <a:lnTo>
                    <a:pt x="1015555" y="268046"/>
                  </a:lnTo>
                  <a:lnTo>
                    <a:pt x="983881" y="241287"/>
                  </a:lnTo>
                  <a:lnTo>
                    <a:pt x="964171" y="199910"/>
                  </a:lnTo>
                  <a:lnTo>
                    <a:pt x="957389" y="146519"/>
                  </a:lnTo>
                  <a:lnTo>
                    <a:pt x="963396" y="97866"/>
                  </a:lnTo>
                  <a:lnTo>
                    <a:pt x="981798" y="56070"/>
                  </a:lnTo>
                  <a:lnTo>
                    <a:pt x="1013218" y="26822"/>
                  </a:lnTo>
                  <a:lnTo>
                    <a:pt x="1058227" y="15811"/>
                  </a:lnTo>
                  <a:lnTo>
                    <a:pt x="1100950" y="25260"/>
                  </a:lnTo>
                  <a:lnTo>
                    <a:pt x="1132636" y="51917"/>
                  </a:lnTo>
                  <a:lnTo>
                    <a:pt x="1152359" y="93192"/>
                  </a:lnTo>
                  <a:lnTo>
                    <a:pt x="1159141" y="146519"/>
                  </a:lnTo>
                  <a:lnTo>
                    <a:pt x="1159141" y="39166"/>
                  </a:lnTo>
                  <a:lnTo>
                    <a:pt x="1147064" y="27406"/>
                  </a:lnTo>
                  <a:lnTo>
                    <a:pt x="1123543" y="15811"/>
                  </a:lnTo>
                  <a:lnTo>
                    <a:pt x="1106081" y="7200"/>
                  </a:lnTo>
                  <a:lnTo>
                    <a:pt x="1058227" y="0"/>
                  </a:lnTo>
                  <a:lnTo>
                    <a:pt x="1010996" y="7162"/>
                  </a:lnTo>
                  <a:lnTo>
                    <a:pt x="970089" y="27419"/>
                  </a:lnTo>
                  <a:lnTo>
                    <a:pt x="937920" y="58889"/>
                  </a:lnTo>
                  <a:lnTo>
                    <a:pt x="916876" y="99745"/>
                  </a:lnTo>
                  <a:lnTo>
                    <a:pt x="909320" y="148107"/>
                  </a:lnTo>
                  <a:lnTo>
                    <a:pt x="916724" y="194652"/>
                  </a:lnTo>
                  <a:lnTo>
                    <a:pt x="937475" y="234530"/>
                  </a:lnTo>
                  <a:lnTo>
                    <a:pt x="969429" y="265645"/>
                  </a:lnTo>
                  <a:lnTo>
                    <a:pt x="1010399" y="285864"/>
                  </a:lnTo>
                  <a:lnTo>
                    <a:pt x="1058227" y="293065"/>
                  </a:lnTo>
                  <a:lnTo>
                    <a:pt x="1105496" y="285915"/>
                  </a:lnTo>
                  <a:lnTo>
                    <a:pt x="1122413" y="277545"/>
                  </a:lnTo>
                  <a:lnTo>
                    <a:pt x="1146429" y="265645"/>
                  </a:lnTo>
                  <a:lnTo>
                    <a:pt x="1178560" y="234200"/>
                  </a:lnTo>
                  <a:lnTo>
                    <a:pt x="1199616" y="193332"/>
                  </a:lnTo>
                  <a:lnTo>
                    <a:pt x="1207160" y="144932"/>
                  </a:lnTo>
                  <a:close/>
                </a:path>
                <a:path w="1851025" h="293369">
                  <a:moveTo>
                    <a:pt x="1533385" y="277545"/>
                  </a:moveTo>
                  <a:lnTo>
                    <a:pt x="1493786" y="267690"/>
                  </a:lnTo>
                  <a:lnTo>
                    <a:pt x="1426489" y="182397"/>
                  </a:lnTo>
                  <a:lnTo>
                    <a:pt x="1414792" y="168097"/>
                  </a:lnTo>
                  <a:lnTo>
                    <a:pt x="1409788" y="163131"/>
                  </a:lnTo>
                  <a:lnTo>
                    <a:pt x="1407236" y="160604"/>
                  </a:lnTo>
                  <a:lnTo>
                    <a:pt x="1400987" y="156832"/>
                  </a:lnTo>
                  <a:lnTo>
                    <a:pt x="1400987" y="155232"/>
                  </a:lnTo>
                  <a:lnTo>
                    <a:pt x="1451914" y="127393"/>
                  </a:lnTo>
                  <a:lnTo>
                    <a:pt x="1470317" y="81203"/>
                  </a:lnTo>
                  <a:lnTo>
                    <a:pt x="1467129" y="60591"/>
                  </a:lnTo>
                  <a:lnTo>
                    <a:pt x="1457820" y="41084"/>
                  </a:lnTo>
                  <a:lnTo>
                    <a:pt x="1442745" y="24511"/>
                  </a:lnTo>
                  <a:lnTo>
                    <a:pt x="1435989" y="20599"/>
                  </a:lnTo>
                  <a:lnTo>
                    <a:pt x="1422298" y="12674"/>
                  </a:lnTo>
                  <a:lnTo>
                    <a:pt x="1422298" y="82003"/>
                  </a:lnTo>
                  <a:lnTo>
                    <a:pt x="1419733" y="105879"/>
                  </a:lnTo>
                  <a:lnTo>
                    <a:pt x="1410068" y="126796"/>
                  </a:lnTo>
                  <a:lnTo>
                    <a:pt x="1390345" y="141655"/>
                  </a:lnTo>
                  <a:lnTo>
                    <a:pt x="1357642" y="147307"/>
                  </a:lnTo>
                  <a:lnTo>
                    <a:pt x="1322197" y="147307"/>
                  </a:lnTo>
                  <a:lnTo>
                    <a:pt x="1322197" y="20599"/>
                  </a:lnTo>
                  <a:lnTo>
                    <a:pt x="1343494" y="20599"/>
                  </a:lnTo>
                  <a:lnTo>
                    <a:pt x="1386852" y="26911"/>
                  </a:lnTo>
                  <a:lnTo>
                    <a:pt x="1420291" y="64719"/>
                  </a:lnTo>
                  <a:lnTo>
                    <a:pt x="1422298" y="82003"/>
                  </a:lnTo>
                  <a:lnTo>
                    <a:pt x="1422298" y="12674"/>
                  </a:lnTo>
                  <a:lnTo>
                    <a:pt x="1410398" y="9093"/>
                  </a:lnTo>
                  <a:lnTo>
                    <a:pt x="1396885" y="6642"/>
                  </a:lnTo>
                  <a:lnTo>
                    <a:pt x="1381302" y="5232"/>
                  </a:lnTo>
                  <a:lnTo>
                    <a:pt x="1363179" y="4775"/>
                  </a:lnTo>
                  <a:lnTo>
                    <a:pt x="1238732" y="4775"/>
                  </a:lnTo>
                  <a:lnTo>
                    <a:pt x="1238732" y="15811"/>
                  </a:lnTo>
                  <a:lnTo>
                    <a:pt x="1267853" y="22161"/>
                  </a:lnTo>
                  <a:lnTo>
                    <a:pt x="1276565" y="23723"/>
                  </a:lnTo>
                  <a:lnTo>
                    <a:pt x="1279613" y="27711"/>
                  </a:lnTo>
                  <a:lnTo>
                    <a:pt x="1279613" y="265722"/>
                  </a:lnTo>
                  <a:lnTo>
                    <a:pt x="1277340" y="268833"/>
                  </a:lnTo>
                  <a:lnTo>
                    <a:pt x="1267853" y="271233"/>
                  </a:lnTo>
                  <a:lnTo>
                    <a:pt x="1238732" y="277545"/>
                  </a:lnTo>
                  <a:lnTo>
                    <a:pt x="1238732" y="288671"/>
                  </a:lnTo>
                  <a:lnTo>
                    <a:pt x="1366342" y="288671"/>
                  </a:lnTo>
                  <a:lnTo>
                    <a:pt x="1366342" y="277545"/>
                  </a:lnTo>
                  <a:lnTo>
                    <a:pt x="1334020" y="271233"/>
                  </a:lnTo>
                  <a:lnTo>
                    <a:pt x="1324559" y="269621"/>
                  </a:lnTo>
                  <a:lnTo>
                    <a:pt x="1322197" y="265722"/>
                  </a:lnTo>
                  <a:lnTo>
                    <a:pt x="1322197" y="163131"/>
                  </a:lnTo>
                  <a:lnTo>
                    <a:pt x="1343494" y="163131"/>
                  </a:lnTo>
                  <a:lnTo>
                    <a:pt x="1386852" y="193992"/>
                  </a:lnTo>
                  <a:lnTo>
                    <a:pt x="1445920" y="276720"/>
                  </a:lnTo>
                  <a:lnTo>
                    <a:pt x="1452994" y="286258"/>
                  </a:lnTo>
                  <a:lnTo>
                    <a:pt x="1456956" y="288671"/>
                  </a:lnTo>
                  <a:lnTo>
                    <a:pt x="1533385" y="288671"/>
                  </a:lnTo>
                  <a:lnTo>
                    <a:pt x="1533385" y="277545"/>
                  </a:lnTo>
                  <a:close/>
                </a:path>
                <a:path w="1851025" h="293369">
                  <a:moveTo>
                    <a:pt x="1850898" y="148107"/>
                  </a:moveTo>
                  <a:lnTo>
                    <a:pt x="1846249" y="109499"/>
                  </a:lnTo>
                  <a:lnTo>
                    <a:pt x="1832000" y="73304"/>
                  </a:lnTo>
                  <a:lnTo>
                    <a:pt x="1807692" y="42227"/>
                  </a:lnTo>
                  <a:lnTo>
                    <a:pt x="1802879" y="39027"/>
                  </a:lnTo>
                  <a:lnTo>
                    <a:pt x="1802879" y="148920"/>
                  </a:lnTo>
                  <a:lnTo>
                    <a:pt x="1800453" y="183375"/>
                  </a:lnTo>
                  <a:lnTo>
                    <a:pt x="1779943" y="237337"/>
                  </a:lnTo>
                  <a:lnTo>
                    <a:pt x="1746745" y="264134"/>
                  </a:lnTo>
                  <a:lnTo>
                    <a:pt x="1709458" y="272021"/>
                  </a:lnTo>
                  <a:lnTo>
                    <a:pt x="1686255" y="272846"/>
                  </a:lnTo>
                  <a:lnTo>
                    <a:pt x="1641348" y="272846"/>
                  </a:lnTo>
                  <a:lnTo>
                    <a:pt x="1638998" y="270421"/>
                  </a:lnTo>
                  <a:lnTo>
                    <a:pt x="1638998" y="20599"/>
                  </a:lnTo>
                  <a:lnTo>
                    <a:pt x="1679943" y="20599"/>
                  </a:lnTo>
                  <a:lnTo>
                    <a:pt x="1702650" y="21107"/>
                  </a:lnTo>
                  <a:lnTo>
                    <a:pt x="1750885" y="32410"/>
                  </a:lnTo>
                  <a:lnTo>
                    <a:pt x="1791652" y="81280"/>
                  </a:lnTo>
                  <a:lnTo>
                    <a:pt x="1802879" y="148920"/>
                  </a:lnTo>
                  <a:lnTo>
                    <a:pt x="1802879" y="39027"/>
                  </a:lnTo>
                  <a:lnTo>
                    <a:pt x="1755978" y="12750"/>
                  </a:lnTo>
                  <a:lnTo>
                    <a:pt x="1714754" y="5664"/>
                  </a:lnTo>
                  <a:lnTo>
                    <a:pt x="1689417" y="4775"/>
                  </a:lnTo>
                  <a:lnTo>
                    <a:pt x="1556232" y="4775"/>
                  </a:lnTo>
                  <a:lnTo>
                    <a:pt x="1556232" y="15811"/>
                  </a:lnTo>
                  <a:lnTo>
                    <a:pt x="1585366" y="22161"/>
                  </a:lnTo>
                  <a:lnTo>
                    <a:pt x="1594040" y="23723"/>
                  </a:lnTo>
                  <a:lnTo>
                    <a:pt x="1597202" y="27711"/>
                  </a:lnTo>
                  <a:lnTo>
                    <a:pt x="1597202" y="265722"/>
                  </a:lnTo>
                  <a:lnTo>
                    <a:pt x="1594827" y="268833"/>
                  </a:lnTo>
                  <a:lnTo>
                    <a:pt x="1585366" y="271246"/>
                  </a:lnTo>
                  <a:lnTo>
                    <a:pt x="1556232" y="277533"/>
                  </a:lnTo>
                  <a:lnTo>
                    <a:pt x="1556232" y="288658"/>
                  </a:lnTo>
                  <a:lnTo>
                    <a:pt x="1690992" y="288658"/>
                  </a:lnTo>
                  <a:lnTo>
                    <a:pt x="1719364" y="287604"/>
                  </a:lnTo>
                  <a:lnTo>
                    <a:pt x="1744268" y="284378"/>
                  </a:lnTo>
                  <a:lnTo>
                    <a:pt x="1765769" y="278942"/>
                  </a:lnTo>
                  <a:lnTo>
                    <a:pt x="1780159" y="272846"/>
                  </a:lnTo>
                  <a:lnTo>
                    <a:pt x="1783943" y="271246"/>
                  </a:lnTo>
                  <a:lnTo>
                    <a:pt x="1814703" y="248412"/>
                  </a:lnTo>
                  <a:lnTo>
                    <a:pt x="1835467" y="219138"/>
                  </a:lnTo>
                  <a:lnTo>
                    <a:pt x="1847202" y="185127"/>
                  </a:lnTo>
                  <a:lnTo>
                    <a:pt x="1850898" y="148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19">
              <a:extLst>
                <a:ext uri="{FF2B5EF4-FFF2-40B4-BE49-F238E27FC236}">
                  <a16:creationId xmlns:a16="http://schemas.microsoft.com/office/drawing/2014/main" id="{B2372EA1-8CC9-84A7-9C34-692FC3917B4D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21167" y="926515"/>
              <a:ext cx="915186" cy="1092200"/>
            </a:xfrm>
            <a:prstGeom prst="rect">
              <a:avLst/>
            </a:prstGeom>
          </p:spPr>
        </p:pic>
      </p:grpSp>
      <p:pic>
        <p:nvPicPr>
          <p:cNvPr id="2" name="Picture 1" descr="A white x on a black background&#10;&#10;Description automatically generated">
            <a:extLst>
              <a:ext uri="{FF2B5EF4-FFF2-40B4-BE49-F238E27FC236}">
                <a16:creationId xmlns:a16="http://schemas.microsoft.com/office/drawing/2014/main" id="{E4A31BE0-8C95-0D47-1470-52AC9AF80F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52" r="17012"/>
          <a:stretch/>
        </p:blipFill>
        <p:spPr>
          <a:xfrm>
            <a:off x="2021798" y="7521473"/>
            <a:ext cx="388139" cy="36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36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6A4DE-1614-DDC7-9354-BEA7B22529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F9636-13E4-43A0-8806-7B38CCEAC825}" type="slidenum">
              <a:rPr lang="en-GB" smtClean="0"/>
              <a:t>‹#›</a:t>
            </a:fld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FD5481-460C-FCFE-694C-25010A636FDE}"/>
              </a:ext>
            </a:extLst>
          </p:cNvPr>
          <p:cNvSpPr/>
          <p:nvPr userDrawn="1"/>
        </p:nvSpPr>
        <p:spPr>
          <a:xfrm>
            <a:off x="0" y="11429487"/>
            <a:ext cx="24384000" cy="2286513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B1AFEEBA-2148-733D-AC98-6CF85B413D9C}"/>
              </a:ext>
            </a:extLst>
          </p:cNvPr>
          <p:cNvSpPr/>
          <p:nvPr userDrawn="1"/>
        </p:nvSpPr>
        <p:spPr>
          <a:xfrm>
            <a:off x="856" y="0"/>
            <a:ext cx="24382289" cy="11429487"/>
          </a:xfrm>
          <a:custGeom>
            <a:avLst/>
            <a:gdLst/>
            <a:ahLst/>
            <a:cxnLst/>
            <a:rect l="l" t="t" r="r" b="b"/>
            <a:pathLst>
              <a:path w="20104100" h="9424035">
                <a:moveTo>
                  <a:pt x="20104099" y="0"/>
                </a:moveTo>
                <a:lnTo>
                  <a:pt x="0" y="0"/>
                </a:lnTo>
                <a:lnTo>
                  <a:pt x="0" y="9423482"/>
                </a:lnTo>
                <a:lnTo>
                  <a:pt x="20104099" y="9423482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88CBB47E-F2AD-DB1D-5729-C382E7C4D07A}"/>
              </a:ext>
            </a:extLst>
          </p:cNvPr>
          <p:cNvSpPr/>
          <p:nvPr userDrawn="1"/>
        </p:nvSpPr>
        <p:spPr>
          <a:xfrm>
            <a:off x="7086600" y="2137"/>
            <a:ext cx="17297399" cy="11451929"/>
          </a:xfrm>
          <a:custGeom>
            <a:avLst/>
            <a:gdLst>
              <a:gd name="connsiteX0" fmla="*/ 14720601 w 17297399"/>
              <a:gd name="connsiteY0" fmla="*/ 11010155 h 11451929"/>
              <a:gd name="connsiteX1" fmla="*/ 14720727 w 17297399"/>
              <a:gd name="connsiteY1" fmla="*/ 11010282 h 11451929"/>
              <a:gd name="connsiteX2" fmla="*/ 14720601 w 17297399"/>
              <a:gd name="connsiteY2" fmla="*/ 11010256 h 11451929"/>
              <a:gd name="connsiteX3" fmla="*/ 6030463 w 17297399"/>
              <a:gd name="connsiteY3" fmla="*/ 618027 h 11451929"/>
              <a:gd name="connsiteX4" fmla="*/ 1948181 w 17297399"/>
              <a:gd name="connsiteY4" fmla="*/ 5725393 h 11451929"/>
              <a:gd name="connsiteX5" fmla="*/ 6030463 w 17297399"/>
              <a:gd name="connsiteY5" fmla="*/ 10844839 h 11451929"/>
              <a:gd name="connsiteX6" fmla="*/ 10119611 w 17297399"/>
              <a:gd name="connsiteY6" fmla="*/ 5725393 h 11451929"/>
              <a:gd name="connsiteX7" fmla="*/ 6030463 w 17297399"/>
              <a:gd name="connsiteY7" fmla="*/ 618027 h 11451929"/>
              <a:gd name="connsiteX8" fmla="*/ 10570159 w 17297399"/>
              <a:gd name="connsiteY8" fmla="*/ 7248 h 11451929"/>
              <a:gd name="connsiteX9" fmla="*/ 15809267 w 17297399"/>
              <a:gd name="connsiteY9" fmla="*/ 7248 h 11451929"/>
              <a:gd name="connsiteX10" fmla="*/ 15809267 w 17297399"/>
              <a:gd name="connsiteY10" fmla="*/ 452329 h 11451929"/>
              <a:gd name="connsiteX11" fmla="*/ 14687155 w 17297399"/>
              <a:gd name="connsiteY11" fmla="*/ 645367 h 11451929"/>
              <a:gd name="connsiteX12" fmla="*/ 14559355 w 17297399"/>
              <a:gd name="connsiteY12" fmla="*/ 1058402 h 11451929"/>
              <a:gd name="connsiteX13" fmla="*/ 17191055 w 17297399"/>
              <a:gd name="connsiteY13" fmla="*/ 4653765 h 11451929"/>
              <a:gd name="connsiteX14" fmla="*/ 17258071 w 17297399"/>
              <a:gd name="connsiteY14" fmla="*/ 4653765 h 11451929"/>
              <a:gd name="connsiteX15" fmla="*/ 17297399 w 17297399"/>
              <a:gd name="connsiteY15" fmla="*/ 4602936 h 11451929"/>
              <a:gd name="connsiteX16" fmla="*/ 17297399 w 17297399"/>
              <a:gd name="connsiteY16" fmla="*/ 7562483 h 11451929"/>
              <a:gd name="connsiteX17" fmla="*/ 16529791 w 17297399"/>
              <a:gd name="connsiteY17" fmla="*/ 6525266 h 11451929"/>
              <a:gd name="connsiteX18" fmla="*/ 16465063 w 17297399"/>
              <a:gd name="connsiteY18" fmla="*/ 6525266 h 11451929"/>
              <a:gd name="connsiteX19" fmla="*/ 13533379 w 17297399"/>
              <a:gd name="connsiteY19" fmla="*/ 10403827 h 11451929"/>
              <a:gd name="connsiteX20" fmla="*/ 13664743 w 17297399"/>
              <a:gd name="connsiteY20" fmla="*/ 10788504 h 11451929"/>
              <a:gd name="connsiteX21" fmla="*/ 14720601 w 17297399"/>
              <a:gd name="connsiteY21" fmla="*/ 11010256 h 11451929"/>
              <a:gd name="connsiteX22" fmla="*/ 14720601 w 17297399"/>
              <a:gd name="connsiteY22" fmla="*/ 11429488 h 11451929"/>
              <a:gd name="connsiteX23" fmla="*/ 10469063 w 17297399"/>
              <a:gd name="connsiteY23" fmla="*/ 11429488 h 11451929"/>
              <a:gd name="connsiteX24" fmla="*/ 10469063 w 17297399"/>
              <a:gd name="connsiteY24" fmla="*/ 11010155 h 11451929"/>
              <a:gd name="connsiteX25" fmla="*/ 11522631 w 17297399"/>
              <a:gd name="connsiteY25" fmla="*/ 10788377 h 11451929"/>
              <a:gd name="connsiteX26" fmla="*/ 12448019 w 17297399"/>
              <a:gd name="connsiteY26" fmla="*/ 10274500 h 11451929"/>
              <a:gd name="connsiteX27" fmla="*/ 16007901 w 17297399"/>
              <a:gd name="connsiteY27" fmla="*/ 5886639 h 11451929"/>
              <a:gd name="connsiteX28" fmla="*/ 12448019 w 17297399"/>
              <a:gd name="connsiteY28" fmla="*/ 1251821 h 11451929"/>
              <a:gd name="connsiteX29" fmla="*/ 11556075 w 17297399"/>
              <a:gd name="connsiteY29" fmla="*/ 676650 h 11451929"/>
              <a:gd name="connsiteX30" fmla="*/ 10570159 w 17297399"/>
              <a:gd name="connsiteY30" fmla="*/ 452329 h 11451929"/>
              <a:gd name="connsiteX31" fmla="*/ 6030463 w 17297399"/>
              <a:gd name="connsiteY31" fmla="*/ 0 h 11451929"/>
              <a:gd name="connsiteX32" fmla="*/ 12060927 w 17297399"/>
              <a:gd name="connsiteY32" fmla="*/ 5663717 h 11451929"/>
              <a:gd name="connsiteX33" fmla="*/ 6030463 w 17297399"/>
              <a:gd name="connsiteY33" fmla="*/ 11451929 h 11451929"/>
              <a:gd name="connsiteX34" fmla="*/ 0 w 17297399"/>
              <a:gd name="connsiteY34" fmla="*/ 5787196 h 11451929"/>
              <a:gd name="connsiteX35" fmla="*/ 6030463 w 17297399"/>
              <a:gd name="connsiteY35" fmla="*/ 0 h 1145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297399" h="11451929">
                <a:moveTo>
                  <a:pt x="14720601" y="11010155"/>
                </a:moveTo>
                <a:lnTo>
                  <a:pt x="14720727" y="11010282"/>
                </a:lnTo>
                <a:lnTo>
                  <a:pt x="14720601" y="11010256"/>
                </a:lnTo>
                <a:close/>
                <a:moveTo>
                  <a:pt x="6030463" y="618027"/>
                </a:moveTo>
                <a:cubicBezTo>
                  <a:pt x="3223910" y="618027"/>
                  <a:pt x="1948181" y="3109971"/>
                  <a:pt x="1948181" y="5725393"/>
                </a:cubicBezTo>
                <a:cubicBezTo>
                  <a:pt x="1948181" y="8774196"/>
                  <a:pt x="3447849" y="10844839"/>
                  <a:pt x="6030463" y="10844839"/>
                </a:cubicBezTo>
                <a:cubicBezTo>
                  <a:pt x="8841339" y="10844839"/>
                  <a:pt x="10119611" y="8347046"/>
                  <a:pt x="10119611" y="5725393"/>
                </a:cubicBezTo>
                <a:cubicBezTo>
                  <a:pt x="10119611" y="2677479"/>
                  <a:pt x="8618671" y="618027"/>
                  <a:pt x="6030463" y="618027"/>
                </a:cubicBezTo>
                <a:close/>
                <a:moveTo>
                  <a:pt x="10570159" y="7248"/>
                </a:moveTo>
                <a:lnTo>
                  <a:pt x="15809267" y="7248"/>
                </a:lnTo>
                <a:lnTo>
                  <a:pt x="15809267" y="452329"/>
                </a:lnTo>
                <a:lnTo>
                  <a:pt x="14687155" y="645367"/>
                </a:lnTo>
                <a:cubicBezTo>
                  <a:pt x="14326513" y="708060"/>
                  <a:pt x="14359959" y="802544"/>
                  <a:pt x="14559355" y="1058402"/>
                </a:cubicBezTo>
                <a:lnTo>
                  <a:pt x="17191055" y="4653765"/>
                </a:lnTo>
                <a:lnTo>
                  <a:pt x="17258071" y="4653765"/>
                </a:lnTo>
                <a:lnTo>
                  <a:pt x="17297399" y="4602936"/>
                </a:lnTo>
                <a:lnTo>
                  <a:pt x="17297399" y="7562483"/>
                </a:lnTo>
                <a:lnTo>
                  <a:pt x="16529791" y="6525266"/>
                </a:lnTo>
                <a:lnTo>
                  <a:pt x="16465063" y="6525266"/>
                </a:lnTo>
                <a:lnTo>
                  <a:pt x="13533379" y="10403827"/>
                </a:lnTo>
                <a:cubicBezTo>
                  <a:pt x="13334363" y="10659050"/>
                  <a:pt x="13302827" y="10723523"/>
                  <a:pt x="13664743" y="10788504"/>
                </a:cubicBezTo>
                <a:lnTo>
                  <a:pt x="14720601" y="11010256"/>
                </a:lnTo>
                <a:lnTo>
                  <a:pt x="14720601" y="11429488"/>
                </a:lnTo>
                <a:lnTo>
                  <a:pt x="10469063" y="11429488"/>
                </a:lnTo>
                <a:lnTo>
                  <a:pt x="10469063" y="11010155"/>
                </a:lnTo>
                <a:lnTo>
                  <a:pt x="11522631" y="10788377"/>
                </a:lnTo>
                <a:cubicBezTo>
                  <a:pt x="11917991" y="10690714"/>
                  <a:pt x="12215559" y="10566345"/>
                  <a:pt x="12448019" y="10274500"/>
                </a:cubicBezTo>
                <a:lnTo>
                  <a:pt x="16007901" y="5886639"/>
                </a:lnTo>
                <a:lnTo>
                  <a:pt x="12448019" y="1251821"/>
                </a:lnTo>
                <a:cubicBezTo>
                  <a:pt x="12215559" y="932126"/>
                  <a:pt x="11917991" y="771388"/>
                  <a:pt x="11556075" y="676650"/>
                </a:cubicBezTo>
                <a:lnTo>
                  <a:pt x="10570159" y="452329"/>
                </a:lnTo>
                <a:close/>
                <a:moveTo>
                  <a:pt x="6030463" y="0"/>
                </a:moveTo>
                <a:cubicBezTo>
                  <a:pt x="9377852" y="0"/>
                  <a:pt x="12060927" y="2460534"/>
                  <a:pt x="12060927" y="5663717"/>
                </a:cubicBezTo>
                <a:cubicBezTo>
                  <a:pt x="12060927" y="9020644"/>
                  <a:pt x="9381666" y="11451929"/>
                  <a:pt x="6030463" y="11451929"/>
                </a:cubicBezTo>
                <a:cubicBezTo>
                  <a:pt x="2679258" y="11451929"/>
                  <a:pt x="0" y="8989488"/>
                  <a:pt x="0" y="5787196"/>
                </a:cubicBezTo>
                <a:cubicBezTo>
                  <a:pt x="0" y="2584902"/>
                  <a:pt x="2683073" y="0"/>
                  <a:pt x="6030463" y="0"/>
                </a:cubicBezTo>
                <a:close/>
              </a:path>
            </a:pathLst>
          </a:custGeom>
          <a:solidFill>
            <a:srgbClr val="F2F4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2E2CDE2-432F-58F2-AFD5-D9E57CF1D77C}"/>
              </a:ext>
            </a:extLst>
          </p:cNvPr>
          <p:cNvSpPr txBox="1">
            <a:spLocks/>
          </p:cNvSpPr>
          <p:nvPr userDrawn="1"/>
        </p:nvSpPr>
        <p:spPr>
          <a:xfrm>
            <a:off x="22856826" y="12939326"/>
            <a:ext cx="561974" cy="2769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4F9636-13E4-43A0-8806-7B38CCEAC82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D7EFD1B1-4500-284D-F74A-D3F8B4C7A7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2393" y="2249833"/>
            <a:ext cx="6482957" cy="47625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743371A-1A2D-D3AD-57E9-415CFA2A12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2393" y="2817989"/>
            <a:ext cx="6482957" cy="1517791"/>
          </a:xfrm>
        </p:spPr>
        <p:txBody>
          <a:bodyPr/>
          <a:lstStyle>
            <a:lvl1pPr>
              <a:lnSpc>
                <a:spcPts val="3900"/>
              </a:lnSpc>
              <a:spcBef>
                <a:spcPts val="18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BB4CF5BA-A9C9-1DDB-8D04-65B85DEE2D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2393" y="4564239"/>
            <a:ext cx="6482957" cy="1517791"/>
          </a:xfrm>
        </p:spPr>
        <p:txBody>
          <a:bodyPr/>
          <a:lstStyle>
            <a:lvl1pPr>
              <a:lnSpc>
                <a:spcPts val="4200"/>
              </a:lnSpc>
              <a:spcBef>
                <a:spcPts val="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Address/ Tel/ Website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249F32-E5BA-3E37-BFCF-0076E0B9CE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88653" y="7442010"/>
            <a:ext cx="3088247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@XXX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DDBA48B0-C4CE-79F7-2591-3516679A64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88653" y="8146044"/>
            <a:ext cx="3088247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@XXX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9EA263B-B6E7-1E77-768A-5602057150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8653" y="8882473"/>
            <a:ext cx="3435910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@XXX</a:t>
            </a:r>
            <a:endParaRPr lang="en-US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63570EC-C11A-3612-8F15-75D437BD00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12953" y="7442010"/>
            <a:ext cx="4040747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XXX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19BA2B7-DD24-5FAB-C952-A0071676A0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2953" y="8141280"/>
            <a:ext cx="4040747" cy="525175"/>
          </a:xfrm>
        </p:spPr>
        <p:txBody>
          <a:bodyPr anchor="ctr" anchorCtr="0"/>
          <a:lstStyle>
            <a:lvl1pPr>
              <a:lnSpc>
                <a:spcPts val="3900"/>
              </a:lnSpc>
              <a:spcBef>
                <a:spcPts val="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rgbClr val="FFFF00"/>
                </a:solidFill>
              </a:defRPr>
            </a:lvl2pPr>
            <a:lvl3pPr>
              <a:defRPr>
                <a:solidFill>
                  <a:srgbClr val="FFFF00"/>
                </a:solidFill>
              </a:defRPr>
            </a:lvl3pPr>
            <a:lvl4pPr>
              <a:defRPr>
                <a:solidFill>
                  <a:srgbClr val="FFFF00"/>
                </a:solidFill>
              </a:defRPr>
            </a:lvl4pPr>
            <a:lvl5pPr>
              <a:defRPr>
                <a:solidFill>
                  <a:srgbClr val="FFFF00"/>
                </a:solidFill>
              </a:defRPr>
            </a:lvl5pPr>
          </a:lstStyle>
          <a:p>
            <a:pPr lvl="0"/>
            <a:r>
              <a:rPr lang="en-GB" dirty="0"/>
              <a:t>XXX</a:t>
            </a:r>
            <a:endParaRPr lang="en-US" dirty="0"/>
          </a:p>
        </p:txBody>
      </p:sp>
      <p:grpSp>
        <p:nvGrpSpPr>
          <p:cNvPr id="15" name="Graphic 18">
            <a:extLst>
              <a:ext uri="{FF2B5EF4-FFF2-40B4-BE49-F238E27FC236}">
                <a16:creationId xmlns:a16="http://schemas.microsoft.com/office/drawing/2014/main" id="{59A8EBCE-4A73-8220-5BCC-2C439EBBBD10}"/>
              </a:ext>
            </a:extLst>
          </p:cNvPr>
          <p:cNvGrpSpPr/>
          <p:nvPr userDrawn="1"/>
        </p:nvGrpSpPr>
        <p:grpSpPr>
          <a:xfrm>
            <a:off x="2038330" y="8250264"/>
            <a:ext cx="355074" cy="355074"/>
            <a:chOff x="2038330" y="8250264"/>
            <a:chExt cx="355074" cy="355074"/>
          </a:xfrm>
          <a:solidFill>
            <a:schemeClr val="tx1"/>
          </a:solidFill>
        </p:grpSpPr>
        <p:sp>
          <p:nvSpPr>
            <p:cNvPr id="16" name="Freeform: Shape 21">
              <a:extLst>
                <a:ext uri="{FF2B5EF4-FFF2-40B4-BE49-F238E27FC236}">
                  <a16:creationId xmlns:a16="http://schemas.microsoft.com/office/drawing/2014/main" id="{24033012-FA66-4014-48C5-9D296D671287}"/>
                </a:ext>
              </a:extLst>
            </p:cNvPr>
            <p:cNvSpPr/>
            <p:nvPr/>
          </p:nvSpPr>
          <p:spPr>
            <a:xfrm>
              <a:off x="2038330" y="8250264"/>
              <a:ext cx="355074" cy="355074"/>
            </a:xfrm>
            <a:custGeom>
              <a:avLst/>
              <a:gdLst>
                <a:gd name="connsiteX0" fmla="*/ 177537 w 355074"/>
                <a:gd name="connsiteY0" fmla="*/ 32048 h 355074"/>
                <a:gd name="connsiteX1" fmla="*/ 249392 w 355074"/>
                <a:gd name="connsiteY1" fmla="*/ 33066 h 355074"/>
                <a:gd name="connsiteX2" fmla="*/ 282330 w 355074"/>
                <a:gd name="connsiteY2" fmla="*/ 39170 h 355074"/>
                <a:gd name="connsiteX3" fmla="*/ 302805 w 355074"/>
                <a:gd name="connsiteY3" fmla="*/ 52524 h 355074"/>
                <a:gd name="connsiteX4" fmla="*/ 316159 w 355074"/>
                <a:gd name="connsiteY4" fmla="*/ 72999 h 355074"/>
                <a:gd name="connsiteX5" fmla="*/ 322263 w 355074"/>
                <a:gd name="connsiteY5" fmla="*/ 105937 h 355074"/>
                <a:gd name="connsiteX6" fmla="*/ 323281 w 355074"/>
                <a:gd name="connsiteY6" fmla="*/ 177792 h 355074"/>
                <a:gd name="connsiteX7" fmla="*/ 322263 w 355074"/>
                <a:gd name="connsiteY7" fmla="*/ 249646 h 355074"/>
                <a:gd name="connsiteX8" fmla="*/ 316159 w 355074"/>
                <a:gd name="connsiteY8" fmla="*/ 282584 h 355074"/>
                <a:gd name="connsiteX9" fmla="*/ 302805 w 355074"/>
                <a:gd name="connsiteY9" fmla="*/ 303060 h 355074"/>
                <a:gd name="connsiteX10" fmla="*/ 282330 w 355074"/>
                <a:gd name="connsiteY10" fmla="*/ 316413 h 355074"/>
                <a:gd name="connsiteX11" fmla="*/ 249392 w 355074"/>
                <a:gd name="connsiteY11" fmla="*/ 322518 h 355074"/>
                <a:gd name="connsiteX12" fmla="*/ 177537 w 355074"/>
                <a:gd name="connsiteY12" fmla="*/ 323535 h 355074"/>
                <a:gd name="connsiteX13" fmla="*/ 105683 w 355074"/>
                <a:gd name="connsiteY13" fmla="*/ 322518 h 355074"/>
                <a:gd name="connsiteX14" fmla="*/ 72745 w 355074"/>
                <a:gd name="connsiteY14" fmla="*/ 316413 h 355074"/>
                <a:gd name="connsiteX15" fmla="*/ 52269 w 355074"/>
                <a:gd name="connsiteY15" fmla="*/ 303060 h 355074"/>
                <a:gd name="connsiteX16" fmla="*/ 38916 w 355074"/>
                <a:gd name="connsiteY16" fmla="*/ 282584 h 355074"/>
                <a:gd name="connsiteX17" fmla="*/ 32811 w 355074"/>
                <a:gd name="connsiteY17" fmla="*/ 249646 h 355074"/>
                <a:gd name="connsiteX18" fmla="*/ 31794 w 355074"/>
                <a:gd name="connsiteY18" fmla="*/ 177792 h 355074"/>
                <a:gd name="connsiteX19" fmla="*/ 32811 w 355074"/>
                <a:gd name="connsiteY19" fmla="*/ 105937 h 355074"/>
                <a:gd name="connsiteX20" fmla="*/ 38916 w 355074"/>
                <a:gd name="connsiteY20" fmla="*/ 72999 h 355074"/>
                <a:gd name="connsiteX21" fmla="*/ 52269 w 355074"/>
                <a:gd name="connsiteY21" fmla="*/ 52524 h 355074"/>
                <a:gd name="connsiteX22" fmla="*/ 72745 w 355074"/>
                <a:gd name="connsiteY22" fmla="*/ 39170 h 355074"/>
                <a:gd name="connsiteX23" fmla="*/ 105683 w 355074"/>
                <a:gd name="connsiteY23" fmla="*/ 33066 h 355074"/>
                <a:gd name="connsiteX24" fmla="*/ 177537 w 355074"/>
                <a:gd name="connsiteY24" fmla="*/ 32048 h 355074"/>
                <a:gd name="connsiteX25" fmla="*/ 177537 w 355074"/>
                <a:gd name="connsiteY25" fmla="*/ 0 h 355074"/>
                <a:gd name="connsiteX26" fmla="*/ 104284 w 355074"/>
                <a:gd name="connsiteY26" fmla="*/ 1017 h 355074"/>
                <a:gd name="connsiteX27" fmla="*/ 61172 w 355074"/>
                <a:gd name="connsiteY27" fmla="*/ 9284 h 355074"/>
                <a:gd name="connsiteX28" fmla="*/ 29759 w 355074"/>
                <a:gd name="connsiteY28" fmla="*/ 29759 h 355074"/>
                <a:gd name="connsiteX29" fmla="*/ 9284 w 355074"/>
                <a:gd name="connsiteY29" fmla="*/ 61171 h 355074"/>
                <a:gd name="connsiteX30" fmla="*/ 1017 w 355074"/>
                <a:gd name="connsiteY30" fmla="*/ 104284 h 355074"/>
                <a:gd name="connsiteX31" fmla="*/ 0 w 355074"/>
                <a:gd name="connsiteY31" fmla="*/ 177537 h 355074"/>
                <a:gd name="connsiteX32" fmla="*/ 1017 w 355074"/>
                <a:gd name="connsiteY32" fmla="*/ 250791 h 355074"/>
                <a:gd name="connsiteX33" fmla="*/ 9284 w 355074"/>
                <a:gd name="connsiteY33" fmla="*/ 293903 h 355074"/>
                <a:gd name="connsiteX34" fmla="*/ 29759 w 355074"/>
                <a:gd name="connsiteY34" fmla="*/ 325316 h 355074"/>
                <a:gd name="connsiteX35" fmla="*/ 61172 w 355074"/>
                <a:gd name="connsiteY35" fmla="*/ 345791 h 355074"/>
                <a:gd name="connsiteX36" fmla="*/ 104284 w 355074"/>
                <a:gd name="connsiteY36" fmla="*/ 354057 h 355074"/>
                <a:gd name="connsiteX37" fmla="*/ 177537 w 355074"/>
                <a:gd name="connsiteY37" fmla="*/ 355075 h 355074"/>
                <a:gd name="connsiteX38" fmla="*/ 250791 w 355074"/>
                <a:gd name="connsiteY38" fmla="*/ 354057 h 355074"/>
                <a:gd name="connsiteX39" fmla="*/ 293903 w 355074"/>
                <a:gd name="connsiteY39" fmla="*/ 345791 h 355074"/>
                <a:gd name="connsiteX40" fmla="*/ 325316 w 355074"/>
                <a:gd name="connsiteY40" fmla="*/ 325316 h 355074"/>
                <a:gd name="connsiteX41" fmla="*/ 345791 w 355074"/>
                <a:gd name="connsiteY41" fmla="*/ 293903 h 355074"/>
                <a:gd name="connsiteX42" fmla="*/ 354057 w 355074"/>
                <a:gd name="connsiteY42" fmla="*/ 250791 h 355074"/>
                <a:gd name="connsiteX43" fmla="*/ 355075 w 355074"/>
                <a:gd name="connsiteY43" fmla="*/ 177537 h 355074"/>
                <a:gd name="connsiteX44" fmla="*/ 354057 w 355074"/>
                <a:gd name="connsiteY44" fmla="*/ 104284 h 355074"/>
                <a:gd name="connsiteX45" fmla="*/ 345791 w 355074"/>
                <a:gd name="connsiteY45" fmla="*/ 61171 h 355074"/>
                <a:gd name="connsiteX46" fmla="*/ 325316 w 355074"/>
                <a:gd name="connsiteY46" fmla="*/ 29759 h 355074"/>
                <a:gd name="connsiteX47" fmla="*/ 293903 w 355074"/>
                <a:gd name="connsiteY47" fmla="*/ 9284 h 355074"/>
                <a:gd name="connsiteX48" fmla="*/ 250791 w 355074"/>
                <a:gd name="connsiteY48" fmla="*/ 1017 h 355074"/>
                <a:gd name="connsiteX49" fmla="*/ 177537 w 355074"/>
                <a:gd name="connsiteY49" fmla="*/ 0 h 355074"/>
                <a:gd name="connsiteX50" fmla="*/ 177537 w 355074"/>
                <a:gd name="connsiteY50" fmla="*/ 0 h 35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55074" h="355074">
                  <a:moveTo>
                    <a:pt x="177537" y="32048"/>
                  </a:moveTo>
                  <a:cubicBezTo>
                    <a:pt x="224974" y="32048"/>
                    <a:pt x="230570" y="32175"/>
                    <a:pt x="249392" y="33066"/>
                  </a:cubicBezTo>
                  <a:cubicBezTo>
                    <a:pt x="266687" y="33829"/>
                    <a:pt x="276098" y="36754"/>
                    <a:pt x="282330" y="39170"/>
                  </a:cubicBezTo>
                  <a:cubicBezTo>
                    <a:pt x="290597" y="42350"/>
                    <a:pt x="296574" y="46292"/>
                    <a:pt x="302805" y="52524"/>
                  </a:cubicBezTo>
                  <a:cubicBezTo>
                    <a:pt x="309037" y="58755"/>
                    <a:pt x="312852" y="64605"/>
                    <a:pt x="316159" y="72999"/>
                  </a:cubicBezTo>
                  <a:cubicBezTo>
                    <a:pt x="318575" y="79231"/>
                    <a:pt x="321500" y="88641"/>
                    <a:pt x="322263" y="105937"/>
                  </a:cubicBezTo>
                  <a:cubicBezTo>
                    <a:pt x="323154" y="124632"/>
                    <a:pt x="323281" y="130228"/>
                    <a:pt x="323281" y="177792"/>
                  </a:cubicBezTo>
                  <a:cubicBezTo>
                    <a:pt x="323281" y="225355"/>
                    <a:pt x="323154" y="230824"/>
                    <a:pt x="322263" y="249646"/>
                  </a:cubicBezTo>
                  <a:cubicBezTo>
                    <a:pt x="321500" y="266942"/>
                    <a:pt x="318575" y="276353"/>
                    <a:pt x="316159" y="282584"/>
                  </a:cubicBezTo>
                  <a:cubicBezTo>
                    <a:pt x="312979" y="290851"/>
                    <a:pt x="309037" y="296828"/>
                    <a:pt x="302805" y="303060"/>
                  </a:cubicBezTo>
                  <a:cubicBezTo>
                    <a:pt x="296574" y="309291"/>
                    <a:pt x="290724" y="313107"/>
                    <a:pt x="282330" y="316413"/>
                  </a:cubicBezTo>
                  <a:cubicBezTo>
                    <a:pt x="276098" y="318830"/>
                    <a:pt x="266687" y="321755"/>
                    <a:pt x="249392" y="322518"/>
                  </a:cubicBezTo>
                  <a:cubicBezTo>
                    <a:pt x="230697" y="323408"/>
                    <a:pt x="225101" y="323535"/>
                    <a:pt x="177537" y="323535"/>
                  </a:cubicBezTo>
                  <a:cubicBezTo>
                    <a:pt x="129974" y="323535"/>
                    <a:pt x="124505" y="323408"/>
                    <a:pt x="105683" y="322518"/>
                  </a:cubicBezTo>
                  <a:cubicBezTo>
                    <a:pt x="88387" y="321755"/>
                    <a:pt x="78976" y="318830"/>
                    <a:pt x="72745" y="316413"/>
                  </a:cubicBezTo>
                  <a:cubicBezTo>
                    <a:pt x="64478" y="313234"/>
                    <a:pt x="58501" y="309291"/>
                    <a:pt x="52269" y="303060"/>
                  </a:cubicBezTo>
                  <a:cubicBezTo>
                    <a:pt x="46038" y="296828"/>
                    <a:pt x="42222" y="290978"/>
                    <a:pt x="38916" y="282584"/>
                  </a:cubicBezTo>
                  <a:cubicBezTo>
                    <a:pt x="36499" y="276353"/>
                    <a:pt x="33574" y="266942"/>
                    <a:pt x="32811" y="249646"/>
                  </a:cubicBezTo>
                  <a:cubicBezTo>
                    <a:pt x="31921" y="230951"/>
                    <a:pt x="31794" y="225355"/>
                    <a:pt x="31794" y="177792"/>
                  </a:cubicBezTo>
                  <a:cubicBezTo>
                    <a:pt x="31794" y="130228"/>
                    <a:pt x="31921" y="124759"/>
                    <a:pt x="32811" y="105937"/>
                  </a:cubicBezTo>
                  <a:cubicBezTo>
                    <a:pt x="33574" y="88641"/>
                    <a:pt x="36499" y="79231"/>
                    <a:pt x="38916" y="72999"/>
                  </a:cubicBezTo>
                  <a:cubicBezTo>
                    <a:pt x="42095" y="64732"/>
                    <a:pt x="46038" y="58755"/>
                    <a:pt x="52269" y="52524"/>
                  </a:cubicBezTo>
                  <a:cubicBezTo>
                    <a:pt x="58501" y="46292"/>
                    <a:pt x="64351" y="42477"/>
                    <a:pt x="72745" y="39170"/>
                  </a:cubicBezTo>
                  <a:cubicBezTo>
                    <a:pt x="78976" y="36754"/>
                    <a:pt x="88387" y="33829"/>
                    <a:pt x="105683" y="33066"/>
                  </a:cubicBezTo>
                  <a:cubicBezTo>
                    <a:pt x="124378" y="32175"/>
                    <a:pt x="129974" y="32048"/>
                    <a:pt x="177537" y="32048"/>
                  </a:cubicBezTo>
                  <a:moveTo>
                    <a:pt x="177537" y="0"/>
                  </a:moveTo>
                  <a:cubicBezTo>
                    <a:pt x="129338" y="0"/>
                    <a:pt x="123233" y="254"/>
                    <a:pt x="104284" y="1017"/>
                  </a:cubicBezTo>
                  <a:cubicBezTo>
                    <a:pt x="85335" y="1908"/>
                    <a:pt x="72490" y="4833"/>
                    <a:pt x="61172" y="9284"/>
                  </a:cubicBezTo>
                  <a:cubicBezTo>
                    <a:pt x="49471" y="13862"/>
                    <a:pt x="39552" y="19839"/>
                    <a:pt x="29759" y="29759"/>
                  </a:cubicBezTo>
                  <a:cubicBezTo>
                    <a:pt x="19839" y="39679"/>
                    <a:pt x="13862" y="49599"/>
                    <a:pt x="9284" y="61171"/>
                  </a:cubicBezTo>
                  <a:cubicBezTo>
                    <a:pt x="4833" y="72490"/>
                    <a:pt x="1908" y="85335"/>
                    <a:pt x="1017" y="104284"/>
                  </a:cubicBezTo>
                  <a:cubicBezTo>
                    <a:pt x="127" y="123233"/>
                    <a:pt x="0" y="129338"/>
                    <a:pt x="0" y="177537"/>
                  </a:cubicBezTo>
                  <a:cubicBezTo>
                    <a:pt x="0" y="225737"/>
                    <a:pt x="254" y="231841"/>
                    <a:pt x="1017" y="250791"/>
                  </a:cubicBezTo>
                  <a:cubicBezTo>
                    <a:pt x="1908" y="269740"/>
                    <a:pt x="4833" y="282584"/>
                    <a:pt x="9284" y="293903"/>
                  </a:cubicBezTo>
                  <a:cubicBezTo>
                    <a:pt x="13862" y="305603"/>
                    <a:pt x="19839" y="315523"/>
                    <a:pt x="29759" y="325316"/>
                  </a:cubicBezTo>
                  <a:cubicBezTo>
                    <a:pt x="39679" y="335235"/>
                    <a:pt x="49599" y="341212"/>
                    <a:pt x="61172" y="345791"/>
                  </a:cubicBezTo>
                  <a:cubicBezTo>
                    <a:pt x="72490" y="350242"/>
                    <a:pt x="85335" y="353167"/>
                    <a:pt x="104284" y="354057"/>
                  </a:cubicBezTo>
                  <a:cubicBezTo>
                    <a:pt x="123233" y="354947"/>
                    <a:pt x="129338" y="355075"/>
                    <a:pt x="177537" y="355075"/>
                  </a:cubicBezTo>
                  <a:cubicBezTo>
                    <a:pt x="225737" y="355075"/>
                    <a:pt x="231841" y="354820"/>
                    <a:pt x="250791" y="354057"/>
                  </a:cubicBezTo>
                  <a:cubicBezTo>
                    <a:pt x="269740" y="353167"/>
                    <a:pt x="282584" y="350242"/>
                    <a:pt x="293903" y="345791"/>
                  </a:cubicBezTo>
                  <a:cubicBezTo>
                    <a:pt x="305603" y="341212"/>
                    <a:pt x="315523" y="335235"/>
                    <a:pt x="325316" y="325316"/>
                  </a:cubicBezTo>
                  <a:cubicBezTo>
                    <a:pt x="335235" y="315396"/>
                    <a:pt x="341212" y="305476"/>
                    <a:pt x="345791" y="293903"/>
                  </a:cubicBezTo>
                  <a:cubicBezTo>
                    <a:pt x="350242" y="282584"/>
                    <a:pt x="353167" y="269740"/>
                    <a:pt x="354057" y="250791"/>
                  </a:cubicBezTo>
                  <a:cubicBezTo>
                    <a:pt x="354947" y="231841"/>
                    <a:pt x="355075" y="225737"/>
                    <a:pt x="355075" y="177537"/>
                  </a:cubicBezTo>
                  <a:cubicBezTo>
                    <a:pt x="355075" y="129338"/>
                    <a:pt x="354820" y="123233"/>
                    <a:pt x="354057" y="104284"/>
                  </a:cubicBezTo>
                  <a:cubicBezTo>
                    <a:pt x="353167" y="85335"/>
                    <a:pt x="350242" y="72490"/>
                    <a:pt x="345791" y="61171"/>
                  </a:cubicBezTo>
                  <a:cubicBezTo>
                    <a:pt x="341212" y="49471"/>
                    <a:pt x="335235" y="39552"/>
                    <a:pt x="325316" y="29759"/>
                  </a:cubicBezTo>
                  <a:cubicBezTo>
                    <a:pt x="315396" y="19839"/>
                    <a:pt x="305476" y="13862"/>
                    <a:pt x="293903" y="9284"/>
                  </a:cubicBezTo>
                  <a:cubicBezTo>
                    <a:pt x="282584" y="4833"/>
                    <a:pt x="269740" y="1908"/>
                    <a:pt x="250791" y="1017"/>
                  </a:cubicBezTo>
                  <a:cubicBezTo>
                    <a:pt x="231841" y="127"/>
                    <a:pt x="225737" y="0"/>
                    <a:pt x="177537" y="0"/>
                  </a:cubicBezTo>
                  <a:lnTo>
                    <a:pt x="177537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22">
              <a:extLst>
                <a:ext uri="{FF2B5EF4-FFF2-40B4-BE49-F238E27FC236}">
                  <a16:creationId xmlns:a16="http://schemas.microsoft.com/office/drawing/2014/main" id="{75C6E5FD-A845-92DF-5EE1-D7E0B5E17034}"/>
                </a:ext>
              </a:extLst>
            </p:cNvPr>
            <p:cNvSpPr/>
            <p:nvPr/>
          </p:nvSpPr>
          <p:spPr>
            <a:xfrm>
              <a:off x="2124682" y="8336743"/>
              <a:ext cx="182369" cy="182369"/>
            </a:xfrm>
            <a:custGeom>
              <a:avLst/>
              <a:gdLst>
                <a:gd name="connsiteX0" fmla="*/ 91185 w 182369"/>
                <a:gd name="connsiteY0" fmla="*/ 0 h 182369"/>
                <a:gd name="connsiteX1" fmla="*/ 0 w 182369"/>
                <a:gd name="connsiteY1" fmla="*/ 91185 h 182369"/>
                <a:gd name="connsiteX2" fmla="*/ 91185 w 182369"/>
                <a:gd name="connsiteY2" fmla="*/ 182370 h 182369"/>
                <a:gd name="connsiteX3" fmla="*/ 182370 w 182369"/>
                <a:gd name="connsiteY3" fmla="*/ 91185 h 182369"/>
                <a:gd name="connsiteX4" fmla="*/ 91185 w 182369"/>
                <a:gd name="connsiteY4" fmla="*/ 0 h 182369"/>
                <a:gd name="connsiteX5" fmla="*/ 91185 w 182369"/>
                <a:gd name="connsiteY5" fmla="*/ 150449 h 182369"/>
                <a:gd name="connsiteX6" fmla="*/ 31921 w 182369"/>
                <a:gd name="connsiteY6" fmla="*/ 91185 h 182369"/>
                <a:gd name="connsiteX7" fmla="*/ 91185 w 182369"/>
                <a:gd name="connsiteY7" fmla="*/ 31921 h 182369"/>
                <a:gd name="connsiteX8" fmla="*/ 150449 w 182369"/>
                <a:gd name="connsiteY8" fmla="*/ 91185 h 182369"/>
                <a:gd name="connsiteX9" fmla="*/ 91185 w 182369"/>
                <a:gd name="connsiteY9" fmla="*/ 150449 h 182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369" h="182369">
                  <a:moveTo>
                    <a:pt x="91185" y="0"/>
                  </a:moveTo>
                  <a:cubicBezTo>
                    <a:pt x="40823" y="0"/>
                    <a:pt x="0" y="40823"/>
                    <a:pt x="0" y="91185"/>
                  </a:cubicBezTo>
                  <a:cubicBezTo>
                    <a:pt x="0" y="141547"/>
                    <a:pt x="40823" y="182370"/>
                    <a:pt x="91185" y="182370"/>
                  </a:cubicBezTo>
                  <a:cubicBezTo>
                    <a:pt x="141547" y="182370"/>
                    <a:pt x="182370" y="141547"/>
                    <a:pt x="182370" y="91185"/>
                  </a:cubicBezTo>
                  <a:cubicBezTo>
                    <a:pt x="182370" y="40823"/>
                    <a:pt x="141547" y="0"/>
                    <a:pt x="91185" y="0"/>
                  </a:cubicBezTo>
                  <a:close/>
                  <a:moveTo>
                    <a:pt x="91185" y="150449"/>
                  </a:moveTo>
                  <a:cubicBezTo>
                    <a:pt x="58501" y="150449"/>
                    <a:pt x="31921" y="123996"/>
                    <a:pt x="31921" y="91185"/>
                  </a:cubicBezTo>
                  <a:cubicBezTo>
                    <a:pt x="31921" y="58374"/>
                    <a:pt x="58374" y="31921"/>
                    <a:pt x="91185" y="31921"/>
                  </a:cubicBezTo>
                  <a:cubicBezTo>
                    <a:pt x="123996" y="31921"/>
                    <a:pt x="150449" y="58374"/>
                    <a:pt x="150449" y="91185"/>
                  </a:cubicBezTo>
                  <a:cubicBezTo>
                    <a:pt x="150449" y="123996"/>
                    <a:pt x="123996" y="150449"/>
                    <a:pt x="91185" y="15044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23">
              <a:extLst>
                <a:ext uri="{FF2B5EF4-FFF2-40B4-BE49-F238E27FC236}">
                  <a16:creationId xmlns:a16="http://schemas.microsoft.com/office/drawing/2014/main" id="{428BEE75-E0FB-05C5-889E-7B6B47EBAF57}"/>
                </a:ext>
              </a:extLst>
            </p:cNvPr>
            <p:cNvSpPr/>
            <p:nvPr/>
          </p:nvSpPr>
          <p:spPr>
            <a:xfrm>
              <a:off x="2289248" y="8311817"/>
              <a:ext cx="42731" cy="42731"/>
            </a:xfrm>
            <a:custGeom>
              <a:avLst/>
              <a:gdLst>
                <a:gd name="connsiteX0" fmla="*/ 42731 w 42731"/>
                <a:gd name="connsiteY0" fmla="*/ 21366 h 42731"/>
                <a:gd name="connsiteX1" fmla="*/ 21366 w 42731"/>
                <a:gd name="connsiteY1" fmla="*/ 42731 h 42731"/>
                <a:gd name="connsiteX2" fmla="*/ 0 w 42731"/>
                <a:gd name="connsiteY2" fmla="*/ 21366 h 42731"/>
                <a:gd name="connsiteX3" fmla="*/ 21366 w 42731"/>
                <a:gd name="connsiteY3" fmla="*/ 0 h 42731"/>
                <a:gd name="connsiteX4" fmla="*/ 42731 w 42731"/>
                <a:gd name="connsiteY4" fmla="*/ 2136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31" h="42731">
                  <a:moveTo>
                    <a:pt x="42731" y="21366"/>
                  </a:moveTo>
                  <a:cubicBezTo>
                    <a:pt x="42731" y="33165"/>
                    <a:pt x="33165" y="42731"/>
                    <a:pt x="21366" y="42731"/>
                  </a:cubicBezTo>
                  <a:cubicBezTo>
                    <a:pt x="9566" y="42731"/>
                    <a:pt x="0" y="33165"/>
                    <a:pt x="0" y="21366"/>
                  </a:cubicBezTo>
                  <a:cubicBezTo>
                    <a:pt x="0" y="9566"/>
                    <a:pt x="9566" y="0"/>
                    <a:pt x="21366" y="0"/>
                  </a:cubicBezTo>
                  <a:cubicBezTo>
                    <a:pt x="33165" y="0"/>
                    <a:pt x="42731" y="9566"/>
                    <a:pt x="42731" y="2136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9" name="Freeform: Shape 24">
            <a:extLst>
              <a:ext uri="{FF2B5EF4-FFF2-40B4-BE49-F238E27FC236}">
                <a16:creationId xmlns:a16="http://schemas.microsoft.com/office/drawing/2014/main" id="{EA22C2A8-29A4-92F5-7A7A-15B61794EF7D}"/>
              </a:ext>
            </a:extLst>
          </p:cNvPr>
          <p:cNvSpPr/>
          <p:nvPr userDrawn="1"/>
        </p:nvSpPr>
        <p:spPr>
          <a:xfrm>
            <a:off x="6025925" y="8174336"/>
            <a:ext cx="203099" cy="387889"/>
          </a:xfrm>
          <a:custGeom>
            <a:avLst/>
            <a:gdLst>
              <a:gd name="connsiteX0" fmla="*/ 162022 w 203099"/>
              <a:gd name="connsiteY0" fmla="*/ 64609 h 387889"/>
              <a:gd name="connsiteX1" fmla="*/ 203099 w 203099"/>
              <a:gd name="connsiteY1" fmla="*/ 64609 h 387889"/>
              <a:gd name="connsiteX2" fmla="*/ 203099 w 203099"/>
              <a:gd name="connsiteY2" fmla="*/ 4 h 387889"/>
              <a:gd name="connsiteX3" fmla="*/ 141419 w 203099"/>
              <a:gd name="connsiteY3" fmla="*/ 4 h 387889"/>
              <a:gd name="connsiteX4" fmla="*/ 77958 w 203099"/>
              <a:gd name="connsiteY4" fmla="*/ 31162 h 387889"/>
              <a:gd name="connsiteX5" fmla="*/ 60917 w 203099"/>
              <a:gd name="connsiteY5" fmla="*/ 93478 h 387889"/>
              <a:gd name="connsiteX6" fmla="*/ 60917 w 203099"/>
              <a:gd name="connsiteY6" fmla="*/ 93478 h 387889"/>
              <a:gd name="connsiteX7" fmla="*/ 60917 w 203099"/>
              <a:gd name="connsiteY7" fmla="*/ 141932 h 387889"/>
              <a:gd name="connsiteX8" fmla="*/ 0 w 203099"/>
              <a:gd name="connsiteY8" fmla="*/ 141932 h 387889"/>
              <a:gd name="connsiteX9" fmla="*/ 0 w 203099"/>
              <a:gd name="connsiteY9" fmla="*/ 210607 h 387889"/>
              <a:gd name="connsiteX10" fmla="*/ 60917 w 203099"/>
              <a:gd name="connsiteY10" fmla="*/ 210607 h 387889"/>
              <a:gd name="connsiteX11" fmla="*/ 60917 w 203099"/>
              <a:gd name="connsiteY11" fmla="*/ 387889 h 387889"/>
              <a:gd name="connsiteX12" fmla="*/ 131118 w 203099"/>
              <a:gd name="connsiteY12" fmla="*/ 387889 h 387889"/>
              <a:gd name="connsiteX13" fmla="*/ 131118 w 203099"/>
              <a:gd name="connsiteY13" fmla="*/ 210607 h 387889"/>
              <a:gd name="connsiteX14" fmla="*/ 191527 w 203099"/>
              <a:gd name="connsiteY14" fmla="*/ 210607 h 387889"/>
              <a:gd name="connsiteX15" fmla="*/ 199920 w 203099"/>
              <a:gd name="connsiteY15" fmla="*/ 141932 h 387889"/>
              <a:gd name="connsiteX16" fmla="*/ 131118 w 203099"/>
              <a:gd name="connsiteY16" fmla="*/ 141932 h 387889"/>
              <a:gd name="connsiteX17" fmla="*/ 131118 w 203099"/>
              <a:gd name="connsiteY17" fmla="*/ 93478 h 387889"/>
              <a:gd name="connsiteX18" fmla="*/ 131118 w 203099"/>
              <a:gd name="connsiteY18" fmla="*/ 93478 h 387889"/>
              <a:gd name="connsiteX19" fmla="*/ 161894 w 203099"/>
              <a:gd name="connsiteY19" fmla="*/ 64609 h 387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03099" h="387889">
                <a:moveTo>
                  <a:pt x="162022" y="64609"/>
                </a:moveTo>
                <a:lnTo>
                  <a:pt x="203099" y="64609"/>
                </a:lnTo>
                <a:lnTo>
                  <a:pt x="203099" y="4"/>
                </a:lnTo>
                <a:lnTo>
                  <a:pt x="141419" y="4"/>
                </a:lnTo>
                <a:cubicBezTo>
                  <a:pt x="141419" y="4"/>
                  <a:pt x="102631" y="-1014"/>
                  <a:pt x="77958" y="31162"/>
                </a:cubicBezTo>
                <a:cubicBezTo>
                  <a:pt x="77958" y="31162"/>
                  <a:pt x="61171" y="47059"/>
                  <a:pt x="60917" y="93478"/>
                </a:cubicBezTo>
                <a:lnTo>
                  <a:pt x="60917" y="93478"/>
                </a:lnTo>
                <a:lnTo>
                  <a:pt x="60917" y="141932"/>
                </a:lnTo>
                <a:lnTo>
                  <a:pt x="0" y="141932"/>
                </a:lnTo>
                <a:lnTo>
                  <a:pt x="0" y="210607"/>
                </a:lnTo>
                <a:lnTo>
                  <a:pt x="60917" y="210607"/>
                </a:lnTo>
                <a:lnTo>
                  <a:pt x="60917" y="387889"/>
                </a:lnTo>
                <a:lnTo>
                  <a:pt x="131118" y="387889"/>
                </a:lnTo>
                <a:lnTo>
                  <a:pt x="131118" y="210607"/>
                </a:lnTo>
                <a:lnTo>
                  <a:pt x="191527" y="210607"/>
                </a:lnTo>
                <a:lnTo>
                  <a:pt x="199920" y="141932"/>
                </a:lnTo>
                <a:lnTo>
                  <a:pt x="131118" y="141932"/>
                </a:lnTo>
                <a:lnTo>
                  <a:pt x="131118" y="93478"/>
                </a:lnTo>
                <a:lnTo>
                  <a:pt x="131118" y="93478"/>
                </a:lnTo>
                <a:cubicBezTo>
                  <a:pt x="131245" y="88009"/>
                  <a:pt x="133661" y="64227"/>
                  <a:pt x="161894" y="64609"/>
                </a:cubicBez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0" name="Graphic 18">
            <a:extLst>
              <a:ext uri="{FF2B5EF4-FFF2-40B4-BE49-F238E27FC236}">
                <a16:creationId xmlns:a16="http://schemas.microsoft.com/office/drawing/2014/main" id="{A5C64AC1-A7CD-B16C-5112-6268B205712A}"/>
              </a:ext>
            </a:extLst>
          </p:cNvPr>
          <p:cNvGrpSpPr/>
          <p:nvPr userDrawn="1"/>
        </p:nvGrpSpPr>
        <p:grpSpPr>
          <a:xfrm>
            <a:off x="5932451" y="7449566"/>
            <a:ext cx="389412" cy="387885"/>
            <a:chOff x="5932451" y="7449566"/>
            <a:chExt cx="389412" cy="387885"/>
          </a:xfrm>
          <a:solidFill>
            <a:schemeClr val="tx1"/>
          </a:solidFill>
        </p:grpSpPr>
        <p:sp>
          <p:nvSpPr>
            <p:cNvPr id="21" name="Freeform: Shape 26">
              <a:extLst>
                <a:ext uri="{FF2B5EF4-FFF2-40B4-BE49-F238E27FC236}">
                  <a16:creationId xmlns:a16="http://schemas.microsoft.com/office/drawing/2014/main" id="{7D375468-8464-0BE9-7AD9-CD23B12177A1}"/>
                </a:ext>
              </a:extLst>
            </p:cNvPr>
            <p:cNvSpPr/>
            <p:nvPr/>
          </p:nvSpPr>
          <p:spPr>
            <a:xfrm>
              <a:off x="5932451" y="7449566"/>
              <a:ext cx="93601" cy="387885"/>
            </a:xfrm>
            <a:custGeom>
              <a:avLst/>
              <a:gdLst>
                <a:gd name="connsiteX0" fmla="*/ 6486 w 93601"/>
                <a:gd name="connsiteY0" fmla="*/ 128829 h 387885"/>
                <a:gd name="connsiteX1" fmla="*/ 87115 w 93601"/>
                <a:gd name="connsiteY1" fmla="*/ 128829 h 387885"/>
                <a:gd name="connsiteX2" fmla="*/ 87115 w 93601"/>
                <a:gd name="connsiteY2" fmla="*/ 387886 h 387885"/>
                <a:gd name="connsiteX3" fmla="*/ 6486 w 93601"/>
                <a:gd name="connsiteY3" fmla="*/ 387886 h 387885"/>
                <a:gd name="connsiteX4" fmla="*/ 6486 w 93601"/>
                <a:gd name="connsiteY4" fmla="*/ 128829 h 387885"/>
                <a:gd name="connsiteX5" fmla="*/ 46801 w 93601"/>
                <a:gd name="connsiteY5" fmla="*/ 0 h 387885"/>
                <a:gd name="connsiteX6" fmla="*/ 93601 w 93601"/>
                <a:gd name="connsiteY6" fmla="*/ 46673 h 387885"/>
                <a:gd name="connsiteX7" fmla="*/ 46801 w 93601"/>
                <a:gd name="connsiteY7" fmla="*/ 93347 h 387885"/>
                <a:gd name="connsiteX8" fmla="*/ 0 w 93601"/>
                <a:gd name="connsiteY8" fmla="*/ 46673 h 387885"/>
                <a:gd name="connsiteX9" fmla="*/ 46801 w 93601"/>
                <a:gd name="connsiteY9" fmla="*/ 0 h 387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601" h="387885">
                  <a:moveTo>
                    <a:pt x="6486" y="128829"/>
                  </a:moveTo>
                  <a:lnTo>
                    <a:pt x="87115" y="128829"/>
                  </a:lnTo>
                  <a:lnTo>
                    <a:pt x="87115" y="387886"/>
                  </a:lnTo>
                  <a:lnTo>
                    <a:pt x="6486" y="387886"/>
                  </a:lnTo>
                  <a:lnTo>
                    <a:pt x="6486" y="128829"/>
                  </a:lnTo>
                  <a:close/>
                  <a:moveTo>
                    <a:pt x="46801" y="0"/>
                  </a:moveTo>
                  <a:cubicBezTo>
                    <a:pt x="72617" y="0"/>
                    <a:pt x="93601" y="20984"/>
                    <a:pt x="93601" y="46673"/>
                  </a:cubicBezTo>
                  <a:cubicBezTo>
                    <a:pt x="93601" y="72363"/>
                    <a:pt x="72617" y="93347"/>
                    <a:pt x="46801" y="93347"/>
                  </a:cubicBezTo>
                  <a:cubicBezTo>
                    <a:pt x="20984" y="93347"/>
                    <a:pt x="0" y="72490"/>
                    <a:pt x="0" y="46673"/>
                  </a:cubicBezTo>
                  <a:cubicBezTo>
                    <a:pt x="0" y="20857"/>
                    <a:pt x="20857" y="0"/>
                    <a:pt x="46801" y="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7">
              <a:extLst>
                <a:ext uri="{FF2B5EF4-FFF2-40B4-BE49-F238E27FC236}">
                  <a16:creationId xmlns:a16="http://schemas.microsoft.com/office/drawing/2014/main" id="{D2D3A0A7-CB0A-327A-D23E-923534108178}"/>
                </a:ext>
              </a:extLst>
            </p:cNvPr>
            <p:cNvSpPr/>
            <p:nvPr/>
          </p:nvSpPr>
          <p:spPr>
            <a:xfrm>
              <a:off x="6070182" y="7572036"/>
              <a:ext cx="251680" cy="265415"/>
            </a:xfrm>
            <a:custGeom>
              <a:avLst/>
              <a:gdLst>
                <a:gd name="connsiteX0" fmla="*/ 0 w 251680"/>
                <a:gd name="connsiteY0" fmla="*/ 6359 h 265415"/>
                <a:gd name="connsiteX1" fmla="*/ 77450 w 251680"/>
                <a:gd name="connsiteY1" fmla="*/ 6359 h 265415"/>
                <a:gd name="connsiteX2" fmla="*/ 77450 w 251680"/>
                <a:gd name="connsiteY2" fmla="*/ 41841 h 265415"/>
                <a:gd name="connsiteX3" fmla="*/ 78595 w 251680"/>
                <a:gd name="connsiteY3" fmla="*/ 41841 h 265415"/>
                <a:gd name="connsiteX4" fmla="*/ 154900 w 251680"/>
                <a:gd name="connsiteY4" fmla="*/ 0 h 265415"/>
                <a:gd name="connsiteX5" fmla="*/ 251681 w 251680"/>
                <a:gd name="connsiteY5" fmla="*/ 123360 h 265415"/>
                <a:gd name="connsiteX6" fmla="*/ 251681 w 251680"/>
                <a:gd name="connsiteY6" fmla="*/ 265416 h 265415"/>
                <a:gd name="connsiteX7" fmla="*/ 171052 w 251680"/>
                <a:gd name="connsiteY7" fmla="*/ 265416 h 265415"/>
                <a:gd name="connsiteX8" fmla="*/ 171052 w 251680"/>
                <a:gd name="connsiteY8" fmla="*/ 139385 h 265415"/>
                <a:gd name="connsiteX9" fmla="*/ 129083 w 251680"/>
                <a:gd name="connsiteY9" fmla="*/ 70710 h 265415"/>
                <a:gd name="connsiteX10" fmla="*/ 80757 w 251680"/>
                <a:gd name="connsiteY10" fmla="*/ 137223 h 265415"/>
                <a:gd name="connsiteX11" fmla="*/ 80757 w 251680"/>
                <a:gd name="connsiteY11" fmla="*/ 265416 h 265415"/>
                <a:gd name="connsiteX12" fmla="*/ 127 w 251680"/>
                <a:gd name="connsiteY12" fmla="*/ 265416 h 265415"/>
                <a:gd name="connsiteX13" fmla="*/ 127 w 251680"/>
                <a:gd name="connsiteY13" fmla="*/ 6359 h 26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1680" h="265415">
                  <a:moveTo>
                    <a:pt x="0" y="6359"/>
                  </a:moveTo>
                  <a:lnTo>
                    <a:pt x="77450" y="6359"/>
                  </a:lnTo>
                  <a:lnTo>
                    <a:pt x="77450" y="41841"/>
                  </a:lnTo>
                  <a:lnTo>
                    <a:pt x="78595" y="41841"/>
                  </a:lnTo>
                  <a:cubicBezTo>
                    <a:pt x="89405" y="21493"/>
                    <a:pt x="115730" y="0"/>
                    <a:pt x="154900" y="0"/>
                  </a:cubicBezTo>
                  <a:cubicBezTo>
                    <a:pt x="236547" y="0"/>
                    <a:pt x="251681" y="53668"/>
                    <a:pt x="251681" y="123360"/>
                  </a:cubicBezTo>
                  <a:lnTo>
                    <a:pt x="251681" y="265416"/>
                  </a:lnTo>
                  <a:lnTo>
                    <a:pt x="171052" y="265416"/>
                  </a:lnTo>
                  <a:lnTo>
                    <a:pt x="171052" y="139385"/>
                  </a:lnTo>
                  <a:cubicBezTo>
                    <a:pt x="171052" y="109371"/>
                    <a:pt x="170543" y="70710"/>
                    <a:pt x="129083" y="70710"/>
                  </a:cubicBezTo>
                  <a:cubicBezTo>
                    <a:pt x="87624" y="70710"/>
                    <a:pt x="80757" y="103521"/>
                    <a:pt x="80757" y="137223"/>
                  </a:cubicBezTo>
                  <a:lnTo>
                    <a:pt x="80757" y="265416"/>
                  </a:lnTo>
                  <a:lnTo>
                    <a:pt x="127" y="265416"/>
                  </a:lnTo>
                  <a:lnTo>
                    <a:pt x="127" y="635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3" name="Freeform: Shape 29">
            <a:extLst>
              <a:ext uri="{FF2B5EF4-FFF2-40B4-BE49-F238E27FC236}">
                <a16:creationId xmlns:a16="http://schemas.microsoft.com/office/drawing/2014/main" id="{5DB7CB92-7791-09C5-8F83-3D403486817A}"/>
              </a:ext>
            </a:extLst>
          </p:cNvPr>
          <p:cNvSpPr/>
          <p:nvPr userDrawn="1"/>
        </p:nvSpPr>
        <p:spPr>
          <a:xfrm>
            <a:off x="2021670" y="9041805"/>
            <a:ext cx="388140" cy="271647"/>
          </a:xfrm>
          <a:custGeom>
            <a:avLst/>
            <a:gdLst>
              <a:gd name="connsiteX0" fmla="*/ 380001 w 388140"/>
              <a:gd name="connsiteY0" fmla="*/ 42477 h 271647"/>
              <a:gd name="connsiteX1" fmla="*/ 345664 w 388140"/>
              <a:gd name="connsiteY1" fmla="*/ 8139 h 271647"/>
              <a:gd name="connsiteX2" fmla="*/ 194070 w 388140"/>
              <a:gd name="connsiteY2" fmla="*/ 0 h 271647"/>
              <a:gd name="connsiteX3" fmla="*/ 42477 w 388140"/>
              <a:gd name="connsiteY3" fmla="*/ 8139 h 271647"/>
              <a:gd name="connsiteX4" fmla="*/ 8139 w 388140"/>
              <a:gd name="connsiteY4" fmla="*/ 42477 h 271647"/>
              <a:gd name="connsiteX5" fmla="*/ 0 w 388140"/>
              <a:gd name="connsiteY5" fmla="*/ 135824 h 271647"/>
              <a:gd name="connsiteX6" fmla="*/ 8139 w 388140"/>
              <a:gd name="connsiteY6" fmla="*/ 229171 h 271647"/>
              <a:gd name="connsiteX7" fmla="*/ 42477 w 388140"/>
              <a:gd name="connsiteY7" fmla="*/ 263508 h 271647"/>
              <a:gd name="connsiteX8" fmla="*/ 194070 w 388140"/>
              <a:gd name="connsiteY8" fmla="*/ 271647 h 271647"/>
              <a:gd name="connsiteX9" fmla="*/ 345664 w 388140"/>
              <a:gd name="connsiteY9" fmla="*/ 263508 h 271647"/>
              <a:gd name="connsiteX10" fmla="*/ 380001 w 388140"/>
              <a:gd name="connsiteY10" fmla="*/ 229171 h 271647"/>
              <a:gd name="connsiteX11" fmla="*/ 388140 w 388140"/>
              <a:gd name="connsiteY11" fmla="*/ 135824 h 271647"/>
              <a:gd name="connsiteX12" fmla="*/ 380001 w 388140"/>
              <a:gd name="connsiteY12" fmla="*/ 42477 h 271647"/>
              <a:gd name="connsiteX13" fmla="*/ 155409 w 388140"/>
              <a:gd name="connsiteY13" fmla="*/ 194070 h 271647"/>
              <a:gd name="connsiteX14" fmla="*/ 155409 w 388140"/>
              <a:gd name="connsiteY14" fmla="*/ 77704 h 271647"/>
              <a:gd name="connsiteX15" fmla="*/ 256132 w 388140"/>
              <a:gd name="connsiteY15" fmla="*/ 135951 h 271647"/>
              <a:gd name="connsiteX16" fmla="*/ 155409 w 388140"/>
              <a:gd name="connsiteY16" fmla="*/ 194070 h 27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88140" h="271647">
                <a:moveTo>
                  <a:pt x="380001" y="42477"/>
                </a:moveTo>
                <a:cubicBezTo>
                  <a:pt x="375550" y="25817"/>
                  <a:pt x="362451" y="12590"/>
                  <a:pt x="345664" y="8139"/>
                </a:cubicBezTo>
                <a:cubicBezTo>
                  <a:pt x="315396" y="0"/>
                  <a:pt x="194070" y="0"/>
                  <a:pt x="194070" y="0"/>
                </a:cubicBezTo>
                <a:cubicBezTo>
                  <a:pt x="194070" y="0"/>
                  <a:pt x="72745" y="0"/>
                  <a:pt x="42477" y="8139"/>
                </a:cubicBezTo>
                <a:cubicBezTo>
                  <a:pt x="25817" y="12590"/>
                  <a:pt x="12590" y="25690"/>
                  <a:pt x="8139" y="42477"/>
                </a:cubicBezTo>
                <a:cubicBezTo>
                  <a:pt x="0" y="72745"/>
                  <a:pt x="0" y="135824"/>
                  <a:pt x="0" y="135824"/>
                </a:cubicBezTo>
                <a:cubicBezTo>
                  <a:pt x="0" y="135824"/>
                  <a:pt x="0" y="198903"/>
                  <a:pt x="8139" y="229171"/>
                </a:cubicBezTo>
                <a:cubicBezTo>
                  <a:pt x="12590" y="245831"/>
                  <a:pt x="25689" y="259057"/>
                  <a:pt x="42477" y="263508"/>
                </a:cubicBezTo>
                <a:cubicBezTo>
                  <a:pt x="72745" y="271647"/>
                  <a:pt x="194070" y="271647"/>
                  <a:pt x="194070" y="271647"/>
                </a:cubicBezTo>
                <a:cubicBezTo>
                  <a:pt x="194070" y="271647"/>
                  <a:pt x="315396" y="271647"/>
                  <a:pt x="345664" y="263508"/>
                </a:cubicBezTo>
                <a:cubicBezTo>
                  <a:pt x="362324" y="259057"/>
                  <a:pt x="375550" y="245958"/>
                  <a:pt x="380001" y="229171"/>
                </a:cubicBezTo>
                <a:cubicBezTo>
                  <a:pt x="388140" y="198903"/>
                  <a:pt x="388140" y="135824"/>
                  <a:pt x="388140" y="135824"/>
                </a:cubicBezTo>
                <a:cubicBezTo>
                  <a:pt x="388140" y="135824"/>
                  <a:pt x="388140" y="72745"/>
                  <a:pt x="380001" y="42477"/>
                </a:cubicBezTo>
                <a:close/>
                <a:moveTo>
                  <a:pt x="155409" y="194070"/>
                </a:moveTo>
                <a:lnTo>
                  <a:pt x="155409" y="77704"/>
                </a:lnTo>
                <a:lnTo>
                  <a:pt x="256132" y="135951"/>
                </a:lnTo>
                <a:lnTo>
                  <a:pt x="155409" y="194070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4" name="object 4">
            <a:extLst>
              <a:ext uri="{FF2B5EF4-FFF2-40B4-BE49-F238E27FC236}">
                <a16:creationId xmlns:a16="http://schemas.microsoft.com/office/drawing/2014/main" id="{429B07E0-9916-2FD7-6100-06FA167F7605}"/>
              </a:ext>
            </a:extLst>
          </p:cNvPr>
          <p:cNvGrpSpPr>
            <a:grpSpLocks/>
          </p:cNvGrpSpPr>
          <p:nvPr userDrawn="1"/>
        </p:nvGrpSpPr>
        <p:grpSpPr>
          <a:xfrm>
            <a:off x="2044700" y="10626725"/>
            <a:ext cx="1612900" cy="1612900"/>
            <a:chOff x="1675341" y="756689"/>
            <a:chExt cx="2275205" cy="2272030"/>
          </a:xfrm>
        </p:grpSpPr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B0FF4A9D-6799-8BB9-B0ED-2DA52B5C97E7}"/>
                </a:ext>
              </a:extLst>
            </p:cNvPr>
            <p:cNvSpPr/>
            <p:nvPr/>
          </p:nvSpPr>
          <p:spPr>
            <a:xfrm>
              <a:off x="1675341" y="756689"/>
              <a:ext cx="2275205" cy="2272030"/>
            </a:xfrm>
            <a:custGeom>
              <a:avLst/>
              <a:gdLst/>
              <a:ahLst/>
              <a:cxnLst/>
              <a:rect l="l" t="t" r="r" b="b"/>
              <a:pathLst>
                <a:path w="2275204" h="2272030">
                  <a:moveTo>
                    <a:pt x="2274988" y="0"/>
                  </a:moveTo>
                  <a:lnTo>
                    <a:pt x="0" y="0"/>
                  </a:lnTo>
                  <a:lnTo>
                    <a:pt x="0" y="2271417"/>
                  </a:lnTo>
                  <a:lnTo>
                    <a:pt x="2274988" y="2271417"/>
                  </a:lnTo>
                  <a:lnTo>
                    <a:pt x="22749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6">
              <a:extLst>
                <a:ext uri="{FF2B5EF4-FFF2-40B4-BE49-F238E27FC236}">
                  <a16:creationId xmlns:a16="http://schemas.microsoft.com/office/drawing/2014/main" id="{26A90564-DA0F-B16A-6891-9A3D49ABDFE9}"/>
                </a:ext>
              </a:extLst>
            </p:cNvPr>
            <p:cNvSpPr/>
            <p:nvPr/>
          </p:nvSpPr>
          <p:spPr>
            <a:xfrm>
              <a:off x="1695006" y="774583"/>
              <a:ext cx="2235835" cy="2235835"/>
            </a:xfrm>
            <a:custGeom>
              <a:avLst/>
              <a:gdLst/>
              <a:ahLst/>
              <a:cxnLst/>
              <a:rect l="l" t="t" r="r" b="b"/>
              <a:pathLst>
                <a:path w="2235835" h="2235835">
                  <a:moveTo>
                    <a:pt x="2235638" y="0"/>
                  </a:moveTo>
                  <a:lnTo>
                    <a:pt x="0" y="0"/>
                  </a:lnTo>
                  <a:lnTo>
                    <a:pt x="0" y="2235649"/>
                  </a:lnTo>
                  <a:lnTo>
                    <a:pt x="2235638" y="2235649"/>
                  </a:lnTo>
                  <a:lnTo>
                    <a:pt x="2235638" y="0"/>
                  </a:lnTo>
                  <a:close/>
                </a:path>
              </a:pathLst>
            </a:custGeom>
            <a:solidFill>
              <a:srgbClr val="002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7">
              <a:extLst>
                <a:ext uri="{FF2B5EF4-FFF2-40B4-BE49-F238E27FC236}">
                  <a16:creationId xmlns:a16="http://schemas.microsoft.com/office/drawing/2014/main" id="{080CAEBE-2FEC-0B5F-C13E-29BE198E5B6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3232" y="2234279"/>
              <a:ext cx="97546" cy="136760"/>
            </a:xfrm>
            <a:prstGeom prst="rect">
              <a:avLst/>
            </a:prstGeom>
          </p:spPr>
        </p:pic>
        <p:pic>
          <p:nvPicPr>
            <p:cNvPr id="28" name="object 8">
              <a:extLst>
                <a:ext uri="{FF2B5EF4-FFF2-40B4-BE49-F238E27FC236}">
                  <a16:creationId xmlns:a16="http://schemas.microsoft.com/office/drawing/2014/main" id="{BA59CD39-BD21-605C-270F-23E80802C65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0611" y="2234280"/>
              <a:ext cx="97337" cy="134142"/>
            </a:xfrm>
            <a:prstGeom prst="rect">
              <a:avLst/>
            </a:prstGeom>
          </p:spPr>
        </p:pic>
        <p:sp>
          <p:nvSpPr>
            <p:cNvPr id="29" name="object 9">
              <a:extLst>
                <a:ext uri="{FF2B5EF4-FFF2-40B4-BE49-F238E27FC236}">
                  <a16:creationId xmlns:a16="http://schemas.microsoft.com/office/drawing/2014/main" id="{6671739F-8C52-2E46-9B17-1AC96DB2E823}"/>
                </a:ext>
              </a:extLst>
            </p:cNvPr>
            <p:cNvSpPr/>
            <p:nvPr/>
          </p:nvSpPr>
          <p:spPr>
            <a:xfrm>
              <a:off x="221206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10">
              <a:extLst>
                <a:ext uri="{FF2B5EF4-FFF2-40B4-BE49-F238E27FC236}">
                  <a16:creationId xmlns:a16="http://schemas.microsoft.com/office/drawing/2014/main" id="{AAE773BA-29AC-A253-37E9-51B5D7C96C1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4586" y="2234280"/>
              <a:ext cx="113221" cy="134142"/>
            </a:xfrm>
            <a:prstGeom prst="rect">
              <a:avLst/>
            </a:prstGeom>
          </p:spPr>
        </p:pic>
        <p:sp>
          <p:nvSpPr>
            <p:cNvPr id="31" name="object 11">
              <a:extLst>
                <a:ext uri="{FF2B5EF4-FFF2-40B4-BE49-F238E27FC236}">
                  <a16:creationId xmlns:a16="http://schemas.microsoft.com/office/drawing/2014/main" id="{8B5A8CB2-299F-F841-7F06-8AB2904AAEDD}"/>
                </a:ext>
              </a:extLst>
            </p:cNvPr>
            <p:cNvSpPr/>
            <p:nvPr/>
          </p:nvSpPr>
          <p:spPr>
            <a:xfrm>
              <a:off x="2412962" y="2233808"/>
              <a:ext cx="76200" cy="134620"/>
            </a:xfrm>
            <a:custGeom>
              <a:avLst/>
              <a:gdLst/>
              <a:ahLst/>
              <a:cxnLst/>
              <a:rect l="l" t="t" r="r" b="b"/>
              <a:pathLst>
                <a:path w="76200" h="134619">
                  <a:moveTo>
                    <a:pt x="75819" y="119380"/>
                  </a:moveTo>
                  <a:lnTo>
                    <a:pt x="17691" y="119380"/>
                  </a:lnTo>
                  <a:lnTo>
                    <a:pt x="17691" y="72390"/>
                  </a:lnTo>
                  <a:lnTo>
                    <a:pt x="70789" y="72390"/>
                  </a:lnTo>
                  <a:lnTo>
                    <a:pt x="70789" y="57150"/>
                  </a:lnTo>
                  <a:lnTo>
                    <a:pt x="17691" y="57150"/>
                  </a:lnTo>
                  <a:lnTo>
                    <a:pt x="17691" y="15240"/>
                  </a:lnTo>
                  <a:lnTo>
                    <a:pt x="74218" y="15240"/>
                  </a:lnTo>
                  <a:lnTo>
                    <a:pt x="74218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57150"/>
                  </a:lnTo>
                  <a:lnTo>
                    <a:pt x="0" y="72390"/>
                  </a:lnTo>
                  <a:lnTo>
                    <a:pt x="0" y="119380"/>
                  </a:lnTo>
                  <a:lnTo>
                    <a:pt x="0" y="134620"/>
                  </a:lnTo>
                  <a:lnTo>
                    <a:pt x="75819" y="134620"/>
                  </a:lnTo>
                  <a:lnTo>
                    <a:pt x="75819" y="1193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12">
              <a:extLst>
                <a:ext uri="{FF2B5EF4-FFF2-40B4-BE49-F238E27FC236}">
                  <a16:creationId xmlns:a16="http://schemas.microsoft.com/office/drawing/2014/main" id="{B7344E84-6CF7-9DDA-28E6-65F2821D9CE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0110" y="2234284"/>
              <a:ext cx="92311" cy="134142"/>
            </a:xfrm>
            <a:prstGeom prst="rect">
              <a:avLst/>
            </a:prstGeom>
          </p:spPr>
        </p:pic>
        <p:pic>
          <p:nvPicPr>
            <p:cNvPr id="33" name="object 13">
              <a:extLst>
                <a:ext uri="{FF2B5EF4-FFF2-40B4-BE49-F238E27FC236}">
                  <a16:creationId xmlns:a16="http://schemas.microsoft.com/office/drawing/2014/main" id="{0937EDBF-B16E-71FA-5C79-94DE710E330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0302" y="2231664"/>
              <a:ext cx="85264" cy="139576"/>
            </a:xfrm>
            <a:prstGeom prst="rect">
              <a:avLst/>
            </a:prstGeom>
          </p:spPr>
        </p:pic>
        <p:sp>
          <p:nvSpPr>
            <p:cNvPr id="34" name="object 14">
              <a:extLst>
                <a:ext uri="{FF2B5EF4-FFF2-40B4-BE49-F238E27FC236}">
                  <a16:creationId xmlns:a16="http://schemas.microsoft.com/office/drawing/2014/main" id="{488354E8-7414-5E05-B415-E94730189619}"/>
                </a:ext>
              </a:extLst>
            </p:cNvPr>
            <p:cNvSpPr/>
            <p:nvPr/>
          </p:nvSpPr>
          <p:spPr>
            <a:xfrm>
              <a:off x="2777978" y="2234287"/>
              <a:ext cx="18415" cy="134620"/>
            </a:xfrm>
            <a:custGeom>
              <a:avLst/>
              <a:gdLst/>
              <a:ahLst/>
              <a:cxnLst/>
              <a:rect l="l" t="t" r="r" b="b"/>
              <a:pathLst>
                <a:path w="18414" h="134619">
                  <a:moveTo>
                    <a:pt x="18104" y="0"/>
                  </a:moveTo>
                  <a:lnTo>
                    <a:pt x="0" y="0"/>
                  </a:lnTo>
                  <a:lnTo>
                    <a:pt x="0" y="134142"/>
                  </a:lnTo>
                  <a:lnTo>
                    <a:pt x="18104" y="134142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15">
              <a:extLst>
                <a:ext uri="{FF2B5EF4-FFF2-40B4-BE49-F238E27FC236}">
                  <a16:creationId xmlns:a16="http://schemas.microsoft.com/office/drawing/2014/main" id="{1E9453BF-BC77-C905-E692-8B3A8F668AE0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0980" y="2233925"/>
              <a:ext cx="217271" cy="134620"/>
            </a:xfrm>
            <a:prstGeom prst="rect">
              <a:avLst/>
            </a:prstGeom>
          </p:spPr>
        </p:pic>
        <p:pic>
          <p:nvPicPr>
            <p:cNvPr id="36" name="object 16">
              <a:extLst>
                <a:ext uri="{FF2B5EF4-FFF2-40B4-BE49-F238E27FC236}">
                  <a16:creationId xmlns:a16="http://schemas.microsoft.com/office/drawing/2014/main" id="{FD5ADDC1-9B5D-CCF3-79BB-9890C22134D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7399" y="2231666"/>
              <a:ext cx="122581" cy="139377"/>
            </a:xfrm>
            <a:prstGeom prst="rect">
              <a:avLst/>
            </a:prstGeom>
          </p:spPr>
        </p:pic>
        <p:pic>
          <p:nvPicPr>
            <p:cNvPr id="37" name="object 17">
              <a:extLst>
                <a:ext uri="{FF2B5EF4-FFF2-40B4-BE49-F238E27FC236}">
                  <a16:creationId xmlns:a16="http://schemas.microsoft.com/office/drawing/2014/main" id="{5C745B26-667D-B836-EB6C-0A68CE1B6173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02992" y="2234285"/>
              <a:ext cx="72594" cy="134132"/>
            </a:xfrm>
            <a:prstGeom prst="rect">
              <a:avLst/>
            </a:prstGeom>
          </p:spPr>
        </p:pic>
        <p:sp>
          <p:nvSpPr>
            <p:cNvPr id="38" name="object 18">
              <a:extLst>
                <a:ext uri="{FF2B5EF4-FFF2-40B4-BE49-F238E27FC236}">
                  <a16:creationId xmlns:a16="http://schemas.microsoft.com/office/drawing/2014/main" id="{D1BC771F-3A9A-4A20-C3D1-CF0959DBF9D1}"/>
                </a:ext>
              </a:extLst>
            </p:cNvPr>
            <p:cNvSpPr/>
            <p:nvPr/>
          </p:nvSpPr>
          <p:spPr>
            <a:xfrm>
              <a:off x="1887258" y="2487135"/>
              <a:ext cx="1851025" cy="293370"/>
            </a:xfrm>
            <a:custGeom>
              <a:avLst/>
              <a:gdLst/>
              <a:ahLst/>
              <a:cxnLst/>
              <a:rect l="l" t="t" r="r" b="b"/>
              <a:pathLst>
                <a:path w="1851025" h="293369">
                  <a:moveTo>
                    <a:pt x="297827" y="144932"/>
                  </a:moveTo>
                  <a:lnTo>
                    <a:pt x="290436" y="98386"/>
                  </a:lnTo>
                  <a:lnTo>
                    <a:pt x="269697" y="58508"/>
                  </a:lnTo>
                  <a:lnTo>
                    <a:pt x="249885" y="39217"/>
                  </a:lnTo>
                  <a:lnTo>
                    <a:pt x="249885" y="146519"/>
                  </a:lnTo>
                  <a:lnTo>
                    <a:pt x="243865" y="195300"/>
                  </a:lnTo>
                  <a:lnTo>
                    <a:pt x="225425" y="237185"/>
                  </a:lnTo>
                  <a:lnTo>
                    <a:pt x="193979" y="266509"/>
                  </a:lnTo>
                  <a:lnTo>
                    <a:pt x="148920" y="277545"/>
                  </a:lnTo>
                  <a:lnTo>
                    <a:pt x="106260" y="268046"/>
                  </a:lnTo>
                  <a:lnTo>
                    <a:pt x="74599" y="241287"/>
                  </a:lnTo>
                  <a:lnTo>
                    <a:pt x="54889" y="199910"/>
                  </a:lnTo>
                  <a:lnTo>
                    <a:pt x="48107" y="146519"/>
                  </a:lnTo>
                  <a:lnTo>
                    <a:pt x="54114" y="97866"/>
                  </a:lnTo>
                  <a:lnTo>
                    <a:pt x="72529" y="56070"/>
                  </a:lnTo>
                  <a:lnTo>
                    <a:pt x="103924" y="26822"/>
                  </a:lnTo>
                  <a:lnTo>
                    <a:pt x="148920" y="15811"/>
                  </a:lnTo>
                  <a:lnTo>
                    <a:pt x="191655" y="25260"/>
                  </a:lnTo>
                  <a:lnTo>
                    <a:pt x="223367" y="51917"/>
                  </a:lnTo>
                  <a:lnTo>
                    <a:pt x="243090" y="93192"/>
                  </a:lnTo>
                  <a:lnTo>
                    <a:pt x="249885" y="146519"/>
                  </a:lnTo>
                  <a:lnTo>
                    <a:pt x="249885" y="39217"/>
                  </a:lnTo>
                  <a:lnTo>
                    <a:pt x="237769" y="27406"/>
                  </a:lnTo>
                  <a:lnTo>
                    <a:pt x="214249" y="15811"/>
                  </a:lnTo>
                  <a:lnTo>
                    <a:pt x="196799" y="7200"/>
                  </a:lnTo>
                  <a:lnTo>
                    <a:pt x="148920" y="0"/>
                  </a:lnTo>
                  <a:lnTo>
                    <a:pt x="101688" y="7162"/>
                  </a:lnTo>
                  <a:lnTo>
                    <a:pt x="60794" y="27419"/>
                  </a:lnTo>
                  <a:lnTo>
                    <a:pt x="28613" y="58889"/>
                  </a:lnTo>
                  <a:lnTo>
                    <a:pt x="7556" y="99745"/>
                  </a:lnTo>
                  <a:lnTo>
                    <a:pt x="0" y="148107"/>
                  </a:lnTo>
                  <a:lnTo>
                    <a:pt x="7404" y="194652"/>
                  </a:lnTo>
                  <a:lnTo>
                    <a:pt x="28155" y="234530"/>
                  </a:lnTo>
                  <a:lnTo>
                    <a:pt x="60096" y="265645"/>
                  </a:lnTo>
                  <a:lnTo>
                    <a:pt x="101079" y="285864"/>
                  </a:lnTo>
                  <a:lnTo>
                    <a:pt x="148920" y="293065"/>
                  </a:lnTo>
                  <a:lnTo>
                    <a:pt x="196176" y="285915"/>
                  </a:lnTo>
                  <a:lnTo>
                    <a:pt x="213093" y="277545"/>
                  </a:lnTo>
                  <a:lnTo>
                    <a:pt x="237109" y="265645"/>
                  </a:lnTo>
                  <a:lnTo>
                    <a:pt x="269240" y="234200"/>
                  </a:lnTo>
                  <a:lnTo>
                    <a:pt x="290283" y="193332"/>
                  </a:lnTo>
                  <a:lnTo>
                    <a:pt x="297827" y="144932"/>
                  </a:lnTo>
                  <a:close/>
                </a:path>
                <a:path w="1851025" h="293369">
                  <a:moveTo>
                    <a:pt x="616991" y="277533"/>
                  </a:moveTo>
                  <a:lnTo>
                    <a:pt x="576516" y="263029"/>
                  </a:lnTo>
                  <a:lnTo>
                    <a:pt x="481545" y="135674"/>
                  </a:lnTo>
                  <a:lnTo>
                    <a:pt x="562622" y="34023"/>
                  </a:lnTo>
                  <a:lnTo>
                    <a:pt x="609879" y="15811"/>
                  </a:lnTo>
                  <a:lnTo>
                    <a:pt x="609879" y="4787"/>
                  </a:lnTo>
                  <a:lnTo>
                    <a:pt x="508279" y="4787"/>
                  </a:lnTo>
                  <a:lnTo>
                    <a:pt x="508279" y="15811"/>
                  </a:lnTo>
                  <a:lnTo>
                    <a:pt x="540575" y="22936"/>
                  </a:lnTo>
                  <a:lnTo>
                    <a:pt x="540575" y="26098"/>
                  </a:lnTo>
                  <a:lnTo>
                    <a:pt x="470458" y="119964"/>
                  </a:lnTo>
                  <a:lnTo>
                    <a:pt x="468858" y="119964"/>
                  </a:lnTo>
                  <a:lnTo>
                    <a:pt x="405917" y="30835"/>
                  </a:lnTo>
                  <a:lnTo>
                    <a:pt x="401142" y="24498"/>
                  </a:lnTo>
                  <a:lnTo>
                    <a:pt x="400354" y="22148"/>
                  </a:lnTo>
                  <a:lnTo>
                    <a:pt x="435813" y="15811"/>
                  </a:lnTo>
                  <a:lnTo>
                    <a:pt x="435813" y="4787"/>
                  </a:lnTo>
                  <a:lnTo>
                    <a:pt x="310502" y="4787"/>
                  </a:lnTo>
                  <a:lnTo>
                    <a:pt x="310502" y="15811"/>
                  </a:lnTo>
                  <a:lnTo>
                    <a:pt x="334086" y="21374"/>
                  </a:lnTo>
                  <a:lnTo>
                    <a:pt x="340283" y="23482"/>
                  </a:lnTo>
                  <a:lnTo>
                    <a:pt x="345909" y="26416"/>
                  </a:lnTo>
                  <a:lnTo>
                    <a:pt x="350964" y="30391"/>
                  </a:lnTo>
                  <a:lnTo>
                    <a:pt x="355422" y="35636"/>
                  </a:lnTo>
                  <a:lnTo>
                    <a:pt x="440575" y="150533"/>
                  </a:lnTo>
                  <a:lnTo>
                    <a:pt x="355422" y="259295"/>
                  </a:lnTo>
                  <a:lnTo>
                    <a:pt x="308076" y="277533"/>
                  </a:lnTo>
                  <a:lnTo>
                    <a:pt x="308076" y="288671"/>
                  </a:lnTo>
                  <a:lnTo>
                    <a:pt x="409778" y="288671"/>
                  </a:lnTo>
                  <a:lnTo>
                    <a:pt x="409778" y="277533"/>
                  </a:lnTo>
                  <a:lnTo>
                    <a:pt x="384517" y="272046"/>
                  </a:lnTo>
                  <a:lnTo>
                    <a:pt x="375856" y="270433"/>
                  </a:lnTo>
                  <a:lnTo>
                    <a:pt x="376618" y="268820"/>
                  </a:lnTo>
                  <a:lnTo>
                    <a:pt x="381381" y="262496"/>
                  </a:lnTo>
                  <a:lnTo>
                    <a:pt x="451497" y="166357"/>
                  </a:lnTo>
                  <a:lnTo>
                    <a:pt x="453047" y="166357"/>
                  </a:lnTo>
                  <a:lnTo>
                    <a:pt x="526326" y="268820"/>
                  </a:lnTo>
                  <a:lnTo>
                    <a:pt x="527126" y="271233"/>
                  </a:lnTo>
                  <a:lnTo>
                    <a:pt x="491667" y="277533"/>
                  </a:lnTo>
                  <a:lnTo>
                    <a:pt x="491667" y="288671"/>
                  </a:lnTo>
                  <a:lnTo>
                    <a:pt x="616991" y="288671"/>
                  </a:lnTo>
                  <a:lnTo>
                    <a:pt x="616991" y="277533"/>
                  </a:lnTo>
                  <a:close/>
                </a:path>
                <a:path w="1851025" h="293369">
                  <a:moveTo>
                    <a:pt x="870724" y="4775"/>
                  </a:moveTo>
                  <a:lnTo>
                    <a:pt x="655612" y="4775"/>
                  </a:lnTo>
                  <a:lnTo>
                    <a:pt x="655612" y="15811"/>
                  </a:lnTo>
                  <a:lnTo>
                    <a:pt x="684720" y="22161"/>
                  </a:lnTo>
                  <a:lnTo>
                    <a:pt x="693420" y="23723"/>
                  </a:lnTo>
                  <a:lnTo>
                    <a:pt x="696595" y="27711"/>
                  </a:lnTo>
                  <a:lnTo>
                    <a:pt x="696595" y="265722"/>
                  </a:lnTo>
                  <a:lnTo>
                    <a:pt x="694232" y="268833"/>
                  </a:lnTo>
                  <a:lnTo>
                    <a:pt x="684720" y="271233"/>
                  </a:lnTo>
                  <a:lnTo>
                    <a:pt x="655612" y="277545"/>
                  </a:lnTo>
                  <a:lnTo>
                    <a:pt x="655612" y="288671"/>
                  </a:lnTo>
                  <a:lnTo>
                    <a:pt x="783297" y="288671"/>
                  </a:lnTo>
                  <a:lnTo>
                    <a:pt x="783297" y="277545"/>
                  </a:lnTo>
                  <a:lnTo>
                    <a:pt x="750925" y="271233"/>
                  </a:lnTo>
                  <a:lnTo>
                    <a:pt x="741540" y="269621"/>
                  </a:lnTo>
                  <a:lnTo>
                    <a:pt x="739165" y="265722"/>
                  </a:lnTo>
                  <a:lnTo>
                    <a:pt x="739165" y="155232"/>
                  </a:lnTo>
                  <a:lnTo>
                    <a:pt x="817181" y="155232"/>
                  </a:lnTo>
                  <a:lnTo>
                    <a:pt x="823506" y="159219"/>
                  </a:lnTo>
                  <a:lnTo>
                    <a:pt x="825779" y="169456"/>
                  </a:lnTo>
                  <a:lnTo>
                    <a:pt x="831316" y="196418"/>
                  </a:lnTo>
                  <a:lnTo>
                    <a:pt x="844715" y="196418"/>
                  </a:lnTo>
                  <a:lnTo>
                    <a:pt x="844715" y="102539"/>
                  </a:lnTo>
                  <a:lnTo>
                    <a:pt x="831316" y="102539"/>
                  </a:lnTo>
                  <a:lnTo>
                    <a:pt x="825779" y="125476"/>
                  </a:lnTo>
                  <a:lnTo>
                    <a:pt x="823506" y="135686"/>
                  </a:lnTo>
                  <a:lnTo>
                    <a:pt x="817181" y="139382"/>
                  </a:lnTo>
                  <a:lnTo>
                    <a:pt x="739165" y="139382"/>
                  </a:lnTo>
                  <a:lnTo>
                    <a:pt x="739165" y="20599"/>
                  </a:lnTo>
                  <a:lnTo>
                    <a:pt x="836815" y="20599"/>
                  </a:lnTo>
                  <a:lnTo>
                    <a:pt x="843140" y="24498"/>
                  </a:lnTo>
                  <a:lnTo>
                    <a:pt x="857377" y="75653"/>
                  </a:lnTo>
                  <a:lnTo>
                    <a:pt x="870724" y="75653"/>
                  </a:lnTo>
                  <a:lnTo>
                    <a:pt x="870724" y="4775"/>
                  </a:lnTo>
                  <a:close/>
                </a:path>
                <a:path w="1851025" h="293369">
                  <a:moveTo>
                    <a:pt x="1207160" y="144932"/>
                  </a:moveTo>
                  <a:lnTo>
                    <a:pt x="1199756" y="98386"/>
                  </a:lnTo>
                  <a:lnTo>
                    <a:pt x="1179017" y="58508"/>
                  </a:lnTo>
                  <a:lnTo>
                    <a:pt x="1159141" y="39166"/>
                  </a:lnTo>
                  <a:lnTo>
                    <a:pt x="1159141" y="146519"/>
                  </a:lnTo>
                  <a:lnTo>
                    <a:pt x="1153121" y="195300"/>
                  </a:lnTo>
                  <a:lnTo>
                    <a:pt x="1134681" y="237185"/>
                  </a:lnTo>
                  <a:lnTo>
                    <a:pt x="1103249" y="266509"/>
                  </a:lnTo>
                  <a:lnTo>
                    <a:pt x="1058227" y="277545"/>
                  </a:lnTo>
                  <a:lnTo>
                    <a:pt x="1015555" y="268046"/>
                  </a:lnTo>
                  <a:lnTo>
                    <a:pt x="983881" y="241287"/>
                  </a:lnTo>
                  <a:lnTo>
                    <a:pt x="964171" y="199910"/>
                  </a:lnTo>
                  <a:lnTo>
                    <a:pt x="957389" y="146519"/>
                  </a:lnTo>
                  <a:lnTo>
                    <a:pt x="963396" y="97866"/>
                  </a:lnTo>
                  <a:lnTo>
                    <a:pt x="981798" y="56070"/>
                  </a:lnTo>
                  <a:lnTo>
                    <a:pt x="1013218" y="26822"/>
                  </a:lnTo>
                  <a:lnTo>
                    <a:pt x="1058227" y="15811"/>
                  </a:lnTo>
                  <a:lnTo>
                    <a:pt x="1100950" y="25260"/>
                  </a:lnTo>
                  <a:lnTo>
                    <a:pt x="1132636" y="51917"/>
                  </a:lnTo>
                  <a:lnTo>
                    <a:pt x="1152359" y="93192"/>
                  </a:lnTo>
                  <a:lnTo>
                    <a:pt x="1159141" y="146519"/>
                  </a:lnTo>
                  <a:lnTo>
                    <a:pt x="1159141" y="39166"/>
                  </a:lnTo>
                  <a:lnTo>
                    <a:pt x="1147064" y="27406"/>
                  </a:lnTo>
                  <a:lnTo>
                    <a:pt x="1123543" y="15811"/>
                  </a:lnTo>
                  <a:lnTo>
                    <a:pt x="1106081" y="7200"/>
                  </a:lnTo>
                  <a:lnTo>
                    <a:pt x="1058227" y="0"/>
                  </a:lnTo>
                  <a:lnTo>
                    <a:pt x="1010996" y="7162"/>
                  </a:lnTo>
                  <a:lnTo>
                    <a:pt x="970089" y="27419"/>
                  </a:lnTo>
                  <a:lnTo>
                    <a:pt x="937920" y="58889"/>
                  </a:lnTo>
                  <a:lnTo>
                    <a:pt x="916876" y="99745"/>
                  </a:lnTo>
                  <a:lnTo>
                    <a:pt x="909320" y="148107"/>
                  </a:lnTo>
                  <a:lnTo>
                    <a:pt x="916724" y="194652"/>
                  </a:lnTo>
                  <a:lnTo>
                    <a:pt x="937475" y="234530"/>
                  </a:lnTo>
                  <a:lnTo>
                    <a:pt x="969429" y="265645"/>
                  </a:lnTo>
                  <a:lnTo>
                    <a:pt x="1010399" y="285864"/>
                  </a:lnTo>
                  <a:lnTo>
                    <a:pt x="1058227" y="293065"/>
                  </a:lnTo>
                  <a:lnTo>
                    <a:pt x="1105496" y="285915"/>
                  </a:lnTo>
                  <a:lnTo>
                    <a:pt x="1122413" y="277545"/>
                  </a:lnTo>
                  <a:lnTo>
                    <a:pt x="1146429" y="265645"/>
                  </a:lnTo>
                  <a:lnTo>
                    <a:pt x="1178560" y="234200"/>
                  </a:lnTo>
                  <a:lnTo>
                    <a:pt x="1199616" y="193332"/>
                  </a:lnTo>
                  <a:lnTo>
                    <a:pt x="1207160" y="144932"/>
                  </a:lnTo>
                  <a:close/>
                </a:path>
                <a:path w="1851025" h="293369">
                  <a:moveTo>
                    <a:pt x="1533385" y="277545"/>
                  </a:moveTo>
                  <a:lnTo>
                    <a:pt x="1493786" y="267690"/>
                  </a:lnTo>
                  <a:lnTo>
                    <a:pt x="1426489" y="182397"/>
                  </a:lnTo>
                  <a:lnTo>
                    <a:pt x="1414792" y="168097"/>
                  </a:lnTo>
                  <a:lnTo>
                    <a:pt x="1409788" y="163131"/>
                  </a:lnTo>
                  <a:lnTo>
                    <a:pt x="1407236" y="160604"/>
                  </a:lnTo>
                  <a:lnTo>
                    <a:pt x="1400987" y="156832"/>
                  </a:lnTo>
                  <a:lnTo>
                    <a:pt x="1400987" y="155232"/>
                  </a:lnTo>
                  <a:lnTo>
                    <a:pt x="1451914" y="127393"/>
                  </a:lnTo>
                  <a:lnTo>
                    <a:pt x="1470317" y="81203"/>
                  </a:lnTo>
                  <a:lnTo>
                    <a:pt x="1467129" y="60591"/>
                  </a:lnTo>
                  <a:lnTo>
                    <a:pt x="1457820" y="41084"/>
                  </a:lnTo>
                  <a:lnTo>
                    <a:pt x="1442745" y="24511"/>
                  </a:lnTo>
                  <a:lnTo>
                    <a:pt x="1435989" y="20599"/>
                  </a:lnTo>
                  <a:lnTo>
                    <a:pt x="1422298" y="12674"/>
                  </a:lnTo>
                  <a:lnTo>
                    <a:pt x="1422298" y="82003"/>
                  </a:lnTo>
                  <a:lnTo>
                    <a:pt x="1419733" y="105879"/>
                  </a:lnTo>
                  <a:lnTo>
                    <a:pt x="1410068" y="126796"/>
                  </a:lnTo>
                  <a:lnTo>
                    <a:pt x="1390345" y="141655"/>
                  </a:lnTo>
                  <a:lnTo>
                    <a:pt x="1357642" y="147307"/>
                  </a:lnTo>
                  <a:lnTo>
                    <a:pt x="1322197" y="147307"/>
                  </a:lnTo>
                  <a:lnTo>
                    <a:pt x="1322197" y="20599"/>
                  </a:lnTo>
                  <a:lnTo>
                    <a:pt x="1343494" y="20599"/>
                  </a:lnTo>
                  <a:lnTo>
                    <a:pt x="1386852" y="26911"/>
                  </a:lnTo>
                  <a:lnTo>
                    <a:pt x="1420291" y="64719"/>
                  </a:lnTo>
                  <a:lnTo>
                    <a:pt x="1422298" y="82003"/>
                  </a:lnTo>
                  <a:lnTo>
                    <a:pt x="1422298" y="12674"/>
                  </a:lnTo>
                  <a:lnTo>
                    <a:pt x="1410398" y="9093"/>
                  </a:lnTo>
                  <a:lnTo>
                    <a:pt x="1396885" y="6642"/>
                  </a:lnTo>
                  <a:lnTo>
                    <a:pt x="1381302" y="5232"/>
                  </a:lnTo>
                  <a:lnTo>
                    <a:pt x="1363179" y="4775"/>
                  </a:lnTo>
                  <a:lnTo>
                    <a:pt x="1238732" y="4775"/>
                  </a:lnTo>
                  <a:lnTo>
                    <a:pt x="1238732" y="15811"/>
                  </a:lnTo>
                  <a:lnTo>
                    <a:pt x="1267853" y="22161"/>
                  </a:lnTo>
                  <a:lnTo>
                    <a:pt x="1276565" y="23723"/>
                  </a:lnTo>
                  <a:lnTo>
                    <a:pt x="1279613" y="27711"/>
                  </a:lnTo>
                  <a:lnTo>
                    <a:pt x="1279613" y="265722"/>
                  </a:lnTo>
                  <a:lnTo>
                    <a:pt x="1277340" y="268833"/>
                  </a:lnTo>
                  <a:lnTo>
                    <a:pt x="1267853" y="271233"/>
                  </a:lnTo>
                  <a:lnTo>
                    <a:pt x="1238732" y="277545"/>
                  </a:lnTo>
                  <a:lnTo>
                    <a:pt x="1238732" y="288671"/>
                  </a:lnTo>
                  <a:lnTo>
                    <a:pt x="1366342" y="288671"/>
                  </a:lnTo>
                  <a:lnTo>
                    <a:pt x="1366342" y="277545"/>
                  </a:lnTo>
                  <a:lnTo>
                    <a:pt x="1334020" y="271233"/>
                  </a:lnTo>
                  <a:lnTo>
                    <a:pt x="1324559" y="269621"/>
                  </a:lnTo>
                  <a:lnTo>
                    <a:pt x="1322197" y="265722"/>
                  </a:lnTo>
                  <a:lnTo>
                    <a:pt x="1322197" y="163131"/>
                  </a:lnTo>
                  <a:lnTo>
                    <a:pt x="1343494" y="163131"/>
                  </a:lnTo>
                  <a:lnTo>
                    <a:pt x="1386852" y="193992"/>
                  </a:lnTo>
                  <a:lnTo>
                    <a:pt x="1445920" y="276720"/>
                  </a:lnTo>
                  <a:lnTo>
                    <a:pt x="1452994" y="286258"/>
                  </a:lnTo>
                  <a:lnTo>
                    <a:pt x="1456956" y="288671"/>
                  </a:lnTo>
                  <a:lnTo>
                    <a:pt x="1533385" y="288671"/>
                  </a:lnTo>
                  <a:lnTo>
                    <a:pt x="1533385" y="277545"/>
                  </a:lnTo>
                  <a:close/>
                </a:path>
                <a:path w="1851025" h="293369">
                  <a:moveTo>
                    <a:pt x="1850898" y="148107"/>
                  </a:moveTo>
                  <a:lnTo>
                    <a:pt x="1846249" y="109499"/>
                  </a:lnTo>
                  <a:lnTo>
                    <a:pt x="1832000" y="73304"/>
                  </a:lnTo>
                  <a:lnTo>
                    <a:pt x="1807692" y="42227"/>
                  </a:lnTo>
                  <a:lnTo>
                    <a:pt x="1802879" y="39027"/>
                  </a:lnTo>
                  <a:lnTo>
                    <a:pt x="1802879" y="148920"/>
                  </a:lnTo>
                  <a:lnTo>
                    <a:pt x="1800453" y="183375"/>
                  </a:lnTo>
                  <a:lnTo>
                    <a:pt x="1779943" y="237337"/>
                  </a:lnTo>
                  <a:lnTo>
                    <a:pt x="1746745" y="264134"/>
                  </a:lnTo>
                  <a:lnTo>
                    <a:pt x="1709458" y="272021"/>
                  </a:lnTo>
                  <a:lnTo>
                    <a:pt x="1686255" y="272846"/>
                  </a:lnTo>
                  <a:lnTo>
                    <a:pt x="1641348" y="272846"/>
                  </a:lnTo>
                  <a:lnTo>
                    <a:pt x="1638998" y="270421"/>
                  </a:lnTo>
                  <a:lnTo>
                    <a:pt x="1638998" y="20599"/>
                  </a:lnTo>
                  <a:lnTo>
                    <a:pt x="1679943" y="20599"/>
                  </a:lnTo>
                  <a:lnTo>
                    <a:pt x="1702650" y="21107"/>
                  </a:lnTo>
                  <a:lnTo>
                    <a:pt x="1750885" y="32410"/>
                  </a:lnTo>
                  <a:lnTo>
                    <a:pt x="1791652" y="81280"/>
                  </a:lnTo>
                  <a:lnTo>
                    <a:pt x="1802879" y="148920"/>
                  </a:lnTo>
                  <a:lnTo>
                    <a:pt x="1802879" y="39027"/>
                  </a:lnTo>
                  <a:lnTo>
                    <a:pt x="1755978" y="12750"/>
                  </a:lnTo>
                  <a:lnTo>
                    <a:pt x="1714754" y="5664"/>
                  </a:lnTo>
                  <a:lnTo>
                    <a:pt x="1689417" y="4775"/>
                  </a:lnTo>
                  <a:lnTo>
                    <a:pt x="1556232" y="4775"/>
                  </a:lnTo>
                  <a:lnTo>
                    <a:pt x="1556232" y="15811"/>
                  </a:lnTo>
                  <a:lnTo>
                    <a:pt x="1585366" y="22161"/>
                  </a:lnTo>
                  <a:lnTo>
                    <a:pt x="1594040" y="23723"/>
                  </a:lnTo>
                  <a:lnTo>
                    <a:pt x="1597202" y="27711"/>
                  </a:lnTo>
                  <a:lnTo>
                    <a:pt x="1597202" y="265722"/>
                  </a:lnTo>
                  <a:lnTo>
                    <a:pt x="1594827" y="268833"/>
                  </a:lnTo>
                  <a:lnTo>
                    <a:pt x="1585366" y="271246"/>
                  </a:lnTo>
                  <a:lnTo>
                    <a:pt x="1556232" y="277533"/>
                  </a:lnTo>
                  <a:lnTo>
                    <a:pt x="1556232" y="288658"/>
                  </a:lnTo>
                  <a:lnTo>
                    <a:pt x="1690992" y="288658"/>
                  </a:lnTo>
                  <a:lnTo>
                    <a:pt x="1719364" y="287604"/>
                  </a:lnTo>
                  <a:lnTo>
                    <a:pt x="1744268" y="284378"/>
                  </a:lnTo>
                  <a:lnTo>
                    <a:pt x="1765769" y="278942"/>
                  </a:lnTo>
                  <a:lnTo>
                    <a:pt x="1780159" y="272846"/>
                  </a:lnTo>
                  <a:lnTo>
                    <a:pt x="1783943" y="271246"/>
                  </a:lnTo>
                  <a:lnTo>
                    <a:pt x="1814703" y="248412"/>
                  </a:lnTo>
                  <a:lnTo>
                    <a:pt x="1835467" y="219138"/>
                  </a:lnTo>
                  <a:lnTo>
                    <a:pt x="1847202" y="185127"/>
                  </a:lnTo>
                  <a:lnTo>
                    <a:pt x="1850898" y="148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19">
              <a:extLst>
                <a:ext uri="{FF2B5EF4-FFF2-40B4-BE49-F238E27FC236}">
                  <a16:creationId xmlns:a16="http://schemas.microsoft.com/office/drawing/2014/main" id="{AF16AF56-0F62-E99C-BCAC-6FF9552759E9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21167" y="926515"/>
              <a:ext cx="915186" cy="1092200"/>
            </a:xfrm>
            <a:prstGeom prst="rect">
              <a:avLst/>
            </a:prstGeom>
          </p:spPr>
        </p:pic>
      </p:grpSp>
      <p:pic>
        <p:nvPicPr>
          <p:cNvPr id="40" name="Picture 39" descr="A blue x on a black background&#10;&#10;Description automatically generated">
            <a:extLst>
              <a:ext uri="{FF2B5EF4-FFF2-40B4-BE49-F238E27FC236}">
                <a16:creationId xmlns:a16="http://schemas.microsoft.com/office/drawing/2014/main" id="{DFEB7954-C712-A1D1-A31A-D296934A7E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84" r="17073"/>
          <a:stretch/>
        </p:blipFill>
        <p:spPr>
          <a:xfrm>
            <a:off x="2027561" y="7522714"/>
            <a:ext cx="384646" cy="36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1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42886" y="3501570"/>
            <a:ext cx="16668750" cy="236251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42886" y="6309033"/>
            <a:ext cx="16668750" cy="55591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56826" y="12939326"/>
            <a:ext cx="561974" cy="2769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BC4F9636-13E4-43A0-8806-7B38CCEAC82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98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76" r:id="rId3"/>
    <p:sldLayoutId id="2147483663" r:id="rId4"/>
    <p:sldLayoutId id="2147483662" r:id="rId5"/>
    <p:sldLayoutId id="2147483673" r:id="rId6"/>
    <p:sldLayoutId id="2147483670" r:id="rId7"/>
    <p:sldLayoutId id="2147483671" r:id="rId8"/>
    <p:sldLayoutId id="2147483672" r:id="rId9"/>
    <p:sldLayoutId id="2147483666" r:id="rId10"/>
    <p:sldLayoutId id="2147483667" r:id="rId11"/>
    <p:sldLayoutId id="2147483674" r:id="rId12"/>
    <p:sldLayoutId id="2147483678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828800" rtl="0" eaLnBrk="1" latinLnBrk="0" hangingPunct="1">
        <a:lnSpc>
          <a:spcPts val="7700"/>
        </a:lnSpc>
        <a:spcBef>
          <a:spcPct val="0"/>
        </a:spcBef>
        <a:buNone/>
        <a:defRPr sz="6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355600" algn="l" defTabSz="18288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723900" indent="-368300" algn="l" defTabSz="18288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indent="-355600" algn="l" defTabSz="18288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1435100" indent="-355600" algn="l" defTabSz="18288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1296" userDrawn="1">
          <p15:clr>
            <a:srgbClr val="F26B43"/>
          </p15:clr>
        </p15:guide>
        <p15:guide id="4" pos="147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hyperlink" Target="https://svgsilh.com/fr/f44336/image/159642.html" TargetMode="External"/><Relationship Id="rId4" Type="http://schemas.openxmlformats.org/officeDocument/2006/relationships/image" Target="../media/image12.sv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image" Target="../media/image47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19" Type="http://schemas.openxmlformats.org/officeDocument/2006/relationships/image" Target="../media/image64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52.png"/><Relationship Id="rId18" Type="http://schemas.openxmlformats.org/officeDocument/2006/relationships/image" Target="../media/image69.png"/><Relationship Id="rId3" Type="http://schemas.openxmlformats.org/officeDocument/2006/relationships/image" Target="../media/image53.png"/><Relationship Id="rId21" Type="http://schemas.openxmlformats.org/officeDocument/2006/relationships/image" Target="../media/image72.png"/><Relationship Id="rId7" Type="http://schemas.openxmlformats.org/officeDocument/2006/relationships/image" Target="../media/image57.png"/><Relationship Id="rId12" Type="http://schemas.openxmlformats.org/officeDocument/2006/relationships/image" Target="../media/image66.png"/><Relationship Id="rId17" Type="http://schemas.openxmlformats.org/officeDocument/2006/relationships/image" Target="../media/image63.png"/><Relationship Id="rId2" Type="http://schemas.openxmlformats.org/officeDocument/2006/relationships/image" Target="../media/image65.png"/><Relationship Id="rId16" Type="http://schemas.openxmlformats.org/officeDocument/2006/relationships/image" Target="../media/image68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.png"/><Relationship Id="rId11" Type="http://schemas.openxmlformats.org/officeDocument/2006/relationships/image" Target="../media/image50.png"/><Relationship Id="rId5" Type="http://schemas.openxmlformats.org/officeDocument/2006/relationships/image" Target="../media/image55.png"/><Relationship Id="rId15" Type="http://schemas.openxmlformats.org/officeDocument/2006/relationships/image" Target="../media/image59.png"/><Relationship Id="rId10" Type="http://schemas.openxmlformats.org/officeDocument/2006/relationships/image" Target="../media/image49.png"/><Relationship Id="rId19" Type="http://schemas.openxmlformats.org/officeDocument/2006/relationships/image" Target="../media/image70.png"/><Relationship Id="rId4" Type="http://schemas.openxmlformats.org/officeDocument/2006/relationships/image" Target="../media/image54.png"/><Relationship Id="rId9" Type="http://schemas.openxmlformats.org/officeDocument/2006/relationships/image" Target="../media/image48.png"/><Relationship Id="rId14" Type="http://schemas.openxmlformats.org/officeDocument/2006/relationships/image" Target="../media/image67.png"/><Relationship Id="rId22" Type="http://schemas.openxmlformats.org/officeDocument/2006/relationships/image" Target="../media/image7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26" Type="http://schemas.openxmlformats.org/officeDocument/2006/relationships/image" Target="../media/image97.png"/><Relationship Id="rId3" Type="http://schemas.openxmlformats.org/officeDocument/2006/relationships/image" Target="../media/image74.png"/><Relationship Id="rId21" Type="http://schemas.openxmlformats.org/officeDocument/2006/relationships/image" Target="../media/image92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5" Type="http://schemas.openxmlformats.org/officeDocument/2006/relationships/image" Target="../media/image9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29" Type="http://schemas.openxmlformats.org/officeDocument/2006/relationships/image" Target="../media/image10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24" Type="http://schemas.openxmlformats.org/officeDocument/2006/relationships/image" Target="../media/image95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23" Type="http://schemas.openxmlformats.org/officeDocument/2006/relationships/image" Target="../media/image94.png"/><Relationship Id="rId28" Type="http://schemas.openxmlformats.org/officeDocument/2006/relationships/image" Target="../media/image99.png"/><Relationship Id="rId10" Type="http://schemas.openxmlformats.org/officeDocument/2006/relationships/image" Target="../media/image81.png"/><Relationship Id="rId19" Type="http://schemas.openxmlformats.org/officeDocument/2006/relationships/image" Target="../media/image90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Relationship Id="rId22" Type="http://schemas.openxmlformats.org/officeDocument/2006/relationships/image" Target="../media/image93.png"/><Relationship Id="rId27" Type="http://schemas.openxmlformats.org/officeDocument/2006/relationships/image" Target="../media/image98.png"/><Relationship Id="rId30" Type="http://schemas.openxmlformats.org/officeDocument/2006/relationships/image" Target="../media/image10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95D93-978C-E4E3-76E7-3F1E33925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5817802"/>
            <a:ext cx="20066000" cy="2581660"/>
          </a:xfrm>
        </p:spPr>
        <p:txBody>
          <a:bodyPr/>
          <a:lstStyle/>
          <a:p>
            <a:r>
              <a:rPr lang="en-GB" dirty="0"/>
              <a:t>Toward Efficient Verification of the Finite Variant Property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31358-F73C-7181-FEE7-314B1E24F0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8651172"/>
            <a:ext cx="13273314" cy="682058"/>
          </a:xfrm>
        </p:spPr>
        <p:txBody>
          <a:bodyPr/>
          <a:lstStyle/>
          <a:p>
            <a:r>
              <a:rPr lang="en-GB" dirty="0"/>
              <a:t>Jiachen Qian | </a:t>
            </a:r>
            <a:r>
              <a:rPr lang="en-US" altLang="zh-CN" dirty="0"/>
              <a:t>JUNE</a:t>
            </a:r>
            <a:r>
              <a:rPr lang="en-GB" dirty="0"/>
              <a:t> 202</a:t>
            </a:r>
            <a:r>
              <a:rPr lang="en-US" altLang="zh-CN" dirty="0"/>
              <a:t>6</a:t>
            </a:r>
          </a:p>
          <a:p>
            <a:r>
              <a:rPr lang="zh-CN" altLang="en-US" dirty="0"/>
              <a:t> </a:t>
            </a:r>
            <a:endParaRPr lang="en-GB" dirty="0"/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E6CA3A-6B74-4DF6-E51C-E664146BBD0B}"/>
              </a:ext>
            </a:extLst>
          </p:cNvPr>
          <p:cNvSpPr txBox="1"/>
          <p:nvPr/>
        </p:nvSpPr>
        <p:spPr>
          <a:xfrm>
            <a:off x="19996484" y="-10587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902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BF53-BB8C-AA7A-28C8-85FE2E75B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886" y="1995694"/>
            <a:ext cx="16668750" cy="2362510"/>
          </a:xfrm>
        </p:spPr>
        <p:txBody>
          <a:bodyPr/>
          <a:lstStyle/>
          <a:p>
            <a:r>
              <a:rPr lang="en-US" sz="6600" dirty="0">
                <a:latin typeface="Calibri" panose="020F0502020204030204" pitchFamily="34" charset="0"/>
                <a:cs typeface="Calibri" panose="020F0502020204030204" pitchFamily="34" charset="0"/>
              </a:rPr>
              <a:t>Talk</a:t>
            </a:r>
            <a:r>
              <a:rPr lang="zh-CN" altLang="en-US" sz="6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6600" dirty="0">
                <a:latin typeface="Calibri" panose="020F0502020204030204" pitchFamily="34" charset="0"/>
                <a:cs typeface="Calibri" panose="020F0502020204030204" pitchFamily="34" charset="0"/>
              </a:rPr>
              <a:t>Overview</a:t>
            </a:r>
            <a:endParaRPr lang="en-US" sz="6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5B9A4-438D-E812-9DB7-54617563F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2886" y="5975658"/>
            <a:ext cx="17921514" cy="555911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altLang="zh-CN" sz="5400" dirty="0"/>
              <a:t>Quick</a:t>
            </a:r>
            <a:r>
              <a:rPr lang="zh-CN" altLang="en-US" sz="5400" dirty="0"/>
              <a:t> </a:t>
            </a:r>
            <a:r>
              <a:rPr lang="en-US" altLang="zh-CN" sz="5400" dirty="0"/>
              <a:t>recap:</a:t>
            </a:r>
            <a:r>
              <a:rPr lang="zh-CN" altLang="en-US" sz="5400" dirty="0"/>
              <a:t> </a:t>
            </a:r>
            <a:r>
              <a:rPr lang="en-US" altLang="zh-CN" sz="5400" dirty="0"/>
              <a:t>From</a:t>
            </a:r>
            <a:r>
              <a:rPr lang="zh-CN" altLang="en-US" sz="5400" dirty="0"/>
              <a:t> </a:t>
            </a:r>
            <a:r>
              <a:rPr lang="en-US" altLang="zh-CN" sz="5400" dirty="0" err="1"/>
              <a:t>ProVerif</a:t>
            </a:r>
            <a:r>
              <a:rPr lang="zh-CN" altLang="en-US" sz="5400" dirty="0"/>
              <a:t> </a:t>
            </a:r>
            <a:r>
              <a:rPr lang="en-US" altLang="zh-CN" sz="5400" dirty="0"/>
              <a:t>to</a:t>
            </a:r>
            <a:r>
              <a:rPr lang="zh-CN" altLang="en-US" sz="5400" dirty="0"/>
              <a:t> </a:t>
            </a:r>
            <a:r>
              <a:rPr lang="en-US" altLang="zh-CN" sz="5400" dirty="0"/>
              <a:t>E-unification</a:t>
            </a:r>
            <a:endParaRPr lang="en-GB" altLang="zh-CN" sz="54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5400" dirty="0" err="1"/>
              <a:t>FVPgen</a:t>
            </a:r>
            <a:r>
              <a:rPr lang="en-US" altLang="zh-CN" sz="5400" dirty="0"/>
              <a:t>:</a:t>
            </a:r>
            <a:r>
              <a:rPr lang="zh-CN" altLang="en-US" sz="5400" dirty="0"/>
              <a:t>  </a:t>
            </a:r>
            <a:r>
              <a:rPr lang="en-US" altLang="zh-CN" sz="5400" dirty="0"/>
              <a:t>An</a:t>
            </a:r>
            <a:r>
              <a:rPr lang="zh-CN" altLang="en-US" sz="5400" dirty="0"/>
              <a:t> </a:t>
            </a:r>
            <a:r>
              <a:rPr lang="en-US" altLang="zh-CN" sz="5400" dirty="0"/>
              <a:t>algorithm</a:t>
            </a:r>
            <a:r>
              <a:rPr lang="zh-CN" altLang="en-US" sz="5400" dirty="0"/>
              <a:t> </a:t>
            </a:r>
            <a:r>
              <a:rPr lang="en-US" altLang="zh-CN" sz="5400" dirty="0"/>
              <a:t>for</a:t>
            </a:r>
            <a:r>
              <a:rPr lang="zh-CN" altLang="en-US" sz="5400" dirty="0"/>
              <a:t> </a:t>
            </a:r>
            <a:r>
              <a:rPr lang="en-US" altLang="zh-CN" sz="5400" dirty="0"/>
              <a:t>automatically</a:t>
            </a:r>
            <a:r>
              <a:rPr lang="zh-CN" altLang="en-US" sz="5400" dirty="0"/>
              <a:t> </a:t>
            </a:r>
            <a:r>
              <a:rPr lang="en-US" altLang="zh-CN" sz="5400" dirty="0"/>
              <a:t>proving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FVP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5400" dirty="0"/>
              <a:t>Limitations</a:t>
            </a:r>
            <a:r>
              <a:rPr lang="zh-CN" altLang="en-US" sz="5400" dirty="0"/>
              <a:t> </a:t>
            </a:r>
            <a:r>
              <a:rPr lang="en-US" altLang="zh-CN" sz="5400" dirty="0"/>
              <a:t>caused</a:t>
            </a:r>
            <a:r>
              <a:rPr lang="zh-CN" altLang="en-US" sz="5400" dirty="0"/>
              <a:t> </a:t>
            </a:r>
            <a:r>
              <a:rPr lang="en-US" altLang="zh-CN" sz="5400" dirty="0"/>
              <a:t>by</a:t>
            </a:r>
            <a:r>
              <a:rPr lang="zh-CN" altLang="en-US" sz="5400" dirty="0"/>
              <a:t> </a:t>
            </a:r>
            <a:r>
              <a:rPr lang="en-US" altLang="zh-CN" sz="5400" dirty="0"/>
              <a:t>AC-redundant</a:t>
            </a:r>
            <a:r>
              <a:rPr lang="zh-CN" altLang="en-US" sz="5400" dirty="0"/>
              <a:t> </a:t>
            </a:r>
            <a:r>
              <a:rPr lang="en-US" altLang="zh-CN" sz="5400" dirty="0"/>
              <a:t>rules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5400" dirty="0" err="1"/>
              <a:t>FVPgen</a:t>
            </a:r>
            <a:r>
              <a:rPr lang="zh-CN" altLang="en-US" sz="5400" dirty="0"/>
              <a:t> </a:t>
            </a:r>
            <a:r>
              <a:rPr lang="en-US" altLang="zh-CN" sz="5400" dirty="0"/>
              <a:t>2.0:</a:t>
            </a:r>
            <a:r>
              <a:rPr lang="zh-CN" altLang="en-US" sz="5400" dirty="0"/>
              <a:t> </a:t>
            </a:r>
            <a:r>
              <a:rPr lang="en-US" altLang="zh-CN" sz="5400" dirty="0"/>
              <a:t>A</a:t>
            </a:r>
            <a:r>
              <a:rPr lang="zh-CN" altLang="en-US" sz="5400" dirty="0"/>
              <a:t> </a:t>
            </a:r>
            <a:r>
              <a:rPr lang="en-US" altLang="zh-CN" sz="5400" dirty="0"/>
              <a:t>Flattening-based</a:t>
            </a:r>
            <a:r>
              <a:rPr lang="zh-CN" altLang="en-US" sz="5400" dirty="0"/>
              <a:t> </a:t>
            </a:r>
            <a:r>
              <a:rPr lang="en-US" altLang="zh-CN" sz="5400" dirty="0"/>
              <a:t>algorithm</a:t>
            </a:r>
          </a:p>
          <a:p>
            <a:endParaRPr lang="en-US" altLang="zh-CN" sz="5400" dirty="0"/>
          </a:p>
          <a:p>
            <a:pPr marL="514350" indent="-514350">
              <a:buFont typeface="+mj-lt"/>
              <a:buAutoNum type="arabicPeriod"/>
            </a:pP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326895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4">
            <a:extLst>
              <a:ext uri="{FF2B5EF4-FFF2-40B4-BE49-F238E27FC236}">
                <a16:creationId xmlns:a16="http://schemas.microsoft.com/office/drawing/2014/main" id="{0D6BEE88-6D87-CFB7-035E-790A67590D95}"/>
              </a:ext>
            </a:extLst>
          </p:cNvPr>
          <p:cNvSpPr/>
          <p:nvPr/>
        </p:nvSpPr>
        <p:spPr>
          <a:xfrm>
            <a:off x="12435155" y="4698359"/>
            <a:ext cx="9844314" cy="5039181"/>
          </a:xfrm>
          <a:prstGeom prst="roundRect">
            <a:avLst>
              <a:gd name="adj" fmla="val 2759"/>
            </a:avLst>
          </a:prstGeom>
          <a:solidFill>
            <a:srgbClr val="F8FAFD"/>
          </a:solidFill>
          <a:ln w="12700">
            <a:solidFill>
              <a:srgbClr val="B7C3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0D8B5A-ACDF-194E-D0D9-E60273387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515" y="1833814"/>
            <a:ext cx="16668750" cy="2362510"/>
          </a:xfrm>
        </p:spPr>
        <p:txBody>
          <a:bodyPr/>
          <a:lstStyle/>
          <a:p>
            <a:r>
              <a:rPr lang="en-US" altLang="zh-CN" sz="6600" dirty="0">
                <a:latin typeface="Calibri" panose="020F0502020204030204" pitchFamily="34" charset="0"/>
                <a:cs typeface="Calibri" panose="020F0502020204030204" pitchFamily="34" charset="0"/>
              </a:rPr>
              <a:t>Symbolic</a:t>
            </a:r>
            <a:r>
              <a:rPr lang="zh-CN" altLang="en-US" sz="6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6600" dirty="0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r>
              <a:rPr lang="zh-CN" altLang="en-US" sz="6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66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zh-CN" altLang="en-US" sz="6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6600" dirty="0">
                <a:latin typeface="Calibri" panose="020F0502020204030204" pitchFamily="34" charset="0"/>
                <a:cs typeface="Calibri" panose="020F0502020204030204" pitchFamily="34" charset="0"/>
              </a:rPr>
              <a:t>Cryptographic</a:t>
            </a:r>
            <a:r>
              <a:rPr lang="zh-CN" altLang="en-US" sz="6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6600" dirty="0">
                <a:latin typeface="Calibri" panose="020F0502020204030204" pitchFamily="34" charset="0"/>
                <a:cs typeface="Calibri" panose="020F0502020204030204" pitchFamily="34" charset="0"/>
              </a:rPr>
              <a:t>Protocols</a:t>
            </a:r>
            <a:endParaRPr lang="en-US" sz="6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693610B1-056A-21D1-88B6-FA7E19D8B863}"/>
              </a:ext>
            </a:extLst>
          </p:cNvPr>
          <p:cNvSpPr/>
          <p:nvPr/>
        </p:nvSpPr>
        <p:spPr>
          <a:xfrm>
            <a:off x="2027515" y="4682066"/>
            <a:ext cx="9844314" cy="5039181"/>
          </a:xfrm>
          <a:prstGeom prst="roundRect">
            <a:avLst>
              <a:gd name="adj" fmla="val 2759"/>
            </a:avLst>
          </a:prstGeom>
          <a:solidFill>
            <a:srgbClr val="F8FAFD"/>
          </a:solidFill>
          <a:ln w="12700">
            <a:solidFill>
              <a:srgbClr val="B7C3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7C68FC8D-430E-F693-E0AC-913B0C49ADAD}"/>
              </a:ext>
            </a:extLst>
          </p:cNvPr>
          <p:cNvSpPr/>
          <p:nvPr/>
        </p:nvSpPr>
        <p:spPr>
          <a:xfrm>
            <a:off x="2027515" y="4682066"/>
            <a:ext cx="9865553" cy="740868"/>
          </a:xfrm>
          <a:prstGeom prst="roundRect">
            <a:avLst>
              <a:gd name="adj" fmla="val 21429"/>
            </a:avLst>
          </a:prstGeom>
          <a:solidFill>
            <a:srgbClr val="082D63"/>
          </a:solidFill>
          <a:ln w="12700">
            <a:solidFill>
              <a:srgbClr val="082D6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9C1B6AB-0D7F-5C44-3D51-45BB4B56C136}"/>
              </a:ext>
            </a:extLst>
          </p:cNvPr>
          <p:cNvSpPr/>
          <p:nvPr/>
        </p:nvSpPr>
        <p:spPr>
          <a:xfrm>
            <a:off x="861009" y="4691495"/>
            <a:ext cx="6707063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</a:t>
            </a:r>
            <a:r>
              <a:rPr lang="zh-CN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(Messages)</a:t>
            </a:r>
            <a:endParaRPr lang="en-US" sz="3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F721AAD0-9E5D-8193-96E0-F8675F086C33}"/>
              </a:ext>
            </a:extLst>
          </p:cNvPr>
          <p:cNvSpPr/>
          <p:nvPr/>
        </p:nvSpPr>
        <p:spPr>
          <a:xfrm>
            <a:off x="2483441" y="5564081"/>
            <a:ext cx="8053353" cy="3737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7566D873-5F19-2F5E-F6B3-09D0CAD2097D}"/>
              </a:ext>
            </a:extLst>
          </p:cNvPr>
          <p:cNvSpPr/>
          <p:nvPr/>
        </p:nvSpPr>
        <p:spPr>
          <a:xfrm>
            <a:off x="12435155" y="4695010"/>
            <a:ext cx="9844314" cy="727924"/>
          </a:xfrm>
          <a:prstGeom prst="roundRect">
            <a:avLst>
              <a:gd name="adj" fmla="val 21429"/>
            </a:avLst>
          </a:prstGeom>
          <a:solidFill>
            <a:srgbClr val="082D63"/>
          </a:solidFill>
          <a:ln w="12700">
            <a:solidFill>
              <a:srgbClr val="082D6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ADF9BB-56C0-3F49-70C4-A6E67A27B55D}"/>
                  </a:ext>
                </a:extLst>
              </p:cNvPr>
              <p:cNvSpPr txBox="1"/>
              <p:nvPr/>
            </p:nvSpPr>
            <p:spPr>
              <a:xfrm>
                <a:off x="7222491" y="6586668"/>
                <a:ext cx="399355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𝑛𝑐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GB" altLang="zh-CN" sz="3200" b="0" dirty="0"/>
              </a:p>
              <a:p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ADF9BB-56C0-3F49-70C4-A6E67A27B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491" y="6586668"/>
                <a:ext cx="3993559" cy="10772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134C97-247F-5948-E78F-A699049605B9}"/>
                  </a:ext>
                </a:extLst>
              </p:cNvPr>
              <p:cNvSpPr txBox="1"/>
              <p:nvPr/>
            </p:nvSpPr>
            <p:spPr>
              <a:xfrm>
                <a:off x="6978167" y="7529388"/>
                <a:ext cx="4914901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altLang="zh-CN" sz="3200" b="0" i="1" dirty="0">
                  <a:latin typeface="Cambria Math" panose="02040503050406030204" pitchFamily="18" charset="0"/>
                </a:endParaRPr>
              </a:p>
              <a:p>
                <a:endParaRPr lang="en-GB" altLang="zh-CN" sz="32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134C97-247F-5948-E78F-A69904960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167" y="7529388"/>
                <a:ext cx="4914901" cy="1077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4BE53C-AC3F-5106-6614-E7D9347B2965}"/>
                  </a:ext>
                </a:extLst>
              </p:cNvPr>
              <p:cNvSpPr txBox="1"/>
              <p:nvPr/>
            </p:nvSpPr>
            <p:spPr>
              <a:xfrm>
                <a:off x="8060935" y="5658487"/>
                <a:ext cx="203940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4BE53C-AC3F-5106-6614-E7D9347B2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935" y="5658487"/>
                <a:ext cx="2039408" cy="584775"/>
              </a:xfrm>
              <a:prstGeom prst="rect">
                <a:avLst/>
              </a:prstGeom>
              <a:blipFill>
                <a:blip r:embed="rId4"/>
                <a:stretch>
                  <a:fillRect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F856EE6-2E0C-8346-4D54-06102B8437B3}"/>
              </a:ext>
            </a:extLst>
          </p:cNvPr>
          <p:cNvSpPr txBox="1"/>
          <p:nvPr/>
        </p:nvSpPr>
        <p:spPr>
          <a:xfrm>
            <a:off x="2443304" y="5658618"/>
            <a:ext cx="3714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Pair</a:t>
            </a:r>
            <a:r>
              <a:rPr lang="zh-CN" altLang="en-US" sz="3200" dirty="0"/>
              <a:t> </a:t>
            </a:r>
            <a:r>
              <a:rPr lang="en-US" altLang="zh-CN" sz="3200" dirty="0"/>
              <a:t>of</a:t>
            </a:r>
            <a:r>
              <a:rPr lang="zh-CN" altLang="en-US" sz="3200" dirty="0"/>
              <a:t> </a:t>
            </a:r>
            <a:r>
              <a:rPr lang="en-US" altLang="zh-CN" sz="3200" dirty="0"/>
              <a:t>message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8EC14E-7966-CFB4-A4A1-B3CBCD2465E4}"/>
              </a:ext>
            </a:extLst>
          </p:cNvPr>
          <p:cNvSpPr txBox="1"/>
          <p:nvPr/>
        </p:nvSpPr>
        <p:spPr>
          <a:xfrm>
            <a:off x="2443304" y="6596686"/>
            <a:ext cx="4739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Symmetric</a:t>
            </a:r>
            <a:r>
              <a:rPr lang="zh-CN" altLang="en-US" sz="3200" dirty="0"/>
              <a:t> </a:t>
            </a:r>
            <a:r>
              <a:rPr lang="en-US" altLang="zh-CN" sz="3200" dirty="0"/>
              <a:t>encryption</a:t>
            </a:r>
            <a:endParaRPr lang="en-US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DCB529-C65B-AFCE-4F97-6B2BB8BCECED}"/>
              </a:ext>
            </a:extLst>
          </p:cNvPr>
          <p:cNvSpPr txBox="1"/>
          <p:nvPr/>
        </p:nvSpPr>
        <p:spPr>
          <a:xfrm>
            <a:off x="2483441" y="7534754"/>
            <a:ext cx="2698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Signature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A073F7-DE0A-81CB-4101-34D4A429BA59}"/>
                  </a:ext>
                </a:extLst>
              </p:cNvPr>
              <p:cNvSpPr txBox="1"/>
              <p:nvPr/>
            </p:nvSpPr>
            <p:spPr>
              <a:xfrm>
                <a:off x="12933525" y="5657828"/>
                <a:ext cx="741635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/>
                  <a:t>Symmetric</a:t>
                </a:r>
                <a:r>
                  <a:rPr lang="zh-CN" altLang="en-US" sz="3200" dirty="0"/>
                  <a:t> </a:t>
                </a:r>
                <a:r>
                  <a:rPr lang="en-US" altLang="zh-CN" sz="3200" dirty="0"/>
                  <a:t>encryption/decryption:</a:t>
                </a:r>
                <a:r>
                  <a:rPr lang="zh-CN" altLang="en-US" sz="3200" dirty="0"/>
                  <a:t> </a:t>
                </a:r>
                <a:endParaRPr lang="en-GB" altLang="zh-CN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𝑑𝑒𝑐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𝑠𝑒𝑛𝑐</m:t>
                          </m:r>
                          <m:d>
                            <m:d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altLang="zh-CN" sz="3200" b="0" dirty="0"/>
              </a:p>
              <a:p>
                <a:endParaRPr 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A073F7-DE0A-81CB-4101-34D4A429B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33525" y="5657828"/>
                <a:ext cx="7416357" cy="1569660"/>
              </a:xfrm>
              <a:prstGeom prst="rect">
                <a:avLst/>
              </a:prstGeom>
              <a:blipFill>
                <a:blip r:embed="rId5"/>
                <a:stretch>
                  <a:fillRect l="-2051" t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6F9F25-A9C6-0E3C-CB42-10CB4ADC61DA}"/>
                  </a:ext>
                </a:extLst>
              </p:cNvPr>
              <p:cNvSpPr txBox="1"/>
              <p:nvPr/>
            </p:nvSpPr>
            <p:spPr>
              <a:xfrm>
                <a:off x="12980900" y="6744378"/>
                <a:ext cx="8928848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XOR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 </a:t>
                </a:r>
                <a:endParaRPr lang="en-GB" altLang="zh-CN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zh-CN" alt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</m:t>
                      </m:r>
                      <m:r>
                        <a:rPr lang="zh-CN" alt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GB" altLang="zh-CN" sz="3200" b="0" dirty="0">
                  <a:ea typeface="Cambria Math" panose="02040503050406030204" pitchFamily="18" charset="0"/>
                </a:endParaRPr>
              </a:p>
              <a:p>
                <a:endParaRPr lang="en-GB" altLang="zh-CN" sz="3200" b="0" dirty="0">
                  <a:ea typeface="Cambria Math" panose="02040503050406030204" pitchFamily="18" charset="0"/>
                </a:endParaRPr>
              </a:p>
              <a:p>
                <a:endParaRPr lang="en-GB" sz="3200" b="1" i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6F9F25-A9C6-0E3C-CB42-10CB4ADC6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0900" y="6744378"/>
                <a:ext cx="8928848" cy="2554545"/>
              </a:xfrm>
              <a:prstGeom prst="rect">
                <a:avLst/>
              </a:prstGeom>
              <a:blipFill>
                <a:blip r:embed="rId6"/>
                <a:stretch>
                  <a:fillRect l="-1702" t="-2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12D7A4E1-4445-FABE-CA0E-89AC8E3E7E8F}"/>
              </a:ext>
            </a:extLst>
          </p:cNvPr>
          <p:cNvSpPr txBox="1"/>
          <p:nvPr/>
        </p:nvSpPr>
        <p:spPr>
          <a:xfrm>
            <a:off x="3046767" y="8472822"/>
            <a:ext cx="7893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/>
              <a:t>Messages</a:t>
            </a:r>
            <a:r>
              <a:rPr lang="zh-CN" altLang="en-US" sz="3200" b="1" i="1" dirty="0"/>
              <a:t> </a:t>
            </a:r>
            <a:r>
              <a:rPr lang="en-US" altLang="zh-CN" sz="3200" b="1" i="1" dirty="0"/>
              <a:t>are</a:t>
            </a:r>
            <a:r>
              <a:rPr lang="zh-CN" altLang="en-US" sz="3200" b="1" i="1" dirty="0"/>
              <a:t> </a:t>
            </a:r>
            <a:r>
              <a:rPr lang="en-US" altLang="zh-CN" sz="3200" b="1" i="1" dirty="0"/>
              <a:t>represented</a:t>
            </a:r>
            <a:r>
              <a:rPr lang="zh-CN" altLang="en-US" sz="3200" b="1" i="1" dirty="0"/>
              <a:t> </a:t>
            </a:r>
            <a:r>
              <a:rPr lang="en-US" altLang="zh-CN" sz="3200" b="1" i="1" dirty="0"/>
              <a:t>as</a:t>
            </a:r>
            <a:r>
              <a:rPr lang="zh-CN" altLang="en-US" sz="3200" b="1" i="1" dirty="0"/>
              <a:t> </a:t>
            </a:r>
            <a:r>
              <a:rPr lang="en-US" altLang="zh-CN" sz="3200" b="1" i="1" dirty="0"/>
              <a:t>terms</a:t>
            </a:r>
            <a:endParaRPr lang="en-US" sz="3200" b="1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F01401-4039-1D1A-389B-F9DB6E8EDA87}"/>
              </a:ext>
            </a:extLst>
          </p:cNvPr>
          <p:cNvSpPr txBox="1"/>
          <p:nvPr/>
        </p:nvSpPr>
        <p:spPr>
          <a:xfrm>
            <a:off x="12608302" y="4766584"/>
            <a:ext cx="8028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Equational</a:t>
            </a:r>
            <a:r>
              <a:rPr lang="zh-CN" altLang="en-US" sz="3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zh-CN" sz="3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theory</a:t>
            </a:r>
            <a:r>
              <a:rPr lang="zh-CN" altLang="en-US" sz="3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zh-CN" sz="3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(Algebraic</a:t>
            </a:r>
            <a:r>
              <a:rPr lang="zh-CN" altLang="en-US" sz="3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zh-CN" sz="3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properties)</a:t>
            </a:r>
            <a:endParaRPr lang="en-US" sz="32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BCFBE1-8762-0345-236C-2D65F853008C}"/>
              </a:ext>
            </a:extLst>
          </p:cNvPr>
          <p:cNvSpPr txBox="1"/>
          <p:nvPr/>
        </p:nvSpPr>
        <p:spPr>
          <a:xfrm>
            <a:off x="14338547" y="8441014"/>
            <a:ext cx="79409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/>
              <a:t>Equational</a:t>
            </a:r>
            <a:r>
              <a:rPr lang="zh-CN" altLang="en-US" sz="3200" b="1" i="1" dirty="0"/>
              <a:t> </a:t>
            </a:r>
            <a:r>
              <a:rPr lang="en-US" altLang="zh-CN" sz="3200" b="1" i="1" dirty="0"/>
              <a:t>theory</a:t>
            </a:r>
            <a:r>
              <a:rPr lang="zh-CN" altLang="en-US" sz="3200" b="1" i="1" dirty="0"/>
              <a:t> </a:t>
            </a:r>
            <a:r>
              <a:rPr lang="en-US" altLang="zh-CN" sz="3200" b="1" i="1" dirty="0"/>
              <a:t>specifies</a:t>
            </a:r>
            <a:r>
              <a:rPr lang="zh-CN" altLang="en-US" sz="3200" b="1" i="1" dirty="0"/>
              <a:t> </a:t>
            </a:r>
            <a:r>
              <a:rPr lang="en-US" altLang="zh-CN" sz="3200" b="1" i="1" dirty="0"/>
              <a:t>how</a:t>
            </a:r>
            <a:r>
              <a:rPr lang="zh-CN" altLang="en-US" sz="3200" b="1" i="1" dirty="0"/>
              <a:t> </a:t>
            </a:r>
            <a:r>
              <a:rPr lang="en-US" altLang="zh-CN" sz="3200" b="1" i="1" dirty="0"/>
              <a:t>cryptographic</a:t>
            </a:r>
            <a:r>
              <a:rPr lang="zh-CN" altLang="en-US" sz="3200" b="1" i="1" dirty="0"/>
              <a:t> </a:t>
            </a:r>
            <a:r>
              <a:rPr lang="en-US" altLang="zh-CN" sz="3200" b="1" i="1" dirty="0"/>
              <a:t>primitives</a:t>
            </a:r>
            <a:r>
              <a:rPr lang="zh-CN" altLang="en-US" sz="3200" b="1" i="1" dirty="0"/>
              <a:t> </a:t>
            </a:r>
            <a:r>
              <a:rPr lang="en-US" altLang="zh-CN" sz="3200" b="1" i="1" dirty="0"/>
              <a:t>behave</a:t>
            </a:r>
            <a:endParaRPr lang="en-US" sz="3200" b="1" i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C28C69-69D1-13D9-8047-5D42424F115E}"/>
              </a:ext>
            </a:extLst>
          </p:cNvPr>
          <p:cNvSpPr txBox="1"/>
          <p:nvPr/>
        </p:nvSpPr>
        <p:spPr>
          <a:xfrm>
            <a:off x="7720637" y="11264230"/>
            <a:ext cx="120375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</a:rPr>
              <a:t>Define</a:t>
            </a:r>
            <a:r>
              <a:rPr lang="zh-CN" altLang="en-US" sz="4000" b="1" dirty="0">
                <a:solidFill>
                  <a:srgbClr val="FF0000"/>
                </a:solidFill>
              </a:rPr>
              <a:t> </a:t>
            </a:r>
            <a:r>
              <a:rPr lang="en-US" altLang="zh-CN" sz="4000" b="1" dirty="0">
                <a:solidFill>
                  <a:srgbClr val="FF0000"/>
                </a:solidFill>
              </a:rPr>
              <a:t>what</a:t>
            </a:r>
            <a:r>
              <a:rPr lang="zh-CN" altLang="en-US" sz="4000" b="1" dirty="0">
                <a:solidFill>
                  <a:srgbClr val="FF0000"/>
                </a:solidFill>
              </a:rPr>
              <a:t> </a:t>
            </a:r>
            <a:r>
              <a:rPr lang="en-US" altLang="zh-CN" sz="4000" b="1" dirty="0">
                <a:solidFill>
                  <a:srgbClr val="FF0000"/>
                </a:solidFill>
              </a:rPr>
              <a:t>an</a:t>
            </a:r>
            <a:r>
              <a:rPr lang="zh-CN" altLang="en-US" sz="4000" b="1" dirty="0">
                <a:solidFill>
                  <a:srgbClr val="FF0000"/>
                </a:solidFill>
              </a:rPr>
              <a:t> </a:t>
            </a:r>
            <a:r>
              <a:rPr lang="en-US" altLang="zh-CN" sz="4000" b="1" dirty="0">
                <a:solidFill>
                  <a:srgbClr val="FF0000"/>
                </a:solidFill>
              </a:rPr>
              <a:t>attacker</a:t>
            </a:r>
            <a:r>
              <a:rPr lang="zh-CN" altLang="en-US" sz="4000" b="1" dirty="0">
                <a:solidFill>
                  <a:srgbClr val="FF0000"/>
                </a:solidFill>
              </a:rPr>
              <a:t> </a:t>
            </a:r>
            <a:r>
              <a:rPr lang="en-US" altLang="zh-CN" sz="4000" b="1" dirty="0">
                <a:solidFill>
                  <a:srgbClr val="FF0000"/>
                </a:solidFill>
              </a:rPr>
              <a:t>can</a:t>
            </a:r>
            <a:r>
              <a:rPr lang="zh-CN" altLang="en-US" sz="4000" b="1" dirty="0">
                <a:solidFill>
                  <a:srgbClr val="FF0000"/>
                </a:solidFill>
              </a:rPr>
              <a:t> </a:t>
            </a:r>
            <a:r>
              <a:rPr lang="en-US" altLang="zh-CN" sz="4000" b="1" dirty="0">
                <a:solidFill>
                  <a:srgbClr val="FF0000"/>
                </a:solidFill>
              </a:rPr>
              <a:t>compute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4FC49E87-1FB7-FA6D-917E-B6035BD61010}"/>
              </a:ext>
            </a:extLst>
          </p:cNvPr>
          <p:cNvSpPr/>
          <p:nvPr/>
        </p:nvSpPr>
        <p:spPr>
          <a:xfrm>
            <a:off x="9317212" y="10111376"/>
            <a:ext cx="484632" cy="97840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>
            <a:extLst>
              <a:ext uri="{FF2B5EF4-FFF2-40B4-BE49-F238E27FC236}">
                <a16:creationId xmlns:a16="http://schemas.microsoft.com/office/drawing/2014/main" id="{1908EF5B-2D49-881A-1803-3C5A344E5D4A}"/>
              </a:ext>
            </a:extLst>
          </p:cNvPr>
          <p:cNvSpPr/>
          <p:nvPr/>
        </p:nvSpPr>
        <p:spPr>
          <a:xfrm>
            <a:off x="13853915" y="10111376"/>
            <a:ext cx="484632" cy="97840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76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6B782-2354-7132-CD52-F8078E8FF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302" y="4198411"/>
            <a:ext cx="20403396" cy="1111912"/>
          </a:xfrm>
        </p:spPr>
        <p:txBody>
          <a:bodyPr/>
          <a:lstStyle/>
          <a:p>
            <a:r>
              <a:rPr lang="en-US" sz="6600" dirty="0">
                <a:latin typeface="Calibri" panose="020F0502020204030204" pitchFamily="34" charset="0"/>
                <a:cs typeface="Calibri" panose="020F0502020204030204" pitchFamily="34" charset="0"/>
              </a:rPr>
              <a:t>Why</a:t>
            </a:r>
            <a:r>
              <a:rPr lang="zh-CN" altLang="en-US" sz="6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6600" dirty="0" err="1">
                <a:latin typeface="Calibri" panose="020F0502020204030204" pitchFamily="34" charset="0"/>
                <a:cs typeface="Calibri" panose="020F0502020204030204" pitchFamily="34" charset="0"/>
              </a:rPr>
              <a:t>ProVerif</a:t>
            </a:r>
            <a:r>
              <a:rPr lang="zh-CN" altLang="en-US" sz="6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6600" dirty="0">
                <a:latin typeface="Calibri" panose="020F0502020204030204" pitchFamily="34" charset="0"/>
                <a:cs typeface="Calibri" panose="020F0502020204030204" pitchFamily="34" charset="0"/>
              </a:rPr>
              <a:t>Needs</a:t>
            </a:r>
            <a:r>
              <a:rPr lang="zh-CN" altLang="en-US" sz="6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6600" dirty="0">
                <a:latin typeface="Calibri" panose="020F0502020204030204" pitchFamily="34" charset="0"/>
                <a:cs typeface="Calibri" panose="020F0502020204030204" pitchFamily="34" charset="0"/>
              </a:rPr>
              <a:t>Unification?</a:t>
            </a:r>
            <a:br>
              <a:rPr lang="en-US" altLang="zh-CN" sz="6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6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BCF0F0-EC57-1FAE-063C-891575A9741E}"/>
              </a:ext>
            </a:extLst>
          </p:cNvPr>
          <p:cNvGrpSpPr/>
          <p:nvPr/>
        </p:nvGrpSpPr>
        <p:grpSpPr>
          <a:xfrm>
            <a:off x="1473089" y="5655028"/>
            <a:ext cx="4815630" cy="6703237"/>
            <a:chOff x="1473089" y="5655028"/>
            <a:chExt cx="4815630" cy="670323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184C606-50F1-A83C-5C80-46B0955BCAB7}"/>
                </a:ext>
              </a:extLst>
            </p:cNvPr>
            <p:cNvGrpSpPr/>
            <p:nvPr/>
          </p:nvGrpSpPr>
          <p:grpSpPr>
            <a:xfrm>
              <a:off x="1473089" y="5655028"/>
              <a:ext cx="4587249" cy="6341900"/>
              <a:chOff x="1473089" y="5655028"/>
              <a:chExt cx="4587249" cy="6341900"/>
            </a:xfrm>
          </p:grpSpPr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05BDB560-F27B-5A54-5584-662978E01A72}"/>
                  </a:ext>
                </a:extLst>
              </p:cNvPr>
              <p:cNvSpPr/>
              <p:nvPr/>
            </p:nvSpPr>
            <p:spPr>
              <a:xfrm>
                <a:off x="1640550" y="5655028"/>
                <a:ext cx="4312453" cy="6341900"/>
              </a:xfrm>
              <a:prstGeom prst="roundRect">
                <a:avLst/>
              </a:prstGeom>
              <a:ln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Content Placeholder 5">
                    <a:extLst>
                      <a:ext uri="{FF2B5EF4-FFF2-40B4-BE49-F238E27FC236}">
                        <a16:creationId xmlns:a16="http://schemas.microsoft.com/office/drawing/2014/main" id="{3DF1D9D4-A0D1-A5A8-8E72-09E5ADA0AD2D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473089" y="7962694"/>
                    <a:ext cx="4587249" cy="1681178"/>
                  </a:xfrm>
                  <a:prstGeom prst="rect">
                    <a:avLst/>
                  </a:prstGeom>
                </p:spPr>
                <p:txBody>
                  <a:bodyPr vert="horz" lIns="0" tIns="0" rIns="0" bIns="0" rtlCol="0" anchor="t" anchorCtr="0">
                    <a:noAutofit/>
                  </a:bodyPr>
                  <a:lstStyle>
                    <a:lvl1pPr marL="0" indent="0" algn="l" defTabSz="1828800" rtl="0" eaLnBrk="1" latinLnBrk="0" hangingPunct="1">
                      <a:lnSpc>
                        <a:spcPct val="90000"/>
                      </a:lnSpc>
                      <a:spcBef>
                        <a:spcPts val="2000"/>
                      </a:spcBef>
                      <a:buFont typeface="Arial" panose="020B0604020202020204" pitchFamily="34" charset="0"/>
                      <a:buNone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55600" indent="-355600" algn="l" defTabSz="1828800" rtl="0" eaLnBrk="1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buFont typeface="Arial" panose="020B0604020202020204" pitchFamily="34" charset="0"/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723900" indent="-368300" algn="l" defTabSz="1828800" rtl="0" eaLnBrk="1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buFont typeface="Arial" panose="020B0604020202020204" pitchFamily="34" charset="0"/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79500" indent="-355600" algn="l" defTabSz="1828800" rtl="0" eaLnBrk="1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buFont typeface="Arial" panose="020B0604020202020204" pitchFamily="34" charset="0"/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435100" indent="-355600" algn="l" defTabSz="1828800" rtl="0" eaLnBrk="1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buFont typeface="Arial" panose="020B0604020202020204" pitchFamily="34" charset="0"/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5029200" indent="-457200" algn="l" defTabSz="18288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Char char="•"/>
                      <a:defRPr sz="3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5943600" indent="-457200" algn="l" defTabSz="18288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Char char="•"/>
                      <a:defRPr sz="3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6858000" indent="-457200" algn="l" defTabSz="18288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Char char="•"/>
                      <a:defRPr sz="3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7772400" indent="-457200" algn="l" defTabSz="18288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Char char="•"/>
                      <a:defRPr sz="3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8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𝑡𝑡𝑎𝑐𝑘𝑒𝑟</m:t>
                          </m:r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𝑒𝑛𝑐</m:t>
                              </m:r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𝑎𝑡𝑡𝑎𝑐𝑘𝑒𝑟</m:t>
                          </m:r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⟹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𝑎𝑡𝑡𝑎𝑐𝑘𝑒𝑟</m:t>
                          </m:r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oMath>
                      </m:oMathPara>
                    </a14:m>
                    <a:endParaRPr lang="en-GB" sz="2800" b="0" dirty="0"/>
                  </a:p>
                  <a:p>
                    <a:r>
                      <a:rPr lang="en-GB" sz="2800" b="0" dirty="0"/>
                      <a:t> </a:t>
                    </a:r>
                  </a:p>
                  <a:p>
                    <a:endParaRPr lang="en-US" sz="2800" dirty="0"/>
                  </a:p>
                  <a:p>
                    <a:endParaRPr lang="en-GB" altLang="zh-CN" sz="2800" dirty="0"/>
                  </a:p>
                  <a:p>
                    <a:endParaRPr lang="en-GB" altLang="zh-CN" sz="2800" b="0" i="1" dirty="0">
                      <a:latin typeface="Cambria Math" panose="02040503050406030204" pitchFamily="18" charset="0"/>
                    </a:endParaRPr>
                  </a:p>
                  <a:p>
                    <a:endParaRPr lang="en-GB" altLang="zh-CN" sz="2800" b="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80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GB" altLang="zh-CN" sz="2800" b="0" i="1" dirty="0">
                      <a:latin typeface="Cambria Math" panose="02040503050406030204" pitchFamily="18" charset="0"/>
                    </a:endParaRPr>
                  </a:p>
                  <a:p>
                    <a:r>
                      <a:rPr lang="en-GB" altLang="zh-CN" sz="2800" dirty="0"/>
                      <a:t>			</a:t>
                    </a:r>
                  </a:p>
                  <a:p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9" name="Content Placeholder 5">
                    <a:extLst>
                      <a:ext uri="{FF2B5EF4-FFF2-40B4-BE49-F238E27FC236}">
                        <a16:creationId xmlns:a16="http://schemas.microsoft.com/office/drawing/2014/main" id="{3DF1D9D4-A0D1-A5A8-8E72-09E5ADA0AD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73089" y="7962694"/>
                    <a:ext cx="4587249" cy="168117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1910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243569-3F90-87D6-B189-047A487CA0B2}"/>
                  </a:ext>
                </a:extLst>
              </p:cNvPr>
              <p:cNvSpPr txBox="1"/>
              <p:nvPr/>
            </p:nvSpPr>
            <p:spPr>
              <a:xfrm>
                <a:off x="1981116" y="6142328"/>
                <a:ext cx="37487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600" b="1" dirty="0"/>
                  <a:t>Rules</a:t>
                </a:r>
                <a:r>
                  <a:rPr lang="zh-CN" altLang="en-US" sz="3600" b="1" dirty="0"/>
                  <a:t> </a:t>
                </a:r>
                <a:r>
                  <a:rPr lang="en-US" altLang="zh-CN" sz="3600" b="1" dirty="0"/>
                  <a:t>in</a:t>
                </a:r>
                <a:r>
                  <a:rPr lang="zh-CN" altLang="en-US" sz="3600" b="1" dirty="0"/>
                  <a:t> </a:t>
                </a:r>
                <a:r>
                  <a:rPr lang="en-US" altLang="zh-CN" sz="3600" b="1" dirty="0" err="1"/>
                  <a:t>ProVerif</a:t>
                </a:r>
                <a:endParaRPr lang="en-US" sz="3600" b="1" dirty="0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DC45AD2-575E-0402-EA7B-09C090B447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93740" y="7260336"/>
                <a:ext cx="2460570" cy="0"/>
              </a:xfrm>
              <a:prstGeom prst="line">
                <a:avLst/>
              </a:prstGeom>
              <a:ln w="3810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A29E247-F54F-2733-7615-F122975F77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93740" y="9888225"/>
                <a:ext cx="2460570" cy="0"/>
              </a:xfrm>
              <a:prstGeom prst="line">
                <a:avLst/>
              </a:prstGeom>
              <a:ln w="3810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219D939-42D3-A903-3487-CE0016DF17B5}"/>
                </a:ext>
              </a:extLst>
            </p:cNvPr>
            <p:cNvSpPr txBox="1"/>
            <p:nvPr/>
          </p:nvSpPr>
          <p:spPr>
            <a:xfrm>
              <a:off x="2535307" y="10542383"/>
              <a:ext cx="3753412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Horn</a:t>
              </a:r>
              <a:r>
                <a:rPr lang="zh-CN" altLang="en-US" sz="2800" dirty="0"/>
                <a:t> </a:t>
              </a:r>
              <a:r>
                <a:rPr lang="en-US" altLang="zh-CN" sz="2800" dirty="0"/>
                <a:t>clauses</a:t>
              </a:r>
              <a:endParaRPr lang="en-GB" altLang="zh-CN" sz="2800" i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endParaRPr lang="en-GB" altLang="zh-CN" sz="2800" i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endParaRPr lang="en-GB" altLang="zh-CN" sz="2800" i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endParaRPr lang="en-US" sz="28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146C974-2C7E-986E-EB08-2B99F141CBCD}"/>
              </a:ext>
            </a:extLst>
          </p:cNvPr>
          <p:cNvGrpSpPr/>
          <p:nvPr/>
        </p:nvGrpSpPr>
        <p:grpSpPr>
          <a:xfrm>
            <a:off x="6301104" y="5655028"/>
            <a:ext cx="5865451" cy="6341900"/>
            <a:chOff x="6301104" y="5655028"/>
            <a:chExt cx="5865451" cy="6341900"/>
          </a:xfrm>
        </p:grpSpPr>
        <p:sp>
          <p:nvSpPr>
            <p:cNvPr id="26" name="Right Arrow 25">
              <a:extLst>
                <a:ext uri="{FF2B5EF4-FFF2-40B4-BE49-F238E27FC236}">
                  <a16:creationId xmlns:a16="http://schemas.microsoft.com/office/drawing/2014/main" id="{54E358D6-2B9B-13DD-F7E0-1592641E3A97}"/>
                </a:ext>
              </a:extLst>
            </p:cNvPr>
            <p:cNvSpPr/>
            <p:nvPr/>
          </p:nvSpPr>
          <p:spPr>
            <a:xfrm>
              <a:off x="6301104" y="8311122"/>
              <a:ext cx="822960" cy="34747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70EC50F-737A-9DBE-75EA-6EBF6FE99657}"/>
                </a:ext>
              </a:extLst>
            </p:cNvPr>
            <p:cNvGrpSpPr/>
            <p:nvPr/>
          </p:nvGrpSpPr>
          <p:grpSpPr>
            <a:xfrm>
              <a:off x="7346321" y="5655028"/>
              <a:ext cx="4820234" cy="6341900"/>
              <a:chOff x="7346321" y="5655028"/>
              <a:chExt cx="4820234" cy="6341900"/>
            </a:xfrm>
          </p:grpSpPr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02DD05A0-180A-21B9-506F-8A8FF704AD4D}"/>
                  </a:ext>
                </a:extLst>
              </p:cNvPr>
              <p:cNvSpPr/>
              <p:nvPr/>
            </p:nvSpPr>
            <p:spPr>
              <a:xfrm>
                <a:off x="7346321" y="5655028"/>
                <a:ext cx="4312453" cy="6341900"/>
              </a:xfrm>
              <a:prstGeom prst="roundRect">
                <a:avLst/>
              </a:prstGeom>
              <a:ln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FD046F2-EC39-740A-7A47-45AEAEE89F93}"/>
                  </a:ext>
                </a:extLst>
              </p:cNvPr>
              <p:cNvSpPr txBox="1"/>
              <p:nvPr/>
            </p:nvSpPr>
            <p:spPr>
              <a:xfrm>
                <a:off x="8417780" y="6128978"/>
                <a:ext cx="37487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/>
                  <a:t>Attacker</a:t>
                </a:r>
                <a:endParaRPr lang="en-US" sz="3600" b="1" dirty="0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1CBCD8E8-D8CE-752D-0016-7CC5D2E944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2262" y="7260336"/>
                <a:ext cx="2460570" cy="0"/>
              </a:xfrm>
              <a:prstGeom prst="line">
                <a:avLst/>
              </a:prstGeom>
              <a:ln w="3810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E419C20B-7AF1-584B-BF83-D9E9D19D27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9217" y="9876033"/>
                <a:ext cx="2460570" cy="0"/>
              </a:xfrm>
              <a:prstGeom prst="line">
                <a:avLst/>
              </a:prstGeom>
              <a:ln w="3810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D428B8D7-8011-6A81-564B-048D7DD9883E}"/>
                      </a:ext>
                    </a:extLst>
                  </p:cNvPr>
                  <p:cNvSpPr txBox="1"/>
                  <p:nvPr/>
                </p:nvSpPr>
                <p:spPr>
                  <a:xfrm>
                    <a:off x="7878934" y="7962694"/>
                    <a:ext cx="3306924" cy="21483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𝑎𝑡𝑡𝑎𝑐𝑘𝑒𝑟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𝑒𝑛𝑐</m:t>
                              </m:r>
                              <m:d>
                                <m:d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en-GB" altLang="zh-CN" sz="280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𝑎𝑡𝑡𝑎𝑐𝑘𝑒𝑟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oMath>
                      </m:oMathPara>
                    </a14:m>
                    <a:endParaRPr lang="en-GB" altLang="zh-CN" sz="2800" b="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endParaRPr lang="en-GB" altLang="zh-CN" sz="280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endParaRPr lang="en-GB" altLang="zh-CN" sz="280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endParaRPr lang="en-US" dirty="0"/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D428B8D7-8011-6A81-564B-048D7DD988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78934" y="7962694"/>
                    <a:ext cx="3306924" cy="214834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8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5" name="Graphic 4" descr="SVG &gt; mal enfer Satan diable - Image et icône SVG gratuite. | SVG Silh">
                <a:extLst>
                  <a:ext uri="{FF2B5EF4-FFF2-40B4-BE49-F238E27FC236}">
                    <a16:creationId xmlns:a16="http://schemas.microsoft.com/office/drawing/2014/main" id="{C5F15E75-92B4-509F-5F5C-CFA1DF738D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8810925" y="10208967"/>
                <a:ext cx="1317153" cy="1322318"/>
              </a:xfrm>
              <a:prstGeom prst="rect">
                <a:avLst/>
              </a:prstGeom>
            </p:spPr>
          </p:pic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55ED6A-0F62-88C1-882B-45FA97E2A04B}"/>
              </a:ext>
            </a:extLst>
          </p:cNvPr>
          <p:cNvGrpSpPr/>
          <p:nvPr/>
        </p:nvGrpSpPr>
        <p:grpSpPr>
          <a:xfrm>
            <a:off x="11976480" y="5642836"/>
            <a:ext cx="5597645" cy="7070342"/>
            <a:chOff x="11976480" y="5642836"/>
            <a:chExt cx="5597645" cy="7070342"/>
          </a:xfrm>
        </p:grpSpPr>
        <p:sp>
          <p:nvSpPr>
            <p:cNvPr id="39" name="Right Arrow 38">
              <a:extLst>
                <a:ext uri="{FF2B5EF4-FFF2-40B4-BE49-F238E27FC236}">
                  <a16:creationId xmlns:a16="http://schemas.microsoft.com/office/drawing/2014/main" id="{87A151CE-0F9A-60B3-8926-2DB39EA32CB0}"/>
                </a:ext>
              </a:extLst>
            </p:cNvPr>
            <p:cNvSpPr/>
            <p:nvPr/>
          </p:nvSpPr>
          <p:spPr>
            <a:xfrm>
              <a:off x="11976480" y="8298930"/>
              <a:ext cx="822960" cy="34747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0712FAF-E1EB-63E5-C7CF-BED2249A3639}"/>
                </a:ext>
              </a:extLst>
            </p:cNvPr>
            <p:cNvGrpSpPr/>
            <p:nvPr/>
          </p:nvGrpSpPr>
          <p:grpSpPr>
            <a:xfrm>
              <a:off x="13021697" y="5642836"/>
              <a:ext cx="4552428" cy="7070342"/>
              <a:chOff x="13021697" y="5642836"/>
              <a:chExt cx="4552428" cy="7070342"/>
            </a:xfrm>
          </p:grpSpPr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02F5D05C-6547-F1F6-A910-FD8BB5D013C4}"/>
                  </a:ext>
                </a:extLst>
              </p:cNvPr>
              <p:cNvSpPr/>
              <p:nvPr/>
            </p:nvSpPr>
            <p:spPr>
              <a:xfrm>
                <a:off x="13021697" y="5642836"/>
                <a:ext cx="4312453" cy="6341900"/>
              </a:xfrm>
              <a:prstGeom prst="roundRect">
                <a:avLst/>
              </a:prstGeom>
              <a:ln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altLang="zh-C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GB" altLang="zh-CN" dirty="0">
                  <a:ea typeface="Cambria Math" panose="02040503050406030204" pitchFamily="18" charset="0"/>
                </a:endParaRPr>
              </a:p>
              <a:p>
                <a:pPr algn="ctr"/>
                <a:endParaRPr lang="en-US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9835CE9-A658-6FF1-EA05-8C38BA2C44AC}"/>
                  </a:ext>
                </a:extLst>
              </p:cNvPr>
              <p:cNvSpPr txBox="1"/>
              <p:nvPr/>
            </p:nvSpPr>
            <p:spPr>
              <a:xfrm>
                <a:off x="13825350" y="6103254"/>
                <a:ext cx="37487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solidFill>
                      <a:srgbClr val="FF0000"/>
                    </a:solidFill>
                  </a:rPr>
                  <a:t>Unification</a:t>
                </a:r>
                <a:endParaRPr lang="en-US" sz="36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D0E240E0-4447-EA19-2028-58EAD5FDF3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947638" y="7248144"/>
                <a:ext cx="2460570" cy="0"/>
              </a:xfrm>
              <a:prstGeom prst="line">
                <a:avLst/>
              </a:prstGeom>
              <a:ln w="3810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95ED8511-9FC8-EDDA-7F72-ED2DA8A932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947638" y="9900417"/>
                <a:ext cx="2460570" cy="0"/>
              </a:xfrm>
              <a:prstGeom prst="line">
                <a:avLst/>
              </a:prstGeom>
              <a:ln w="3810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D824D52F-E659-E7B2-6068-0A70E51D1ED7}"/>
                      </a:ext>
                    </a:extLst>
                  </p:cNvPr>
                  <p:cNvSpPr txBox="1"/>
                  <p:nvPr/>
                </p:nvSpPr>
                <p:spPr>
                  <a:xfrm>
                    <a:off x="13363507" y="10620297"/>
                    <a:ext cx="3628831" cy="20928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{</m:t>
                          </m:r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lit/>
                            </m:r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en-GB" altLang="zh-CN" sz="2800" b="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endParaRPr lang="en-GB" altLang="zh-CN" sz="2800" b="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endParaRPr lang="en-GB" altLang="zh-CN" sz="280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endParaRPr lang="en-GB" altLang="zh-CN" sz="280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endParaRPr lang="en-US" dirty="0"/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D824D52F-E659-E7B2-6068-0A70E51D1E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363507" y="10620297"/>
                    <a:ext cx="3628831" cy="209288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45BFA335-2221-E59E-BCB5-C56EE6389229}"/>
                      </a:ext>
                    </a:extLst>
                  </p:cNvPr>
                  <p:cNvSpPr txBox="1"/>
                  <p:nvPr/>
                </p:nvSpPr>
                <p:spPr>
                  <a:xfrm>
                    <a:off x="13520913" y="7588006"/>
                    <a:ext cx="3017898" cy="26247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𝑎𝑡𝑡𝑎𝑐𝑘𝑒𝑟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𝑒𝑛𝑐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GB" altLang="zh-CN" sz="280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𝑎𝑡𝑡𝑎𝑐𝑘𝑒𝑟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𝑒𝑛𝑐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GB" altLang="zh-CN" sz="280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 algn="ctr"/>
                    <a:endParaRPr lang="en-GB" altLang="zh-CN" sz="280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𝑎𝑡𝑡𝑎𝑐𝑘𝑒𝑟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GB" altLang="zh-CN" sz="280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𝑎𝑡𝑡𝑎𝑐𝑘𝑒𝑟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GB" altLang="zh-CN" sz="280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endParaRPr lang="en-US" dirty="0"/>
                  </a:p>
                </p:txBody>
              </p:sp>
            </mc:Choice>
            <mc:Fallback xmlns="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45BFA335-2221-E59E-BCB5-C56EE63892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520913" y="7588006"/>
                    <a:ext cx="3017898" cy="262475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255" r="-2636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7486B37-9D2A-A24A-8C7E-9AC5FD1550B9}"/>
              </a:ext>
            </a:extLst>
          </p:cNvPr>
          <p:cNvGrpSpPr/>
          <p:nvPr/>
        </p:nvGrpSpPr>
        <p:grpSpPr>
          <a:xfrm>
            <a:off x="17574125" y="5655028"/>
            <a:ext cx="6121760" cy="6341900"/>
            <a:chOff x="17574125" y="5655028"/>
            <a:chExt cx="6121760" cy="6341900"/>
          </a:xfrm>
        </p:grpSpPr>
        <p:sp>
          <p:nvSpPr>
            <p:cNvPr id="48" name="Right Arrow 47">
              <a:extLst>
                <a:ext uri="{FF2B5EF4-FFF2-40B4-BE49-F238E27FC236}">
                  <a16:creationId xmlns:a16="http://schemas.microsoft.com/office/drawing/2014/main" id="{65E49237-0B72-ABE4-1571-8B39ED5CDB97}"/>
                </a:ext>
              </a:extLst>
            </p:cNvPr>
            <p:cNvSpPr/>
            <p:nvPr/>
          </p:nvSpPr>
          <p:spPr>
            <a:xfrm>
              <a:off x="17574125" y="8311122"/>
              <a:ext cx="822960" cy="34747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5681A82-A9EC-6D2B-62C9-F5280147A7A1}"/>
                </a:ext>
              </a:extLst>
            </p:cNvPr>
            <p:cNvGrpSpPr/>
            <p:nvPr/>
          </p:nvGrpSpPr>
          <p:grpSpPr>
            <a:xfrm>
              <a:off x="18619342" y="5655028"/>
              <a:ext cx="5076543" cy="6341900"/>
              <a:chOff x="18619342" y="5655028"/>
              <a:chExt cx="5076543" cy="6341900"/>
            </a:xfrm>
          </p:grpSpPr>
          <p:sp>
            <p:nvSpPr>
              <p:cNvPr id="49" name="Rounded Rectangle 48">
                <a:extLst>
                  <a:ext uri="{FF2B5EF4-FFF2-40B4-BE49-F238E27FC236}">
                    <a16:creationId xmlns:a16="http://schemas.microsoft.com/office/drawing/2014/main" id="{B7945F34-9243-D1B3-F6B5-8006326D88F0}"/>
                  </a:ext>
                </a:extLst>
              </p:cNvPr>
              <p:cNvSpPr/>
              <p:nvPr/>
            </p:nvSpPr>
            <p:spPr>
              <a:xfrm>
                <a:off x="18619342" y="5655028"/>
                <a:ext cx="4312453" cy="6341900"/>
              </a:xfrm>
              <a:prstGeom prst="roundRect">
                <a:avLst/>
              </a:prstGeom>
              <a:ln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760D3998-38BC-58A9-C6E2-E455EDB63A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45283" y="7260336"/>
                <a:ext cx="2460570" cy="0"/>
              </a:xfrm>
              <a:prstGeom prst="line">
                <a:avLst/>
              </a:prstGeom>
              <a:ln w="3810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0DCEEDC5-D711-3217-4610-DC3852C297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12238" y="9876033"/>
                <a:ext cx="2460570" cy="0"/>
              </a:xfrm>
              <a:prstGeom prst="line">
                <a:avLst/>
              </a:prstGeom>
              <a:ln w="3810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7798562E-10ED-2040-19A0-4F9190250A8B}"/>
                      </a:ext>
                    </a:extLst>
                  </p:cNvPr>
                  <p:cNvSpPr txBox="1"/>
                  <p:nvPr/>
                </p:nvSpPr>
                <p:spPr>
                  <a:xfrm>
                    <a:off x="19622985" y="8296772"/>
                    <a:ext cx="2460570" cy="17174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𝑎𝑡𝑡𝑎𝑐𝑘𝑒𝑟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</m:d>
                        </m:oMath>
                      </m:oMathPara>
                    </a14:m>
                    <a:endParaRPr lang="en-GB" altLang="zh-CN" sz="2800" b="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endParaRPr lang="en-GB" altLang="zh-CN" sz="280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endParaRPr lang="en-GB" altLang="zh-CN" sz="280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endParaRPr lang="en-US" dirty="0"/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7798562E-10ED-2040-19A0-4F9190250A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622985" y="8296772"/>
                    <a:ext cx="2460570" cy="1717458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C83ACFA-1592-BF79-8C8D-ADB94E70CC53}"/>
                  </a:ext>
                </a:extLst>
              </p:cNvPr>
              <p:cNvSpPr txBox="1"/>
              <p:nvPr/>
            </p:nvSpPr>
            <p:spPr>
              <a:xfrm>
                <a:off x="19947110" y="6142328"/>
                <a:ext cx="37487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/>
                  <a:t>R</a:t>
                </a:r>
                <a:r>
                  <a:rPr lang="en-US" altLang="zh-CN" sz="3600" b="1" dirty="0"/>
                  <a:t>esults</a:t>
                </a:r>
                <a:endParaRPr lang="en-US" sz="3600" b="1" dirty="0"/>
              </a:p>
            </p:txBody>
          </p: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76002F3C-4084-3617-2261-9A3AF51E24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016377" y="9966420"/>
                <a:ext cx="1673785" cy="1673785"/>
              </a:xfrm>
              <a:prstGeom prst="rect">
                <a:avLst/>
              </a:prstGeom>
            </p:spPr>
          </p:pic>
        </p:grp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BE544ACF-878D-48AA-FD45-4C442540A8F7}"/>
              </a:ext>
            </a:extLst>
          </p:cNvPr>
          <p:cNvSpPr txBox="1"/>
          <p:nvPr/>
        </p:nvSpPr>
        <p:spPr>
          <a:xfrm>
            <a:off x="2396707" y="4477279"/>
            <a:ext cx="199825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altLang="zh-CN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r>
              <a:rPr lang="zh-CN" altLang="en-US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of</a:t>
            </a:r>
            <a:r>
              <a:rPr lang="zh-CN" altLang="en-US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r>
              <a:rPr lang="en-US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</a:t>
            </a:r>
            <a:r>
              <a:rPr lang="zh-CN" altLang="en-US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r>
              <a:rPr lang="zh-CN" altLang="en-US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Unifier</a:t>
            </a:r>
            <a:r>
              <a:rPr lang="en-US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altLang="zh-CN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(MGUs)</a:t>
            </a:r>
            <a:r>
              <a:rPr lang="zh-CN" altLang="en-US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</a:t>
            </a:r>
            <a:r>
              <a:rPr lang="zh-CN" altLang="en-US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</a:t>
            </a:r>
            <a:r>
              <a:rPr lang="zh-CN" altLang="en-US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r>
              <a:rPr lang="zh-CN" altLang="en-US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r>
              <a:rPr lang="zh-CN" altLang="en-US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r>
              <a:rPr lang="zh-CN" altLang="en-US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r>
              <a:rPr lang="zh-CN" altLang="en-US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</a:t>
            </a:r>
            <a:r>
              <a:rPr lang="zh-CN" altLang="en-US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</a:t>
            </a:r>
            <a:r>
              <a:rPr lang="zh-CN" altLang="en-US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600" dirty="0" err="1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</a:t>
            </a:r>
            <a:r>
              <a:rPr lang="en-US" altLang="zh-CN" sz="36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81223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B4FAD-A0FB-242F-AF53-DE8F283B9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E022CF7-25D3-EE49-147A-AF7F3F9FF8BD}"/>
              </a:ext>
            </a:extLst>
          </p:cNvPr>
          <p:cNvSpPr/>
          <p:nvPr/>
        </p:nvSpPr>
        <p:spPr>
          <a:xfrm>
            <a:off x="2042886" y="4594324"/>
            <a:ext cx="5673200" cy="6138554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EEBF8F-3766-4238-81BB-F68AC0DFD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886" y="2947913"/>
            <a:ext cx="16668750" cy="2362510"/>
          </a:xfrm>
        </p:spPr>
        <p:txBody>
          <a:bodyPr/>
          <a:lstStyle/>
          <a:p>
            <a:r>
              <a:rPr lang="en-GB" sz="6600" dirty="0"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zh-CN" altLang="en-US" sz="6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6600" dirty="0">
                <a:latin typeface="Calibri" panose="020F0502020204030204" pitchFamily="34" charset="0"/>
                <a:cs typeface="Calibri" panose="020F0502020204030204" pitchFamily="34" charset="0"/>
              </a:rPr>
              <a:t>Syntactic</a:t>
            </a:r>
            <a:r>
              <a:rPr lang="zh-CN" altLang="en-US" sz="6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6600" dirty="0">
                <a:latin typeface="Calibri" panose="020F0502020204030204" pitchFamily="34" charset="0"/>
                <a:cs typeface="Calibri" panose="020F0502020204030204" pitchFamily="34" charset="0"/>
              </a:rPr>
              <a:t>Unification</a:t>
            </a:r>
            <a:r>
              <a:rPr lang="zh-CN" altLang="en-US" sz="6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66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zh-CN" altLang="en-US" sz="6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6600" dirty="0">
                <a:latin typeface="Calibri" panose="020F0502020204030204" pitchFamily="34" charset="0"/>
                <a:cs typeface="Calibri" panose="020F0502020204030204" pitchFamily="34" charset="0"/>
              </a:rPr>
              <a:t>E-Unification</a:t>
            </a:r>
            <a:br>
              <a:rPr lang="en-US" altLang="zh-CN" sz="6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GB" sz="6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5">
                <a:extLst>
                  <a:ext uri="{FF2B5EF4-FFF2-40B4-BE49-F238E27FC236}">
                    <a16:creationId xmlns:a16="http://schemas.microsoft.com/office/drawing/2014/main" id="{4697866B-06AF-B5F6-50C5-5B656B9276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48935" y="6930180"/>
                <a:ext cx="4474826" cy="1681178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marL="0" indent="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5600" indent="-355600" algn="l" defTabSz="18288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3900" indent="-368300" algn="l" defTabSz="18288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79500" indent="-355600" algn="l" defTabSz="18288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35100" indent="-355600" algn="l" defTabSz="18288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800" dirty="0"/>
                  <a:t>Goal: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find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-US" sz="2800" b="0" dirty="0"/>
                  <a:t> </a:t>
                </a:r>
                <a:r>
                  <a:rPr lang="en-US" altLang="zh-CN" sz="2800" b="0" dirty="0"/>
                  <a:t>such</a:t>
                </a:r>
                <a:r>
                  <a:rPr lang="zh-CN" altLang="en-US" sz="2800" b="0" dirty="0"/>
                  <a:t> </a:t>
                </a:r>
                <a:r>
                  <a:rPr lang="en-US" altLang="zh-CN" sz="2800" b="0" dirty="0"/>
                  <a:t>that</a:t>
                </a:r>
                <a:endParaRPr lang="en-GB" altLang="zh-CN" sz="2800" b="0" dirty="0"/>
              </a:p>
              <a:p>
                <a:r>
                  <a:rPr lang="zh-CN" altLang="en-US" sz="2800" dirty="0"/>
                  <a:t>              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GB" altLang="zh-CN" sz="2800" dirty="0"/>
              </a:p>
              <a:p>
                <a:endParaRPr lang="en-GB" altLang="zh-CN" sz="2800" dirty="0"/>
              </a:p>
              <a:p>
                <a:endParaRPr lang="en-GB" altLang="zh-CN" sz="2800" b="0" i="1" dirty="0">
                  <a:latin typeface="Cambria Math" panose="02040503050406030204" pitchFamily="18" charset="0"/>
                </a:endParaRPr>
              </a:p>
              <a:p>
                <a:endParaRPr lang="en-GB" altLang="zh-CN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altLang="zh-CN" sz="2800" b="0" i="1" dirty="0">
                  <a:latin typeface="Cambria Math" panose="02040503050406030204" pitchFamily="18" charset="0"/>
                </a:endParaRPr>
              </a:p>
              <a:p>
                <a:r>
                  <a:rPr lang="en-GB" altLang="zh-CN" sz="2800" dirty="0"/>
                  <a:t>			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9" name="Content Placeholder 5">
                <a:extLst>
                  <a:ext uri="{FF2B5EF4-FFF2-40B4-BE49-F238E27FC236}">
                    <a16:creationId xmlns:a16="http://schemas.microsoft.com/office/drawing/2014/main" id="{4697866B-06AF-B5F6-50C5-5B656B927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935" y="6930180"/>
                <a:ext cx="4474826" cy="1681178"/>
              </a:xfrm>
              <a:prstGeom prst="rect">
                <a:avLst/>
              </a:prstGeom>
              <a:blipFill>
                <a:blip r:embed="rId2"/>
                <a:stretch>
                  <a:fillRect l="-4816" t="-9701" b="-108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6A3E436-3F51-2A4B-9509-459A228940B7}"/>
              </a:ext>
            </a:extLst>
          </p:cNvPr>
          <p:cNvSpPr txBox="1"/>
          <p:nvPr/>
        </p:nvSpPr>
        <p:spPr>
          <a:xfrm>
            <a:off x="2648716" y="4955662"/>
            <a:ext cx="4931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Syntactic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unification</a:t>
            </a:r>
            <a:endParaRPr lang="en-US" sz="3600" b="1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7056E1-E4B6-BB2F-121C-0CE5FEA0B811}"/>
              </a:ext>
            </a:extLst>
          </p:cNvPr>
          <p:cNvCxnSpPr/>
          <p:nvPr/>
        </p:nvCxnSpPr>
        <p:spPr>
          <a:xfrm>
            <a:off x="3364992" y="6199632"/>
            <a:ext cx="3236976" cy="0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F096BB-9EFD-71CD-21D3-39264C8FD0EE}"/>
                  </a:ext>
                </a:extLst>
              </p:cNvPr>
              <p:cNvSpPr txBox="1"/>
              <p:nvPr/>
            </p:nvSpPr>
            <p:spPr>
              <a:xfrm>
                <a:off x="2648716" y="8941414"/>
                <a:ext cx="4937760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Example:</a:t>
                </a:r>
              </a:p>
              <a:p>
                <a:r>
                  <a:rPr lang="zh-CN" altLang="en-US" sz="2800" dirty="0"/>
                  <a:t> </a:t>
                </a:r>
                <a:r>
                  <a:rPr lang="en-GB" altLang="zh-CN" sz="2800" dirty="0"/>
                  <a:t>		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endParaRPr lang="en-GB" altLang="zh-CN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800" i="1" dirty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m:rPr>
                          <m:lit/>
                        </m:rPr>
                        <a:rPr lang="en-US" altLang="zh-CN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altLang="zh-CN" sz="2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altLang="zh-CN" sz="2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</a:p>
              <a:p>
                <a:endParaRPr lang="en-GB" altLang="zh-CN" sz="2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altLang="zh-CN" sz="2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F096BB-9EFD-71CD-21D3-39264C8F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716" y="8941414"/>
                <a:ext cx="4937760" cy="3108543"/>
              </a:xfrm>
              <a:prstGeom prst="rect">
                <a:avLst/>
              </a:prstGeom>
              <a:blipFill>
                <a:blip r:embed="rId3"/>
                <a:stretch>
                  <a:fillRect l="-2564" t="-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670AE16-9460-BBDA-BC2A-3F988F46CA88}"/>
              </a:ext>
            </a:extLst>
          </p:cNvPr>
          <p:cNvCxnSpPr/>
          <p:nvPr/>
        </p:nvCxnSpPr>
        <p:spPr>
          <a:xfrm>
            <a:off x="3346704" y="8583168"/>
            <a:ext cx="3236976" cy="0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6964AEC-55C0-2C58-2AF8-7C173BF15B5B}"/>
              </a:ext>
            </a:extLst>
          </p:cNvPr>
          <p:cNvSpPr/>
          <p:nvPr/>
        </p:nvSpPr>
        <p:spPr>
          <a:xfrm>
            <a:off x="9355400" y="4594324"/>
            <a:ext cx="5673200" cy="6138554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5">
                <a:extLst>
                  <a:ext uri="{FF2B5EF4-FFF2-40B4-BE49-F238E27FC236}">
                    <a16:creationId xmlns:a16="http://schemas.microsoft.com/office/drawing/2014/main" id="{1D0C6068-ECB0-2871-DE6D-3C98B24F30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09905" y="6892515"/>
                <a:ext cx="4834309" cy="1681178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marL="0" indent="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5600" indent="-355600" algn="l" defTabSz="18288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3900" indent="-368300" algn="l" defTabSz="18288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79500" indent="-355600" algn="l" defTabSz="18288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35100" indent="-355600" algn="l" defTabSz="18288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800" dirty="0"/>
                  <a:t>Terms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may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be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equal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modulo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an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equational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theory:</a:t>
                </a:r>
                <a:r>
                  <a:rPr lang="zh-CN" altLang="en-US" sz="2800" dirty="0"/>
                  <a:t> </a:t>
                </a:r>
                <a:endParaRPr lang="en-GB" altLang="zh-CN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𝑢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GB" altLang="zh-CN" sz="2800" dirty="0"/>
              </a:p>
              <a:p>
                <a:endParaRPr lang="en-GB" altLang="zh-CN" sz="2800" dirty="0"/>
              </a:p>
              <a:p>
                <a:endParaRPr lang="en-GB" altLang="zh-CN" sz="2800" b="0" i="1" dirty="0">
                  <a:latin typeface="Cambria Math" panose="02040503050406030204" pitchFamily="18" charset="0"/>
                </a:endParaRPr>
              </a:p>
              <a:p>
                <a:endParaRPr lang="en-GB" altLang="zh-CN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altLang="zh-CN" sz="2800" b="0" i="1" dirty="0">
                  <a:latin typeface="Cambria Math" panose="02040503050406030204" pitchFamily="18" charset="0"/>
                </a:endParaRPr>
              </a:p>
              <a:p>
                <a:r>
                  <a:rPr lang="en-GB" altLang="zh-CN" sz="2800" dirty="0"/>
                  <a:t>			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29" name="Content Placeholder 5">
                <a:extLst>
                  <a:ext uri="{FF2B5EF4-FFF2-40B4-BE49-F238E27FC236}">
                    <a16:creationId xmlns:a16="http://schemas.microsoft.com/office/drawing/2014/main" id="{1D0C6068-ECB0-2871-DE6D-3C98B24F3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9905" y="6892515"/>
                <a:ext cx="4834309" cy="1681178"/>
              </a:xfrm>
              <a:prstGeom prst="rect">
                <a:avLst/>
              </a:prstGeom>
              <a:blipFill>
                <a:blip r:embed="rId4"/>
                <a:stretch>
                  <a:fillRect l="-4724" t="-9774" b="-117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1101FCEC-F386-C9B5-671B-D66CE991737A}"/>
              </a:ext>
            </a:extLst>
          </p:cNvPr>
          <p:cNvSpPr txBox="1"/>
          <p:nvPr/>
        </p:nvSpPr>
        <p:spPr>
          <a:xfrm>
            <a:off x="9961230" y="4955662"/>
            <a:ext cx="4931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Equivalence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relation</a:t>
            </a:r>
            <a:endParaRPr lang="en-US" sz="3600" b="1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B8B62C9-5437-465D-0EBC-465F8B083E37}"/>
              </a:ext>
            </a:extLst>
          </p:cNvPr>
          <p:cNvCxnSpPr/>
          <p:nvPr/>
        </p:nvCxnSpPr>
        <p:spPr>
          <a:xfrm>
            <a:off x="10677506" y="6199632"/>
            <a:ext cx="3236976" cy="0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78E68F6-0729-1B1D-D199-37756FE3E852}"/>
                  </a:ext>
                </a:extLst>
              </p:cNvPr>
              <p:cNvSpPr txBox="1"/>
              <p:nvPr/>
            </p:nvSpPr>
            <p:spPr>
              <a:xfrm>
                <a:off x="9961230" y="8941414"/>
                <a:ext cx="493776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𝑋𝑂𝑅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altLang="zh-CN" sz="2800" dirty="0"/>
              </a:p>
              <a:p>
                <a:endParaRPr lang="en-GB" altLang="zh-CN" sz="2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altLang="zh-CN" sz="2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78E68F6-0729-1B1D-D199-37756FE3E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1230" y="8941414"/>
                <a:ext cx="4937760" cy="2246769"/>
              </a:xfrm>
              <a:prstGeom prst="rect">
                <a:avLst/>
              </a:prstGeom>
              <a:blipFill>
                <a:blip r:embed="rId5"/>
                <a:stretch>
                  <a:fillRect l="-2564" t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7FB006C-61E2-FF6B-1264-19BFFD224B72}"/>
              </a:ext>
            </a:extLst>
          </p:cNvPr>
          <p:cNvCxnSpPr/>
          <p:nvPr/>
        </p:nvCxnSpPr>
        <p:spPr>
          <a:xfrm>
            <a:off x="10659218" y="8583168"/>
            <a:ext cx="3236976" cy="0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15161FA-0F30-A664-A3AE-2CE664B0E320}"/>
              </a:ext>
            </a:extLst>
          </p:cNvPr>
          <p:cNvSpPr/>
          <p:nvPr/>
        </p:nvSpPr>
        <p:spPr>
          <a:xfrm>
            <a:off x="16667914" y="4594324"/>
            <a:ext cx="5673200" cy="6138554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ontent Placeholder 5">
                <a:extLst>
                  <a:ext uri="{FF2B5EF4-FFF2-40B4-BE49-F238E27FC236}">
                    <a16:creationId xmlns:a16="http://schemas.microsoft.com/office/drawing/2014/main" id="{F9A7ED0C-6C0F-55FA-2A17-8AD812A307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322419" y="6892515"/>
                <a:ext cx="4834309" cy="1681178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marL="0" indent="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55600" indent="-355600" algn="l" defTabSz="18288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3900" indent="-368300" algn="l" defTabSz="18288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79500" indent="-355600" algn="l" defTabSz="18288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35100" indent="-355600" algn="l" defTabSz="18288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800" dirty="0"/>
                  <a:t>Goal: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find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a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such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that</a:t>
                </a:r>
                <a:endParaRPr lang="en-GB" altLang="zh-CN" sz="2800" dirty="0"/>
              </a:p>
              <a:p>
                <a:r>
                  <a:rPr lang="zh-CN" altLang="en-US" sz="2800" dirty="0"/>
                  <a:t>              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𝜎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GB" altLang="zh-CN" sz="2800" dirty="0"/>
              </a:p>
              <a:p>
                <a:endParaRPr lang="en-GB" altLang="zh-CN" sz="2800" dirty="0"/>
              </a:p>
              <a:p>
                <a:endParaRPr lang="en-GB" altLang="zh-CN" sz="2800" dirty="0"/>
              </a:p>
              <a:p>
                <a:endParaRPr lang="en-GB" altLang="zh-CN" sz="2800" b="0" i="1" dirty="0">
                  <a:latin typeface="Cambria Math" panose="02040503050406030204" pitchFamily="18" charset="0"/>
                </a:endParaRPr>
              </a:p>
              <a:p>
                <a:endParaRPr lang="en-GB" altLang="zh-CN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altLang="zh-CN" sz="2800" b="0" i="1" dirty="0">
                  <a:latin typeface="Cambria Math" panose="02040503050406030204" pitchFamily="18" charset="0"/>
                </a:endParaRPr>
              </a:p>
              <a:p>
                <a:r>
                  <a:rPr lang="en-GB" altLang="zh-CN" sz="2800" dirty="0"/>
                  <a:t>			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5" name="Content Placeholder 5">
                <a:extLst>
                  <a:ext uri="{FF2B5EF4-FFF2-40B4-BE49-F238E27FC236}">
                    <a16:creationId xmlns:a16="http://schemas.microsoft.com/office/drawing/2014/main" id="{F9A7ED0C-6C0F-55FA-2A17-8AD812A30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2419" y="6892515"/>
                <a:ext cx="4834309" cy="1681178"/>
              </a:xfrm>
              <a:prstGeom prst="rect">
                <a:avLst/>
              </a:prstGeom>
              <a:blipFill>
                <a:blip r:embed="rId6"/>
                <a:stretch>
                  <a:fillRect l="-4724" t="-9774" b="-14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CDF0233F-08DA-CAF2-1976-AF82D12E9F78}"/>
              </a:ext>
            </a:extLst>
          </p:cNvPr>
          <p:cNvSpPr txBox="1"/>
          <p:nvPr/>
        </p:nvSpPr>
        <p:spPr>
          <a:xfrm>
            <a:off x="17990020" y="5005545"/>
            <a:ext cx="4931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E-Unification</a:t>
            </a:r>
            <a:endParaRPr lang="en-US" sz="3600" b="1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3C3C60D-F53A-F98A-C9C6-657CB6DE6FEC}"/>
              </a:ext>
            </a:extLst>
          </p:cNvPr>
          <p:cNvCxnSpPr/>
          <p:nvPr/>
        </p:nvCxnSpPr>
        <p:spPr>
          <a:xfrm>
            <a:off x="17990020" y="6199632"/>
            <a:ext cx="3236976" cy="0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ADC805F-6657-A4A3-4879-C814813F223E}"/>
                  </a:ext>
                </a:extLst>
              </p:cNvPr>
              <p:cNvSpPr txBox="1"/>
              <p:nvPr/>
            </p:nvSpPr>
            <p:spPr>
              <a:xfrm>
                <a:off x="17273744" y="8941414"/>
                <a:ext cx="4937760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𝜎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𝑋𝑂𝑅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altLang="zh-CN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dirty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80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800" dirty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800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altLang="zh-CN" sz="280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𝑧</m:t>
                      </m:r>
                      <m:r>
                        <m:rPr>
                          <m:lit/>
                        </m:rPr>
                        <a:rPr lang="en-US" altLang="zh-CN" sz="280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altLang="zh-CN" sz="2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ADC805F-6657-A4A3-4879-C814813F2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3744" y="8941414"/>
                <a:ext cx="4937760" cy="1815882"/>
              </a:xfrm>
              <a:prstGeom prst="rect">
                <a:avLst/>
              </a:prstGeom>
              <a:blipFill>
                <a:blip r:embed="rId7"/>
                <a:stretch>
                  <a:fillRect l="-2564" t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B4E86EE-4DAE-466E-7BC7-54800507B80E}"/>
              </a:ext>
            </a:extLst>
          </p:cNvPr>
          <p:cNvCxnSpPr/>
          <p:nvPr/>
        </p:nvCxnSpPr>
        <p:spPr>
          <a:xfrm>
            <a:off x="17971732" y="8583168"/>
            <a:ext cx="3236976" cy="0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Right Arrow 39">
            <a:extLst>
              <a:ext uri="{FF2B5EF4-FFF2-40B4-BE49-F238E27FC236}">
                <a16:creationId xmlns:a16="http://schemas.microsoft.com/office/drawing/2014/main" id="{74531AEB-ED2A-F470-1722-13872B21A61A}"/>
              </a:ext>
            </a:extLst>
          </p:cNvPr>
          <p:cNvSpPr/>
          <p:nvPr/>
        </p:nvSpPr>
        <p:spPr>
          <a:xfrm>
            <a:off x="8124263" y="7306056"/>
            <a:ext cx="822960" cy="34747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4EDC87F2-2509-8DBE-6287-7FC7D29A5552}"/>
              </a:ext>
            </a:extLst>
          </p:cNvPr>
          <p:cNvSpPr/>
          <p:nvPr/>
        </p:nvSpPr>
        <p:spPr>
          <a:xfrm>
            <a:off x="15436777" y="7415784"/>
            <a:ext cx="822960" cy="34747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A218AA13-F627-898D-8EDC-286E08E9A448}"/>
              </a:ext>
            </a:extLst>
          </p:cNvPr>
          <p:cNvSpPr/>
          <p:nvPr/>
        </p:nvSpPr>
        <p:spPr>
          <a:xfrm>
            <a:off x="4832470" y="11437389"/>
            <a:ext cx="14516234" cy="964885"/>
          </a:xfrm>
          <a:prstGeom prst="roundRect">
            <a:avLst>
              <a:gd name="adj" fmla="val 21429"/>
            </a:avLst>
          </a:prstGeom>
          <a:solidFill>
            <a:srgbClr val="E43D30"/>
          </a:solidFill>
          <a:ln w="12700">
            <a:solidFill>
              <a:srgbClr val="E43D30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0B195894-3CCB-37A8-9F4B-B731200EC9EA}"/>
              </a:ext>
            </a:extLst>
          </p:cNvPr>
          <p:cNvSpPr/>
          <p:nvPr/>
        </p:nvSpPr>
        <p:spPr>
          <a:xfrm>
            <a:off x="4373232" y="11516082"/>
            <a:ext cx="14516234" cy="1463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r>
              <a:rPr lang="en-US" altLang="zh-CN" sz="3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:</a:t>
            </a:r>
            <a:r>
              <a:rPr lang="zh-CN" altLang="en-US" sz="3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zh-CN" sz="3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E-unification</a:t>
            </a:r>
            <a:r>
              <a:rPr lang="zh-CN" altLang="en-US" sz="3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is usually undecidable.</a:t>
            </a:r>
          </a:p>
          <a:p>
            <a:pPr marL="0" indent="0" algn="ctr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2318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2AD8-1EEB-ABAC-F8EF-BB9694908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978" y="3005764"/>
            <a:ext cx="16668750" cy="2362510"/>
          </a:xfrm>
        </p:spPr>
        <p:txBody>
          <a:bodyPr/>
          <a:lstStyle/>
          <a:p>
            <a:r>
              <a:rPr lang="en-US" sz="6600" dirty="0">
                <a:latin typeface="Calibri" panose="020F0502020204030204" pitchFamily="34" charset="0"/>
                <a:cs typeface="Calibri" panose="020F0502020204030204" pitchFamily="34" charset="0"/>
              </a:rPr>
              <a:t>Capability Boundary of </a:t>
            </a:r>
            <a:r>
              <a:rPr lang="en-US" sz="6600" dirty="0" err="1">
                <a:latin typeface="Calibri" panose="020F0502020204030204" pitchFamily="34" charset="0"/>
                <a:cs typeface="Calibri" panose="020F0502020204030204" pitchFamily="34" charset="0"/>
              </a:rPr>
              <a:t>ProVerif</a:t>
            </a:r>
            <a:br>
              <a:rPr lang="en-US" sz="6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6600" dirty="0"/>
          </a:p>
        </p:txBody>
      </p:sp>
      <p:sp>
        <p:nvSpPr>
          <p:cNvPr id="178" name="Shape 2">
            <a:extLst>
              <a:ext uri="{FF2B5EF4-FFF2-40B4-BE49-F238E27FC236}">
                <a16:creationId xmlns:a16="http://schemas.microsoft.com/office/drawing/2014/main" id="{A5E7BF8C-3C83-6AE7-A3BD-AF831A17BFE5}"/>
              </a:ext>
            </a:extLst>
          </p:cNvPr>
          <p:cNvSpPr/>
          <p:nvPr/>
        </p:nvSpPr>
        <p:spPr>
          <a:xfrm>
            <a:off x="2101723" y="5650539"/>
            <a:ext cx="6220514" cy="3868147"/>
          </a:xfrm>
          <a:prstGeom prst="roundRect">
            <a:avLst>
              <a:gd name="adj" fmla="val 4074"/>
            </a:avLst>
          </a:prstGeom>
          <a:solidFill>
            <a:srgbClr val="FFFFFF"/>
          </a:solidFill>
          <a:ln w="11430">
            <a:solidFill>
              <a:srgbClr val="C8DEC9"/>
            </a:solidFill>
            <a:prstDash val="solid"/>
          </a:ln>
          <a:effectLst>
            <a:outerShdw blurRad="19050" dist="8890" dir="2700000" algn="bl" rotWithShape="0">
              <a:srgbClr val="304050">
                <a:alpha val="12000"/>
              </a:srgbClr>
            </a:outerShdw>
          </a:effectLst>
        </p:spPr>
        <p:txBody>
          <a:bodyPr/>
          <a:lstStyle/>
          <a:p>
            <a:endParaRPr lang="en-US" sz="2000" dirty="0"/>
          </a:p>
        </p:txBody>
      </p:sp>
      <p:sp>
        <p:nvSpPr>
          <p:cNvPr id="179" name="Shape 3">
            <a:extLst>
              <a:ext uri="{FF2B5EF4-FFF2-40B4-BE49-F238E27FC236}">
                <a16:creationId xmlns:a16="http://schemas.microsoft.com/office/drawing/2014/main" id="{3D5666F9-6302-E490-EC26-37A44F044AFE}"/>
              </a:ext>
            </a:extLst>
          </p:cNvPr>
          <p:cNvSpPr/>
          <p:nvPr/>
        </p:nvSpPr>
        <p:spPr>
          <a:xfrm>
            <a:off x="2101721" y="5650539"/>
            <a:ext cx="6220515" cy="1031506"/>
          </a:xfrm>
          <a:prstGeom prst="roundRect">
            <a:avLst>
              <a:gd name="adj" fmla="val 15278"/>
            </a:avLst>
          </a:prstGeom>
          <a:solidFill>
            <a:srgbClr val="EEF7F0"/>
          </a:solidFill>
          <a:ln w="6350">
            <a:solidFill>
              <a:srgbClr val="C8DEC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80" name="Shape 4">
            <a:extLst>
              <a:ext uri="{FF2B5EF4-FFF2-40B4-BE49-F238E27FC236}">
                <a16:creationId xmlns:a16="http://schemas.microsoft.com/office/drawing/2014/main" id="{600251E0-0A8B-035F-1AB6-6ECD2D9DBFBF}"/>
              </a:ext>
            </a:extLst>
          </p:cNvPr>
          <p:cNvSpPr/>
          <p:nvPr/>
        </p:nvSpPr>
        <p:spPr>
          <a:xfrm>
            <a:off x="2741549" y="6381189"/>
            <a:ext cx="5372740" cy="329509"/>
          </a:xfrm>
          <a:prstGeom prst="rect">
            <a:avLst/>
          </a:prstGeom>
          <a:solidFill>
            <a:srgbClr val="EEF7F0"/>
          </a:solidFill>
          <a:ln w="12700">
            <a:solidFill>
              <a:srgbClr val="EEF7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81" name="Shape 5">
            <a:extLst>
              <a:ext uri="{FF2B5EF4-FFF2-40B4-BE49-F238E27FC236}">
                <a16:creationId xmlns:a16="http://schemas.microsoft.com/office/drawing/2014/main" id="{858A0A9F-7122-2A48-E5FD-5690C73C4E76}"/>
              </a:ext>
            </a:extLst>
          </p:cNvPr>
          <p:cNvSpPr/>
          <p:nvPr/>
        </p:nvSpPr>
        <p:spPr>
          <a:xfrm>
            <a:off x="2850171" y="5862178"/>
            <a:ext cx="666162" cy="659018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82" name="Text 6">
            <a:extLst>
              <a:ext uri="{FF2B5EF4-FFF2-40B4-BE49-F238E27FC236}">
                <a16:creationId xmlns:a16="http://schemas.microsoft.com/office/drawing/2014/main" id="{6DBEE502-4B50-F40F-112B-BF852091D194}"/>
              </a:ext>
            </a:extLst>
          </p:cNvPr>
          <p:cNvSpPr/>
          <p:nvPr/>
        </p:nvSpPr>
        <p:spPr>
          <a:xfrm>
            <a:off x="2893616" y="5998788"/>
            <a:ext cx="579271" cy="412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400" dirty="0"/>
          </a:p>
        </p:txBody>
      </p:sp>
      <p:sp>
        <p:nvSpPr>
          <p:cNvPr id="183" name="Text 7">
            <a:extLst>
              <a:ext uri="{FF2B5EF4-FFF2-40B4-BE49-F238E27FC236}">
                <a16:creationId xmlns:a16="http://schemas.microsoft.com/office/drawing/2014/main" id="{51FDE023-3C58-1A9D-3D4E-1CEFE261E8EF}"/>
              </a:ext>
            </a:extLst>
          </p:cNvPr>
          <p:cNvSpPr/>
          <p:nvPr/>
        </p:nvSpPr>
        <p:spPr>
          <a:xfrm>
            <a:off x="3806999" y="6022892"/>
            <a:ext cx="3678372" cy="3868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F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/ Robust</a:t>
            </a:r>
            <a:endParaRPr lang="en-US" sz="3200" dirty="0"/>
          </a:p>
        </p:txBody>
      </p:sp>
      <p:sp>
        <p:nvSpPr>
          <p:cNvPr id="184" name="Text 8">
            <a:extLst>
              <a:ext uri="{FF2B5EF4-FFF2-40B4-BE49-F238E27FC236}">
                <a16:creationId xmlns:a16="http://schemas.microsoft.com/office/drawing/2014/main" id="{92BD6A74-11FC-677B-9AFB-D52B4F3E4B3E}"/>
              </a:ext>
            </a:extLst>
          </p:cNvPr>
          <p:cNvSpPr/>
          <p:nvPr/>
        </p:nvSpPr>
        <p:spPr>
          <a:xfrm>
            <a:off x="2864653" y="7043072"/>
            <a:ext cx="318599" cy="2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85" name="Text 9">
            <a:extLst>
              <a:ext uri="{FF2B5EF4-FFF2-40B4-BE49-F238E27FC236}">
                <a16:creationId xmlns:a16="http://schemas.microsoft.com/office/drawing/2014/main" id="{83EAFDB3-244E-5908-F10D-26C3D571927D}"/>
              </a:ext>
            </a:extLst>
          </p:cNvPr>
          <p:cNvSpPr/>
          <p:nvPr/>
        </p:nvSpPr>
        <p:spPr>
          <a:xfrm>
            <a:off x="3185322" y="7001778"/>
            <a:ext cx="4112826" cy="2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B1F3A"/>
                </a:solidFill>
              </a:rPr>
              <a:t>Free</a:t>
            </a:r>
            <a:r>
              <a:rPr lang="en-US" sz="2800" dirty="0">
                <a:solidFill>
                  <a:srgbClr val="0B1F3A"/>
                </a:solidFill>
                <a:ea typeface="Aptos" pitchFamily="34" charset="-122"/>
                <a:cs typeface="Aptos" pitchFamily="34" charset="-120"/>
              </a:rPr>
              <a:t> </a:t>
            </a:r>
            <a:r>
              <a:rPr lang="en-US" sz="2800" dirty="0">
                <a:solidFill>
                  <a:srgbClr val="0B1F3A"/>
                </a:solidFill>
              </a:rPr>
              <a:t>constructors</a:t>
            </a:r>
          </a:p>
        </p:txBody>
      </p:sp>
      <p:sp>
        <p:nvSpPr>
          <p:cNvPr id="186" name="Text 10">
            <a:extLst>
              <a:ext uri="{FF2B5EF4-FFF2-40B4-BE49-F238E27FC236}">
                <a16:creationId xmlns:a16="http://schemas.microsoft.com/office/drawing/2014/main" id="{80D3116A-5DAF-7606-D22A-B088E514AE8D}"/>
              </a:ext>
            </a:extLst>
          </p:cNvPr>
          <p:cNvSpPr/>
          <p:nvPr/>
        </p:nvSpPr>
        <p:spPr>
          <a:xfrm>
            <a:off x="2864653" y="7487193"/>
            <a:ext cx="318599" cy="2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87" name="Text 11">
            <a:extLst>
              <a:ext uri="{FF2B5EF4-FFF2-40B4-BE49-F238E27FC236}">
                <a16:creationId xmlns:a16="http://schemas.microsoft.com/office/drawing/2014/main" id="{85E46A04-3C9F-D5F8-139E-1D87327F4481}"/>
              </a:ext>
            </a:extLst>
          </p:cNvPr>
          <p:cNvSpPr/>
          <p:nvPr/>
        </p:nvSpPr>
        <p:spPr>
          <a:xfrm>
            <a:off x="3185321" y="7445899"/>
            <a:ext cx="4660427" cy="3028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B1F3A"/>
                </a:solidFill>
              </a:rPr>
              <a:t>Destructor rewrite rules</a:t>
            </a:r>
          </a:p>
        </p:txBody>
      </p:sp>
      <p:sp>
        <p:nvSpPr>
          <p:cNvPr id="188" name="Text 12">
            <a:extLst>
              <a:ext uri="{FF2B5EF4-FFF2-40B4-BE49-F238E27FC236}">
                <a16:creationId xmlns:a16="http://schemas.microsoft.com/office/drawing/2014/main" id="{31859486-7A2B-FF87-CF0B-7ED4E1365460}"/>
              </a:ext>
            </a:extLst>
          </p:cNvPr>
          <p:cNvSpPr/>
          <p:nvPr/>
        </p:nvSpPr>
        <p:spPr>
          <a:xfrm>
            <a:off x="2864653" y="7931314"/>
            <a:ext cx="318599" cy="2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189" name="Text 13">
            <a:extLst>
              <a:ext uri="{FF2B5EF4-FFF2-40B4-BE49-F238E27FC236}">
                <a16:creationId xmlns:a16="http://schemas.microsoft.com/office/drawing/2014/main" id="{23FD3DB4-C42A-5769-867F-951442D7EF39}"/>
              </a:ext>
            </a:extLst>
          </p:cNvPr>
          <p:cNvSpPr/>
          <p:nvPr/>
        </p:nvSpPr>
        <p:spPr>
          <a:xfrm>
            <a:off x="3185321" y="7890019"/>
            <a:ext cx="4791609" cy="35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800" dirty="0">
                <a:solidFill>
                  <a:srgbClr val="0B1F3A"/>
                </a:solidFill>
              </a:rPr>
              <a:t>Some</a:t>
            </a:r>
            <a:r>
              <a:rPr lang="en-US" sz="2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800" dirty="0">
                <a:solidFill>
                  <a:srgbClr val="0B1F3A"/>
                </a:solidFill>
              </a:rPr>
              <a:t>convergent equations</a:t>
            </a:r>
          </a:p>
        </p:txBody>
      </p:sp>
      <p:sp>
        <p:nvSpPr>
          <p:cNvPr id="190" name="Shape 14">
            <a:extLst>
              <a:ext uri="{FF2B5EF4-FFF2-40B4-BE49-F238E27FC236}">
                <a16:creationId xmlns:a16="http://schemas.microsoft.com/office/drawing/2014/main" id="{64029654-D62A-6942-9AFB-1537424531B2}"/>
              </a:ext>
            </a:extLst>
          </p:cNvPr>
          <p:cNvSpPr/>
          <p:nvPr/>
        </p:nvSpPr>
        <p:spPr>
          <a:xfrm>
            <a:off x="3100493" y="8495701"/>
            <a:ext cx="4373498" cy="0"/>
          </a:xfrm>
          <a:prstGeom prst="line">
            <a:avLst/>
          </a:prstGeom>
          <a:noFill/>
          <a:ln w="8890">
            <a:solidFill>
              <a:srgbClr val="C8DEC9"/>
            </a:solidFill>
            <a:prstDash val="soli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91" name="Text 15">
            <a:extLst>
              <a:ext uri="{FF2B5EF4-FFF2-40B4-BE49-F238E27FC236}">
                <a16:creationId xmlns:a16="http://schemas.microsoft.com/office/drawing/2014/main" id="{E273DC26-2501-540C-3757-8C5459DDCD7E}"/>
              </a:ext>
            </a:extLst>
          </p:cNvPr>
          <p:cNvSpPr/>
          <p:nvPr/>
        </p:nvSpPr>
        <p:spPr>
          <a:xfrm>
            <a:off x="2927857" y="8773705"/>
            <a:ext cx="5000124" cy="356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F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hash, MAC, encryption, signatures</a:t>
            </a:r>
            <a:endParaRPr lang="en-US" sz="2400" dirty="0"/>
          </a:p>
        </p:txBody>
      </p:sp>
      <p:sp>
        <p:nvSpPr>
          <p:cNvPr id="193" name="Shape 17">
            <a:extLst>
              <a:ext uri="{FF2B5EF4-FFF2-40B4-BE49-F238E27FC236}">
                <a16:creationId xmlns:a16="http://schemas.microsoft.com/office/drawing/2014/main" id="{7638A5D0-B004-A9D9-D3FA-332A7C5077F0}"/>
              </a:ext>
            </a:extLst>
          </p:cNvPr>
          <p:cNvSpPr/>
          <p:nvPr/>
        </p:nvSpPr>
        <p:spPr>
          <a:xfrm>
            <a:off x="9054080" y="5650539"/>
            <a:ext cx="6220515" cy="3868147"/>
          </a:xfrm>
          <a:prstGeom prst="roundRect">
            <a:avLst>
              <a:gd name="adj" fmla="val 4074"/>
            </a:avLst>
          </a:prstGeom>
          <a:solidFill>
            <a:srgbClr val="FFFFFF"/>
          </a:solidFill>
          <a:ln w="11430">
            <a:solidFill>
              <a:srgbClr val="E6D1A4"/>
            </a:solidFill>
            <a:prstDash val="solid"/>
          </a:ln>
          <a:effectLst>
            <a:outerShdw blurRad="19050" dist="8890" dir="2700000" algn="bl" rotWithShape="0">
              <a:srgbClr val="304050">
                <a:alpha val="12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94" name="Shape 18">
            <a:extLst>
              <a:ext uri="{FF2B5EF4-FFF2-40B4-BE49-F238E27FC236}">
                <a16:creationId xmlns:a16="http://schemas.microsoft.com/office/drawing/2014/main" id="{FB090A9E-D35E-ABD9-AEF8-CF0E47D52AB6}"/>
              </a:ext>
            </a:extLst>
          </p:cNvPr>
          <p:cNvSpPr/>
          <p:nvPr/>
        </p:nvSpPr>
        <p:spPr>
          <a:xfrm>
            <a:off x="9054080" y="5650539"/>
            <a:ext cx="6220515" cy="1031506"/>
          </a:xfrm>
          <a:prstGeom prst="roundRect">
            <a:avLst>
              <a:gd name="adj" fmla="val 15278"/>
            </a:avLst>
          </a:prstGeom>
          <a:solidFill>
            <a:srgbClr val="FFF8EA"/>
          </a:solidFill>
          <a:ln w="6350">
            <a:solidFill>
              <a:srgbClr val="E6D1A4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5" name="Shape 19">
            <a:extLst>
              <a:ext uri="{FF2B5EF4-FFF2-40B4-BE49-F238E27FC236}">
                <a16:creationId xmlns:a16="http://schemas.microsoft.com/office/drawing/2014/main" id="{39CD92FA-4703-E536-F27D-2FEB2D484353}"/>
              </a:ext>
            </a:extLst>
          </p:cNvPr>
          <p:cNvSpPr/>
          <p:nvPr/>
        </p:nvSpPr>
        <p:spPr>
          <a:xfrm>
            <a:off x="9404279" y="6381189"/>
            <a:ext cx="5372740" cy="329509"/>
          </a:xfrm>
          <a:prstGeom prst="rect">
            <a:avLst/>
          </a:prstGeom>
          <a:solidFill>
            <a:srgbClr val="FFF8EA"/>
          </a:solidFill>
          <a:ln w="12700">
            <a:solidFill>
              <a:srgbClr val="FFF8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6" name="Shape 20">
            <a:extLst>
              <a:ext uri="{FF2B5EF4-FFF2-40B4-BE49-F238E27FC236}">
                <a16:creationId xmlns:a16="http://schemas.microsoft.com/office/drawing/2014/main" id="{3F7ECD95-AE2A-7243-3D51-74680D1F1348}"/>
              </a:ext>
            </a:extLst>
          </p:cNvPr>
          <p:cNvSpPr/>
          <p:nvPr/>
        </p:nvSpPr>
        <p:spPr>
          <a:xfrm>
            <a:off x="9635993" y="5862178"/>
            <a:ext cx="666162" cy="659018"/>
          </a:xfrm>
          <a:prstGeom prst="ellipse">
            <a:avLst/>
          </a:prstGeom>
          <a:solidFill>
            <a:srgbClr val="9C6B17"/>
          </a:solidFill>
          <a:ln w="12700">
            <a:solidFill>
              <a:srgbClr val="9C6B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7" name="Text 21">
            <a:extLst>
              <a:ext uri="{FF2B5EF4-FFF2-40B4-BE49-F238E27FC236}">
                <a16:creationId xmlns:a16="http://schemas.microsoft.com/office/drawing/2014/main" id="{40261A89-636E-9B6A-4A68-7208FDE22758}"/>
              </a:ext>
            </a:extLst>
          </p:cNvPr>
          <p:cNvSpPr/>
          <p:nvPr/>
        </p:nvSpPr>
        <p:spPr>
          <a:xfrm>
            <a:off x="9679438" y="6023295"/>
            <a:ext cx="579271" cy="329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</a:t>
            </a:r>
            <a:endParaRPr lang="en-US" dirty="0"/>
          </a:p>
        </p:txBody>
      </p:sp>
      <p:sp>
        <p:nvSpPr>
          <p:cNvPr id="198" name="Text 22">
            <a:extLst>
              <a:ext uri="{FF2B5EF4-FFF2-40B4-BE49-F238E27FC236}">
                <a16:creationId xmlns:a16="http://schemas.microsoft.com/office/drawing/2014/main" id="{14D528F6-18C4-4611-26CB-AEB163C4CA5C}"/>
              </a:ext>
            </a:extLst>
          </p:cNvPr>
          <p:cNvSpPr/>
          <p:nvPr/>
        </p:nvSpPr>
        <p:spPr>
          <a:xfrm>
            <a:off x="10504898" y="6058063"/>
            <a:ext cx="4673442" cy="37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9C6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Restricted Support</a:t>
            </a:r>
            <a:endParaRPr lang="en-US" sz="3200" dirty="0"/>
          </a:p>
        </p:txBody>
      </p:sp>
      <p:sp>
        <p:nvSpPr>
          <p:cNvPr id="199" name="Text 23">
            <a:extLst>
              <a:ext uri="{FF2B5EF4-FFF2-40B4-BE49-F238E27FC236}">
                <a16:creationId xmlns:a16="http://schemas.microsoft.com/office/drawing/2014/main" id="{FE048F6E-1533-BD9A-FF62-52ABA89D4188}"/>
              </a:ext>
            </a:extLst>
          </p:cNvPr>
          <p:cNvSpPr/>
          <p:nvPr/>
        </p:nvSpPr>
        <p:spPr>
          <a:xfrm>
            <a:off x="9650475" y="7025487"/>
            <a:ext cx="318599" cy="2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200" name="Text 24">
            <a:extLst>
              <a:ext uri="{FF2B5EF4-FFF2-40B4-BE49-F238E27FC236}">
                <a16:creationId xmlns:a16="http://schemas.microsoft.com/office/drawing/2014/main" id="{BB238CAF-FC61-CE2E-D247-7EA27E3B26AE}"/>
              </a:ext>
            </a:extLst>
          </p:cNvPr>
          <p:cNvSpPr/>
          <p:nvPr/>
        </p:nvSpPr>
        <p:spPr>
          <a:xfrm>
            <a:off x="9953558" y="7019363"/>
            <a:ext cx="4112826" cy="2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B1F3A"/>
                </a:solidFill>
              </a:rPr>
              <a:t>Linear</a:t>
            </a:r>
            <a:r>
              <a:rPr lang="en-US" sz="2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800" dirty="0">
                <a:solidFill>
                  <a:srgbClr val="0B1F3A"/>
                </a:solidFill>
              </a:rPr>
              <a:t>equations</a:t>
            </a:r>
          </a:p>
        </p:txBody>
      </p:sp>
      <p:sp>
        <p:nvSpPr>
          <p:cNvPr id="201" name="Text 25">
            <a:extLst>
              <a:ext uri="{FF2B5EF4-FFF2-40B4-BE49-F238E27FC236}">
                <a16:creationId xmlns:a16="http://schemas.microsoft.com/office/drawing/2014/main" id="{977891D9-61B4-388C-74F1-E920039D65A0}"/>
              </a:ext>
            </a:extLst>
          </p:cNvPr>
          <p:cNvSpPr/>
          <p:nvPr/>
        </p:nvSpPr>
        <p:spPr>
          <a:xfrm>
            <a:off x="9650475" y="7469608"/>
            <a:ext cx="318599" cy="2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202" name="Text 26">
            <a:extLst>
              <a:ext uri="{FF2B5EF4-FFF2-40B4-BE49-F238E27FC236}">
                <a16:creationId xmlns:a16="http://schemas.microsoft.com/office/drawing/2014/main" id="{CB02E7AC-2463-B456-CBB9-4E879042268A}"/>
              </a:ext>
            </a:extLst>
          </p:cNvPr>
          <p:cNvSpPr/>
          <p:nvPr/>
        </p:nvSpPr>
        <p:spPr>
          <a:xfrm>
            <a:off x="9953558" y="7463484"/>
            <a:ext cx="4606502" cy="2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800" dirty="0">
                <a:solidFill>
                  <a:srgbClr val="0B1F3A"/>
                </a:solidFill>
              </a:rPr>
              <a:t>Simplified</a:t>
            </a:r>
            <a:r>
              <a:rPr lang="en-US" sz="2800" dirty="0">
                <a:solidFill>
                  <a:srgbClr val="0B1F3A"/>
                </a:solidFill>
                <a:latin typeface="Aptos" pitchFamily="34" charset="0"/>
              </a:rPr>
              <a:t> </a:t>
            </a:r>
            <a:r>
              <a:rPr lang="en-US" sz="2800" dirty="0">
                <a:solidFill>
                  <a:srgbClr val="0B1F3A"/>
                </a:solidFill>
              </a:rPr>
              <a:t>Diffie–Hellman</a:t>
            </a:r>
          </a:p>
        </p:txBody>
      </p:sp>
      <p:sp>
        <p:nvSpPr>
          <p:cNvPr id="203" name="Text 27">
            <a:extLst>
              <a:ext uri="{FF2B5EF4-FFF2-40B4-BE49-F238E27FC236}">
                <a16:creationId xmlns:a16="http://schemas.microsoft.com/office/drawing/2014/main" id="{F22A63FD-A725-A5EE-16B3-7F03CE69C319}"/>
              </a:ext>
            </a:extLst>
          </p:cNvPr>
          <p:cNvSpPr/>
          <p:nvPr/>
        </p:nvSpPr>
        <p:spPr>
          <a:xfrm>
            <a:off x="9650475" y="7913729"/>
            <a:ext cx="318599" cy="2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04" name="Text 28">
            <a:extLst>
              <a:ext uri="{FF2B5EF4-FFF2-40B4-BE49-F238E27FC236}">
                <a16:creationId xmlns:a16="http://schemas.microsoft.com/office/drawing/2014/main" id="{51791B90-4F2D-C221-2B6D-5559AE50EC98}"/>
              </a:ext>
            </a:extLst>
          </p:cNvPr>
          <p:cNvSpPr/>
          <p:nvPr/>
        </p:nvSpPr>
        <p:spPr>
          <a:xfrm>
            <a:off x="9953558" y="7907604"/>
            <a:ext cx="4112826" cy="2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endParaRPr lang="en-US" sz="2800" dirty="0">
              <a:solidFill>
                <a:srgbClr val="0B1F3A"/>
              </a:solidFill>
            </a:endParaRPr>
          </a:p>
        </p:txBody>
      </p:sp>
      <p:sp>
        <p:nvSpPr>
          <p:cNvPr id="205" name="Shape 29">
            <a:extLst>
              <a:ext uri="{FF2B5EF4-FFF2-40B4-BE49-F238E27FC236}">
                <a16:creationId xmlns:a16="http://schemas.microsoft.com/office/drawing/2014/main" id="{165722D9-0704-B042-D6D0-C07F39F13DE8}"/>
              </a:ext>
            </a:extLst>
          </p:cNvPr>
          <p:cNvSpPr/>
          <p:nvPr/>
        </p:nvSpPr>
        <p:spPr>
          <a:xfrm>
            <a:off x="10000103" y="8525686"/>
            <a:ext cx="4373498" cy="0"/>
          </a:xfrm>
          <a:prstGeom prst="line">
            <a:avLst/>
          </a:prstGeom>
          <a:noFill/>
          <a:ln w="8890">
            <a:solidFill>
              <a:srgbClr val="E6D1A4"/>
            </a:solidFill>
            <a:prstDash val="soli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206" name="Text 30">
            <a:extLst>
              <a:ext uri="{FF2B5EF4-FFF2-40B4-BE49-F238E27FC236}">
                <a16:creationId xmlns:a16="http://schemas.microsoft.com/office/drawing/2014/main" id="{D27F487D-5C70-8664-BBAC-1C12904545F4}"/>
              </a:ext>
            </a:extLst>
          </p:cNvPr>
          <p:cNvSpPr/>
          <p:nvPr/>
        </p:nvSpPr>
        <p:spPr>
          <a:xfrm>
            <a:off x="9780372" y="8841198"/>
            <a:ext cx="4694162" cy="2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altLang="zh-CN" sz="2400" i="1" dirty="0">
                <a:solidFill>
                  <a:srgbClr val="9C6B17"/>
                </a:solidFill>
                <a:latin typeface="Georgia" pitchFamily="34" charset="0"/>
              </a:rPr>
              <a:t>depends</a:t>
            </a:r>
            <a:r>
              <a:rPr lang="zh-CN" altLang="en-US" sz="2400" i="1" dirty="0">
                <a:solidFill>
                  <a:srgbClr val="9C6B17"/>
                </a:solidFill>
                <a:latin typeface="Georgia" pitchFamily="34" charset="0"/>
              </a:rPr>
              <a:t> </a:t>
            </a:r>
            <a:r>
              <a:rPr lang="en-US" altLang="zh-CN" sz="2400" i="1" dirty="0">
                <a:solidFill>
                  <a:srgbClr val="9C6B17"/>
                </a:solidFill>
                <a:latin typeface="Georgia" pitchFamily="34" charset="0"/>
              </a:rPr>
              <a:t>on</a:t>
            </a:r>
            <a:r>
              <a:rPr lang="zh-CN" altLang="en-US" sz="2400" i="1" dirty="0">
                <a:solidFill>
                  <a:srgbClr val="9C6B17"/>
                </a:solidFill>
                <a:latin typeface="Georgia" pitchFamily="34" charset="0"/>
              </a:rPr>
              <a:t> </a:t>
            </a:r>
            <a:r>
              <a:rPr lang="en-US" altLang="zh-CN" sz="2400" i="1" dirty="0">
                <a:solidFill>
                  <a:srgbClr val="9C6B17"/>
                </a:solidFill>
                <a:latin typeface="Georgia" pitchFamily="34" charset="0"/>
              </a:rPr>
              <a:t>the</a:t>
            </a:r>
            <a:r>
              <a:rPr lang="zh-CN" altLang="en-US" sz="2400" i="1" dirty="0">
                <a:solidFill>
                  <a:srgbClr val="9C6B17"/>
                </a:solidFill>
                <a:latin typeface="Georgia" pitchFamily="34" charset="0"/>
              </a:rPr>
              <a:t> </a:t>
            </a:r>
            <a:r>
              <a:rPr lang="en-US" altLang="zh-CN" sz="2400" i="1" dirty="0">
                <a:solidFill>
                  <a:srgbClr val="9C6B17"/>
                </a:solidFill>
                <a:latin typeface="Georgia" pitchFamily="34" charset="0"/>
              </a:rPr>
              <a:t>exact</a:t>
            </a:r>
            <a:r>
              <a:rPr lang="zh-CN" altLang="en-US" sz="2400" i="1" dirty="0">
                <a:solidFill>
                  <a:srgbClr val="9C6B17"/>
                </a:solidFill>
                <a:latin typeface="Georgia" pitchFamily="34" charset="0"/>
              </a:rPr>
              <a:t> </a:t>
            </a:r>
            <a:r>
              <a:rPr lang="en-US" altLang="zh-CN" sz="2400" i="1" dirty="0">
                <a:solidFill>
                  <a:srgbClr val="9C6B17"/>
                </a:solidFill>
                <a:latin typeface="Georgia" pitchFamily="34" charset="0"/>
              </a:rPr>
              <a:t>equations</a:t>
            </a:r>
            <a:endParaRPr lang="en-US" sz="2400" dirty="0"/>
          </a:p>
        </p:txBody>
      </p:sp>
      <p:sp>
        <p:nvSpPr>
          <p:cNvPr id="208" name="Shape 32">
            <a:extLst>
              <a:ext uri="{FF2B5EF4-FFF2-40B4-BE49-F238E27FC236}">
                <a16:creationId xmlns:a16="http://schemas.microsoft.com/office/drawing/2014/main" id="{33446B9C-C340-C6B1-9AED-5591E7156A10}"/>
              </a:ext>
            </a:extLst>
          </p:cNvPr>
          <p:cNvSpPr/>
          <p:nvPr/>
        </p:nvSpPr>
        <p:spPr>
          <a:xfrm>
            <a:off x="16006439" y="5679192"/>
            <a:ext cx="6220515" cy="3868147"/>
          </a:xfrm>
          <a:prstGeom prst="roundRect">
            <a:avLst>
              <a:gd name="adj" fmla="val 4074"/>
            </a:avLst>
          </a:prstGeom>
          <a:solidFill>
            <a:srgbClr val="FFFFFF"/>
          </a:solidFill>
          <a:ln w="11430">
            <a:solidFill>
              <a:srgbClr val="E4B8BE"/>
            </a:solidFill>
            <a:prstDash val="solid"/>
          </a:ln>
          <a:effectLst>
            <a:outerShdw blurRad="19050" dist="8890" dir="2700000" algn="bl" rotWithShape="0">
              <a:srgbClr val="304050">
                <a:alpha val="12000"/>
              </a:srgbClr>
            </a:outerShdw>
          </a:effectLst>
        </p:spPr>
        <p:txBody>
          <a:bodyPr/>
          <a:lstStyle/>
          <a:p>
            <a:endParaRPr lang="en-US" sz="2000" dirty="0"/>
          </a:p>
        </p:txBody>
      </p:sp>
      <p:sp>
        <p:nvSpPr>
          <p:cNvPr id="209" name="Shape 33">
            <a:extLst>
              <a:ext uri="{FF2B5EF4-FFF2-40B4-BE49-F238E27FC236}">
                <a16:creationId xmlns:a16="http://schemas.microsoft.com/office/drawing/2014/main" id="{5713C4E3-E3D7-61D8-D9BA-23DF392AE2F6}"/>
              </a:ext>
            </a:extLst>
          </p:cNvPr>
          <p:cNvSpPr/>
          <p:nvPr/>
        </p:nvSpPr>
        <p:spPr>
          <a:xfrm>
            <a:off x="16006437" y="5679192"/>
            <a:ext cx="6220515" cy="1031506"/>
          </a:xfrm>
          <a:prstGeom prst="roundRect">
            <a:avLst>
              <a:gd name="adj" fmla="val 15278"/>
            </a:avLst>
          </a:prstGeom>
          <a:solidFill>
            <a:srgbClr val="FFF0F1"/>
          </a:solidFill>
          <a:ln w="6350">
            <a:solidFill>
              <a:srgbClr val="E4B8BE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10" name="Shape 34">
            <a:extLst>
              <a:ext uri="{FF2B5EF4-FFF2-40B4-BE49-F238E27FC236}">
                <a16:creationId xmlns:a16="http://schemas.microsoft.com/office/drawing/2014/main" id="{67D1D218-F476-544A-3CEF-2E66A2B4B9C1}"/>
              </a:ext>
            </a:extLst>
          </p:cNvPr>
          <p:cNvSpPr/>
          <p:nvPr/>
        </p:nvSpPr>
        <p:spPr>
          <a:xfrm>
            <a:off x="16194203" y="6409842"/>
            <a:ext cx="5372740" cy="329509"/>
          </a:xfrm>
          <a:prstGeom prst="rect">
            <a:avLst/>
          </a:prstGeom>
          <a:solidFill>
            <a:srgbClr val="FFF0F1"/>
          </a:solidFill>
          <a:ln w="12700">
            <a:solidFill>
              <a:srgbClr val="FFF0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11" name="Shape 35">
            <a:extLst>
              <a:ext uri="{FF2B5EF4-FFF2-40B4-BE49-F238E27FC236}">
                <a16:creationId xmlns:a16="http://schemas.microsoft.com/office/drawing/2014/main" id="{96849CCC-C24E-10C6-620B-BF5DD98C4349}"/>
              </a:ext>
            </a:extLst>
          </p:cNvPr>
          <p:cNvSpPr/>
          <p:nvPr/>
        </p:nvSpPr>
        <p:spPr>
          <a:xfrm>
            <a:off x="16425923" y="5873246"/>
            <a:ext cx="666162" cy="659018"/>
          </a:xfrm>
          <a:prstGeom prst="ellipse">
            <a:avLst/>
          </a:prstGeom>
          <a:solidFill>
            <a:srgbClr val="9E1B2F"/>
          </a:solidFill>
          <a:ln w="12700">
            <a:solidFill>
              <a:srgbClr val="9E1B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12" name="Text 36">
            <a:extLst>
              <a:ext uri="{FF2B5EF4-FFF2-40B4-BE49-F238E27FC236}">
                <a16:creationId xmlns:a16="http://schemas.microsoft.com/office/drawing/2014/main" id="{6C15D0C9-80AE-444D-FA27-8D4836701E08}"/>
              </a:ext>
            </a:extLst>
          </p:cNvPr>
          <p:cNvSpPr/>
          <p:nvPr/>
        </p:nvSpPr>
        <p:spPr>
          <a:xfrm>
            <a:off x="16469367" y="6070487"/>
            <a:ext cx="579271" cy="329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2400" dirty="0"/>
          </a:p>
        </p:txBody>
      </p:sp>
      <p:sp>
        <p:nvSpPr>
          <p:cNvPr id="213" name="Text 37">
            <a:extLst>
              <a:ext uri="{FF2B5EF4-FFF2-40B4-BE49-F238E27FC236}">
                <a16:creationId xmlns:a16="http://schemas.microsoft.com/office/drawing/2014/main" id="{B3B0D325-CA33-4C17-471C-D1AACD5E7429}"/>
              </a:ext>
            </a:extLst>
          </p:cNvPr>
          <p:cNvSpPr/>
          <p:nvPr/>
        </p:nvSpPr>
        <p:spPr>
          <a:xfrm>
            <a:off x="17294828" y="6069129"/>
            <a:ext cx="4367281" cy="3868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9E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ProVerif</a:t>
            </a:r>
            <a:endParaRPr lang="en-US" sz="3200" dirty="0"/>
          </a:p>
        </p:txBody>
      </p:sp>
      <p:sp>
        <p:nvSpPr>
          <p:cNvPr id="214" name="Text 38">
            <a:extLst>
              <a:ext uri="{FF2B5EF4-FFF2-40B4-BE49-F238E27FC236}">
                <a16:creationId xmlns:a16="http://schemas.microsoft.com/office/drawing/2014/main" id="{3B681FBB-C68B-4A70-30B9-2E7995F5FC34}"/>
              </a:ext>
            </a:extLst>
          </p:cNvPr>
          <p:cNvSpPr/>
          <p:nvPr/>
        </p:nvSpPr>
        <p:spPr>
          <a:xfrm>
            <a:off x="16440404" y="7036555"/>
            <a:ext cx="318599" cy="2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215" name="Text 39">
            <a:extLst>
              <a:ext uri="{FF2B5EF4-FFF2-40B4-BE49-F238E27FC236}">
                <a16:creationId xmlns:a16="http://schemas.microsoft.com/office/drawing/2014/main" id="{F8271FBE-72A3-4C66-AFE3-7077DF423141}"/>
              </a:ext>
            </a:extLst>
          </p:cNvPr>
          <p:cNvSpPr/>
          <p:nvPr/>
        </p:nvSpPr>
        <p:spPr>
          <a:xfrm>
            <a:off x="16599703" y="7087813"/>
            <a:ext cx="5814484" cy="18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800" dirty="0">
                <a:solidFill>
                  <a:srgbClr val="0B1F3A"/>
                </a:solidFill>
              </a:rPr>
              <a:t>  Associativity</a:t>
            </a:r>
            <a:r>
              <a:rPr lang="zh-CN" altLang="en-US" sz="2800" dirty="0">
                <a:solidFill>
                  <a:srgbClr val="0B1F3A"/>
                </a:solidFill>
              </a:rPr>
              <a:t> </a:t>
            </a:r>
            <a:r>
              <a:rPr lang="en-US" altLang="zh-CN" sz="2800" dirty="0">
                <a:solidFill>
                  <a:srgbClr val="0B1F3A"/>
                </a:solidFill>
              </a:rPr>
              <a:t>and</a:t>
            </a:r>
            <a:r>
              <a:rPr lang="zh-CN" altLang="en-US" sz="2800" dirty="0">
                <a:solidFill>
                  <a:srgbClr val="0B1F3A"/>
                </a:solidFill>
              </a:rPr>
              <a:t> </a:t>
            </a:r>
            <a:r>
              <a:rPr lang="en-US" altLang="zh-CN" sz="2800" dirty="0">
                <a:solidFill>
                  <a:srgbClr val="0B1F3A"/>
                </a:solidFill>
              </a:rPr>
              <a:t>Commutativity</a:t>
            </a:r>
            <a:endParaRPr lang="en-US" sz="2800" dirty="0">
              <a:solidFill>
                <a:srgbClr val="0B1F3A"/>
              </a:solidFill>
            </a:endParaRPr>
          </a:p>
        </p:txBody>
      </p:sp>
      <p:sp>
        <p:nvSpPr>
          <p:cNvPr id="216" name="Text 40">
            <a:extLst>
              <a:ext uri="{FF2B5EF4-FFF2-40B4-BE49-F238E27FC236}">
                <a16:creationId xmlns:a16="http://schemas.microsoft.com/office/drawing/2014/main" id="{9FB891D5-4E59-F461-AF9B-67863187612D}"/>
              </a:ext>
            </a:extLst>
          </p:cNvPr>
          <p:cNvSpPr/>
          <p:nvPr/>
        </p:nvSpPr>
        <p:spPr>
          <a:xfrm>
            <a:off x="16440404" y="7480676"/>
            <a:ext cx="318599" cy="2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217" name="Text 41">
            <a:extLst>
              <a:ext uri="{FF2B5EF4-FFF2-40B4-BE49-F238E27FC236}">
                <a16:creationId xmlns:a16="http://schemas.microsoft.com/office/drawing/2014/main" id="{9C0EE6EE-662C-D16B-9A19-3A4B3CF798C5}"/>
              </a:ext>
            </a:extLst>
          </p:cNvPr>
          <p:cNvSpPr/>
          <p:nvPr/>
        </p:nvSpPr>
        <p:spPr>
          <a:xfrm>
            <a:off x="16759002" y="7474618"/>
            <a:ext cx="4112826" cy="2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800" dirty="0">
                <a:solidFill>
                  <a:srgbClr val="0B1F3A"/>
                </a:solidFill>
              </a:rPr>
              <a:t>XOR</a:t>
            </a:r>
          </a:p>
        </p:txBody>
      </p:sp>
      <p:sp>
        <p:nvSpPr>
          <p:cNvPr id="218" name="Text 42">
            <a:extLst>
              <a:ext uri="{FF2B5EF4-FFF2-40B4-BE49-F238E27FC236}">
                <a16:creationId xmlns:a16="http://schemas.microsoft.com/office/drawing/2014/main" id="{02FF65B8-41C1-2368-AB96-B0268B4B051E}"/>
              </a:ext>
            </a:extLst>
          </p:cNvPr>
          <p:cNvSpPr/>
          <p:nvPr/>
        </p:nvSpPr>
        <p:spPr>
          <a:xfrm>
            <a:off x="16440404" y="7924797"/>
            <a:ext cx="318599" cy="2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00" dirty="0"/>
          </a:p>
        </p:txBody>
      </p:sp>
      <p:sp>
        <p:nvSpPr>
          <p:cNvPr id="219" name="Text 43">
            <a:extLst>
              <a:ext uri="{FF2B5EF4-FFF2-40B4-BE49-F238E27FC236}">
                <a16:creationId xmlns:a16="http://schemas.microsoft.com/office/drawing/2014/main" id="{C3B5A28F-7282-4387-AEE6-CAC826997F91}"/>
              </a:ext>
            </a:extLst>
          </p:cNvPr>
          <p:cNvSpPr/>
          <p:nvPr/>
        </p:nvSpPr>
        <p:spPr>
          <a:xfrm>
            <a:off x="16759002" y="7952669"/>
            <a:ext cx="4112826" cy="2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zh-CN" sz="2800" dirty="0">
                <a:solidFill>
                  <a:srgbClr val="0B1F3A"/>
                </a:solidFill>
              </a:rPr>
              <a:t>Full</a:t>
            </a:r>
            <a:r>
              <a:rPr lang="zh-CN" altLang="en-US" sz="2800" dirty="0">
                <a:solidFill>
                  <a:srgbClr val="0B1F3A"/>
                </a:solidFill>
              </a:rPr>
              <a:t> </a:t>
            </a:r>
            <a:r>
              <a:rPr lang="en-US" sz="2800" dirty="0">
                <a:solidFill>
                  <a:srgbClr val="0B1F3A"/>
                </a:solidFill>
              </a:rPr>
              <a:t>Diffie–Hellman</a:t>
            </a:r>
          </a:p>
        </p:txBody>
      </p:sp>
      <p:sp>
        <p:nvSpPr>
          <p:cNvPr id="220" name="Shape 44">
            <a:extLst>
              <a:ext uri="{FF2B5EF4-FFF2-40B4-BE49-F238E27FC236}">
                <a16:creationId xmlns:a16="http://schemas.microsoft.com/office/drawing/2014/main" id="{C894E48B-0D0F-03C3-C01E-D27E3C54AD33}"/>
              </a:ext>
            </a:extLst>
          </p:cNvPr>
          <p:cNvSpPr/>
          <p:nvPr/>
        </p:nvSpPr>
        <p:spPr>
          <a:xfrm>
            <a:off x="16975181" y="8524354"/>
            <a:ext cx="4373498" cy="0"/>
          </a:xfrm>
          <a:prstGeom prst="line">
            <a:avLst/>
          </a:prstGeom>
          <a:noFill/>
          <a:ln w="8890">
            <a:solidFill>
              <a:srgbClr val="E4B8BE"/>
            </a:solidFill>
            <a:prstDash val="soli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221" name="Text 45">
            <a:extLst>
              <a:ext uri="{FF2B5EF4-FFF2-40B4-BE49-F238E27FC236}">
                <a16:creationId xmlns:a16="http://schemas.microsoft.com/office/drawing/2014/main" id="{AB6BC4C8-2F6E-1F9B-275E-075A3A4B2CB2}"/>
              </a:ext>
            </a:extLst>
          </p:cNvPr>
          <p:cNvSpPr/>
          <p:nvPr/>
        </p:nvSpPr>
        <p:spPr>
          <a:xfrm>
            <a:off x="16475560" y="8643222"/>
            <a:ext cx="5372740" cy="687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altLang="zh-CN" sz="2400" i="1" dirty="0">
                <a:solidFill>
                  <a:srgbClr val="9E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r>
              <a:rPr lang="en-US" sz="2400" i="1" dirty="0">
                <a:solidFill>
                  <a:srgbClr val="9E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ften</a:t>
            </a:r>
            <a:r>
              <a:rPr lang="zh-CN" altLang="en-US" sz="2400" i="1" dirty="0">
                <a:solidFill>
                  <a:srgbClr val="9E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400" i="1" dirty="0">
                <a:solidFill>
                  <a:srgbClr val="9E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</a:t>
            </a:r>
            <a:r>
              <a:rPr lang="zh-CN" altLang="en-US" sz="2400" i="1" dirty="0">
                <a:solidFill>
                  <a:srgbClr val="9E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400" i="1" dirty="0">
                <a:solidFill>
                  <a:srgbClr val="9E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</a:t>
            </a:r>
            <a:r>
              <a:rPr lang="zh-CN" altLang="en-US" sz="2400" i="1" dirty="0">
                <a:solidFill>
                  <a:srgbClr val="9E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altLang="zh-CN" sz="2400" i="1" dirty="0">
                <a:solidFill>
                  <a:srgbClr val="9E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E-unification</a:t>
            </a:r>
            <a:endParaRPr lang="en-US" sz="2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45447DF-8D21-ED9E-07F8-4B5E8F2132B4}"/>
              </a:ext>
            </a:extLst>
          </p:cNvPr>
          <p:cNvGrpSpPr/>
          <p:nvPr/>
        </p:nvGrpSpPr>
        <p:grpSpPr>
          <a:xfrm>
            <a:off x="3525690" y="10024201"/>
            <a:ext cx="17129915" cy="429794"/>
            <a:chOff x="3937407" y="10059510"/>
            <a:chExt cx="16020469" cy="429794"/>
          </a:xfrm>
        </p:grpSpPr>
        <p:sp>
          <p:nvSpPr>
            <p:cNvPr id="222" name="Shape 46">
              <a:extLst>
                <a:ext uri="{FF2B5EF4-FFF2-40B4-BE49-F238E27FC236}">
                  <a16:creationId xmlns:a16="http://schemas.microsoft.com/office/drawing/2014/main" id="{D759DFA7-7473-A962-B344-C8A51DD4806B}"/>
                </a:ext>
              </a:extLst>
            </p:cNvPr>
            <p:cNvSpPr/>
            <p:nvPr/>
          </p:nvSpPr>
          <p:spPr>
            <a:xfrm>
              <a:off x="3937407" y="10235009"/>
              <a:ext cx="136974" cy="78796"/>
            </a:xfrm>
            <a:prstGeom prst="rect">
              <a:avLst/>
            </a:prstGeom>
            <a:solidFill>
              <a:srgbClr val="1F7A4D"/>
            </a:solidFill>
            <a:ln w="12700">
              <a:solidFill>
                <a:srgbClr val="1F7A4D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Shape 47">
              <a:extLst>
                <a:ext uri="{FF2B5EF4-FFF2-40B4-BE49-F238E27FC236}">
                  <a16:creationId xmlns:a16="http://schemas.microsoft.com/office/drawing/2014/main" id="{EBD3363C-DCB9-808F-ADE7-7220EFDB2383}"/>
                </a:ext>
              </a:extLst>
            </p:cNvPr>
            <p:cNvSpPr/>
            <p:nvPr/>
          </p:nvSpPr>
          <p:spPr>
            <a:xfrm>
              <a:off x="4068587" y="10235009"/>
              <a:ext cx="136974" cy="78796"/>
            </a:xfrm>
            <a:prstGeom prst="rect">
              <a:avLst/>
            </a:prstGeom>
            <a:solidFill>
              <a:srgbClr val="227B4C"/>
            </a:solidFill>
            <a:ln w="12700">
              <a:solidFill>
                <a:srgbClr val="227B4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Shape 48">
              <a:extLst>
                <a:ext uri="{FF2B5EF4-FFF2-40B4-BE49-F238E27FC236}">
                  <a16:creationId xmlns:a16="http://schemas.microsoft.com/office/drawing/2014/main" id="{07655813-17D3-269A-7B2C-81159E7D42AC}"/>
                </a:ext>
              </a:extLst>
            </p:cNvPr>
            <p:cNvSpPr/>
            <p:nvPr/>
          </p:nvSpPr>
          <p:spPr>
            <a:xfrm>
              <a:off x="4199769" y="10235009"/>
              <a:ext cx="136974" cy="78796"/>
            </a:xfrm>
            <a:prstGeom prst="rect">
              <a:avLst/>
            </a:prstGeom>
            <a:solidFill>
              <a:srgbClr val="257B4C"/>
            </a:solidFill>
            <a:ln w="12700">
              <a:solidFill>
                <a:srgbClr val="257B4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Shape 49">
              <a:extLst>
                <a:ext uri="{FF2B5EF4-FFF2-40B4-BE49-F238E27FC236}">
                  <a16:creationId xmlns:a16="http://schemas.microsoft.com/office/drawing/2014/main" id="{9557A9A9-501B-75B2-33A5-6633203EBD34}"/>
                </a:ext>
              </a:extLst>
            </p:cNvPr>
            <p:cNvSpPr/>
            <p:nvPr/>
          </p:nvSpPr>
          <p:spPr>
            <a:xfrm>
              <a:off x="4330949" y="10235009"/>
              <a:ext cx="136974" cy="78796"/>
            </a:xfrm>
            <a:prstGeom prst="rect">
              <a:avLst/>
            </a:prstGeom>
            <a:solidFill>
              <a:srgbClr val="287C4B"/>
            </a:solidFill>
            <a:ln w="12700">
              <a:solidFill>
                <a:srgbClr val="287C4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Shape 50">
              <a:extLst>
                <a:ext uri="{FF2B5EF4-FFF2-40B4-BE49-F238E27FC236}">
                  <a16:creationId xmlns:a16="http://schemas.microsoft.com/office/drawing/2014/main" id="{4E6836BD-1643-FDBF-FF44-562962AE4052}"/>
                </a:ext>
              </a:extLst>
            </p:cNvPr>
            <p:cNvSpPr/>
            <p:nvPr/>
          </p:nvSpPr>
          <p:spPr>
            <a:xfrm>
              <a:off x="4462131" y="10235009"/>
              <a:ext cx="136974" cy="78796"/>
            </a:xfrm>
            <a:prstGeom prst="rect">
              <a:avLst/>
            </a:prstGeom>
            <a:solidFill>
              <a:srgbClr val="2B7D4B"/>
            </a:solidFill>
            <a:ln w="12700">
              <a:solidFill>
                <a:srgbClr val="2B7D4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Shape 51">
              <a:extLst>
                <a:ext uri="{FF2B5EF4-FFF2-40B4-BE49-F238E27FC236}">
                  <a16:creationId xmlns:a16="http://schemas.microsoft.com/office/drawing/2014/main" id="{00F2884B-0766-700F-DEDF-3253DEC9D26F}"/>
                </a:ext>
              </a:extLst>
            </p:cNvPr>
            <p:cNvSpPr/>
            <p:nvPr/>
          </p:nvSpPr>
          <p:spPr>
            <a:xfrm>
              <a:off x="4593311" y="10235009"/>
              <a:ext cx="136974" cy="78796"/>
            </a:xfrm>
            <a:prstGeom prst="rect">
              <a:avLst/>
            </a:prstGeom>
            <a:solidFill>
              <a:srgbClr val="2E7D4A"/>
            </a:solidFill>
            <a:ln w="12700">
              <a:solidFill>
                <a:srgbClr val="2E7D4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Shape 52">
              <a:extLst>
                <a:ext uri="{FF2B5EF4-FFF2-40B4-BE49-F238E27FC236}">
                  <a16:creationId xmlns:a16="http://schemas.microsoft.com/office/drawing/2014/main" id="{530B53C2-8F80-172D-1F38-454ED00538A1}"/>
                </a:ext>
              </a:extLst>
            </p:cNvPr>
            <p:cNvSpPr/>
            <p:nvPr/>
          </p:nvSpPr>
          <p:spPr>
            <a:xfrm>
              <a:off x="4724491" y="10235009"/>
              <a:ext cx="136974" cy="78796"/>
            </a:xfrm>
            <a:prstGeom prst="rect">
              <a:avLst/>
            </a:prstGeom>
            <a:solidFill>
              <a:srgbClr val="317E49"/>
            </a:solidFill>
            <a:ln w="12700">
              <a:solidFill>
                <a:srgbClr val="317E4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Shape 53">
              <a:extLst>
                <a:ext uri="{FF2B5EF4-FFF2-40B4-BE49-F238E27FC236}">
                  <a16:creationId xmlns:a16="http://schemas.microsoft.com/office/drawing/2014/main" id="{0AB6E42C-F4D5-8AF3-D801-E88C480C2657}"/>
                </a:ext>
              </a:extLst>
            </p:cNvPr>
            <p:cNvSpPr/>
            <p:nvPr/>
          </p:nvSpPr>
          <p:spPr>
            <a:xfrm>
              <a:off x="4855673" y="10235009"/>
              <a:ext cx="136974" cy="78796"/>
            </a:xfrm>
            <a:prstGeom prst="rect">
              <a:avLst/>
            </a:prstGeom>
            <a:solidFill>
              <a:srgbClr val="347F49"/>
            </a:solidFill>
            <a:ln w="12700">
              <a:solidFill>
                <a:srgbClr val="347F4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Shape 54">
              <a:extLst>
                <a:ext uri="{FF2B5EF4-FFF2-40B4-BE49-F238E27FC236}">
                  <a16:creationId xmlns:a16="http://schemas.microsoft.com/office/drawing/2014/main" id="{5C79F76D-B485-0DBF-801A-88FC4D6722E5}"/>
                </a:ext>
              </a:extLst>
            </p:cNvPr>
            <p:cNvSpPr/>
            <p:nvPr/>
          </p:nvSpPr>
          <p:spPr>
            <a:xfrm>
              <a:off x="4986853" y="10235009"/>
              <a:ext cx="136974" cy="78796"/>
            </a:xfrm>
            <a:prstGeom prst="rect">
              <a:avLst/>
            </a:prstGeom>
            <a:solidFill>
              <a:srgbClr val="377F48"/>
            </a:solidFill>
            <a:ln w="12700">
              <a:solidFill>
                <a:srgbClr val="377F4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Shape 55">
              <a:extLst>
                <a:ext uri="{FF2B5EF4-FFF2-40B4-BE49-F238E27FC236}">
                  <a16:creationId xmlns:a16="http://schemas.microsoft.com/office/drawing/2014/main" id="{1423BFE2-2EB0-D21B-4583-58B3D0F58916}"/>
                </a:ext>
              </a:extLst>
            </p:cNvPr>
            <p:cNvSpPr/>
            <p:nvPr/>
          </p:nvSpPr>
          <p:spPr>
            <a:xfrm>
              <a:off x="5118035" y="10235009"/>
              <a:ext cx="136974" cy="78796"/>
            </a:xfrm>
            <a:prstGeom prst="rect">
              <a:avLst/>
            </a:prstGeom>
            <a:solidFill>
              <a:srgbClr val="3A8047"/>
            </a:solidFill>
            <a:ln w="12700">
              <a:solidFill>
                <a:srgbClr val="3A8047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2" name="Shape 56">
              <a:extLst>
                <a:ext uri="{FF2B5EF4-FFF2-40B4-BE49-F238E27FC236}">
                  <a16:creationId xmlns:a16="http://schemas.microsoft.com/office/drawing/2014/main" id="{7C806092-8677-AAAA-E669-5B5D1A2BFE03}"/>
                </a:ext>
              </a:extLst>
            </p:cNvPr>
            <p:cNvSpPr/>
            <p:nvPr/>
          </p:nvSpPr>
          <p:spPr>
            <a:xfrm>
              <a:off x="5249215" y="10235009"/>
              <a:ext cx="136974" cy="78796"/>
            </a:xfrm>
            <a:prstGeom prst="rect">
              <a:avLst/>
            </a:prstGeom>
            <a:solidFill>
              <a:srgbClr val="3D8147"/>
            </a:solidFill>
            <a:ln w="12700">
              <a:solidFill>
                <a:srgbClr val="3D8147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3" name="Shape 57">
              <a:extLst>
                <a:ext uri="{FF2B5EF4-FFF2-40B4-BE49-F238E27FC236}">
                  <a16:creationId xmlns:a16="http://schemas.microsoft.com/office/drawing/2014/main" id="{A6C12707-5E06-9EC3-C643-9ECB6B0C9E5A}"/>
                </a:ext>
              </a:extLst>
            </p:cNvPr>
            <p:cNvSpPr/>
            <p:nvPr/>
          </p:nvSpPr>
          <p:spPr>
            <a:xfrm>
              <a:off x="5380395" y="10235009"/>
              <a:ext cx="136974" cy="78796"/>
            </a:xfrm>
            <a:prstGeom prst="rect">
              <a:avLst/>
            </a:prstGeom>
            <a:solidFill>
              <a:srgbClr val="408146"/>
            </a:solidFill>
            <a:ln w="12700">
              <a:solidFill>
                <a:srgbClr val="40814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Shape 58">
              <a:extLst>
                <a:ext uri="{FF2B5EF4-FFF2-40B4-BE49-F238E27FC236}">
                  <a16:creationId xmlns:a16="http://schemas.microsoft.com/office/drawing/2014/main" id="{609F57F4-923D-5036-506E-F116E52D4EB1}"/>
                </a:ext>
              </a:extLst>
            </p:cNvPr>
            <p:cNvSpPr/>
            <p:nvPr/>
          </p:nvSpPr>
          <p:spPr>
            <a:xfrm>
              <a:off x="5511577" y="10235009"/>
              <a:ext cx="136974" cy="78796"/>
            </a:xfrm>
            <a:prstGeom prst="rect">
              <a:avLst/>
            </a:prstGeom>
            <a:solidFill>
              <a:srgbClr val="438246"/>
            </a:solidFill>
            <a:ln w="12700">
              <a:solidFill>
                <a:srgbClr val="43824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Shape 59">
              <a:extLst>
                <a:ext uri="{FF2B5EF4-FFF2-40B4-BE49-F238E27FC236}">
                  <a16:creationId xmlns:a16="http://schemas.microsoft.com/office/drawing/2014/main" id="{F16766A8-BB58-EE24-1ED1-00B176C97ABE}"/>
                </a:ext>
              </a:extLst>
            </p:cNvPr>
            <p:cNvSpPr/>
            <p:nvPr/>
          </p:nvSpPr>
          <p:spPr>
            <a:xfrm>
              <a:off x="5642757" y="10235009"/>
              <a:ext cx="136974" cy="78796"/>
            </a:xfrm>
            <a:prstGeom prst="rect">
              <a:avLst/>
            </a:prstGeom>
            <a:solidFill>
              <a:srgbClr val="468345"/>
            </a:solidFill>
            <a:ln w="12700">
              <a:solidFill>
                <a:srgbClr val="46834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Shape 60">
              <a:extLst>
                <a:ext uri="{FF2B5EF4-FFF2-40B4-BE49-F238E27FC236}">
                  <a16:creationId xmlns:a16="http://schemas.microsoft.com/office/drawing/2014/main" id="{F08913F6-DD01-F6A7-6C55-15F8DEF087CC}"/>
                </a:ext>
              </a:extLst>
            </p:cNvPr>
            <p:cNvSpPr/>
            <p:nvPr/>
          </p:nvSpPr>
          <p:spPr>
            <a:xfrm>
              <a:off x="5773939" y="10235009"/>
              <a:ext cx="136974" cy="78796"/>
            </a:xfrm>
            <a:prstGeom prst="rect">
              <a:avLst/>
            </a:prstGeom>
            <a:solidFill>
              <a:srgbClr val="498344"/>
            </a:solidFill>
            <a:ln w="12700">
              <a:solidFill>
                <a:srgbClr val="498344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" name="Shape 61">
              <a:extLst>
                <a:ext uri="{FF2B5EF4-FFF2-40B4-BE49-F238E27FC236}">
                  <a16:creationId xmlns:a16="http://schemas.microsoft.com/office/drawing/2014/main" id="{C5C1033A-1774-B342-E17C-D3EFA094AAA6}"/>
                </a:ext>
              </a:extLst>
            </p:cNvPr>
            <p:cNvSpPr/>
            <p:nvPr/>
          </p:nvSpPr>
          <p:spPr>
            <a:xfrm>
              <a:off x="5905119" y="10235009"/>
              <a:ext cx="136974" cy="78796"/>
            </a:xfrm>
            <a:prstGeom prst="rect">
              <a:avLst/>
            </a:prstGeom>
            <a:solidFill>
              <a:srgbClr val="4C8444"/>
            </a:solidFill>
            <a:ln w="12700">
              <a:solidFill>
                <a:srgbClr val="4C8444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Shape 62">
              <a:extLst>
                <a:ext uri="{FF2B5EF4-FFF2-40B4-BE49-F238E27FC236}">
                  <a16:creationId xmlns:a16="http://schemas.microsoft.com/office/drawing/2014/main" id="{5064D833-2C8B-4853-5699-92ABB708121F}"/>
                </a:ext>
              </a:extLst>
            </p:cNvPr>
            <p:cNvSpPr/>
            <p:nvPr/>
          </p:nvSpPr>
          <p:spPr>
            <a:xfrm>
              <a:off x="6036299" y="10235009"/>
              <a:ext cx="136974" cy="78796"/>
            </a:xfrm>
            <a:prstGeom prst="rect">
              <a:avLst/>
            </a:prstGeom>
            <a:solidFill>
              <a:srgbClr val="4F8443"/>
            </a:solidFill>
            <a:ln w="12700">
              <a:solidFill>
                <a:srgbClr val="4F8443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Shape 63">
              <a:extLst>
                <a:ext uri="{FF2B5EF4-FFF2-40B4-BE49-F238E27FC236}">
                  <a16:creationId xmlns:a16="http://schemas.microsoft.com/office/drawing/2014/main" id="{28D681E8-8A98-FE51-1713-23D8AB760AE3}"/>
                </a:ext>
              </a:extLst>
            </p:cNvPr>
            <p:cNvSpPr/>
            <p:nvPr/>
          </p:nvSpPr>
          <p:spPr>
            <a:xfrm>
              <a:off x="6167481" y="10235009"/>
              <a:ext cx="136974" cy="78796"/>
            </a:xfrm>
            <a:prstGeom prst="rect">
              <a:avLst/>
            </a:prstGeom>
            <a:solidFill>
              <a:srgbClr val="528542"/>
            </a:solidFill>
            <a:ln w="12700">
              <a:solidFill>
                <a:srgbClr val="528542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" name="Shape 64">
              <a:extLst>
                <a:ext uri="{FF2B5EF4-FFF2-40B4-BE49-F238E27FC236}">
                  <a16:creationId xmlns:a16="http://schemas.microsoft.com/office/drawing/2014/main" id="{0A4C25D3-4296-5313-0B80-CEDDD551F0A6}"/>
                </a:ext>
              </a:extLst>
            </p:cNvPr>
            <p:cNvSpPr/>
            <p:nvPr/>
          </p:nvSpPr>
          <p:spPr>
            <a:xfrm>
              <a:off x="6298661" y="10235009"/>
              <a:ext cx="136974" cy="78796"/>
            </a:xfrm>
            <a:prstGeom prst="rect">
              <a:avLst/>
            </a:prstGeom>
            <a:solidFill>
              <a:srgbClr val="558642"/>
            </a:solidFill>
            <a:ln w="12700">
              <a:solidFill>
                <a:srgbClr val="558642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1" name="Shape 65">
              <a:extLst>
                <a:ext uri="{FF2B5EF4-FFF2-40B4-BE49-F238E27FC236}">
                  <a16:creationId xmlns:a16="http://schemas.microsoft.com/office/drawing/2014/main" id="{89C6A095-A7A5-C4C1-7F27-F03A691C5EC4}"/>
                </a:ext>
              </a:extLst>
            </p:cNvPr>
            <p:cNvSpPr/>
            <p:nvPr/>
          </p:nvSpPr>
          <p:spPr>
            <a:xfrm>
              <a:off x="6429843" y="10235009"/>
              <a:ext cx="136974" cy="78796"/>
            </a:xfrm>
            <a:prstGeom prst="rect">
              <a:avLst/>
            </a:prstGeom>
            <a:solidFill>
              <a:srgbClr val="588641"/>
            </a:solidFill>
            <a:ln w="12700">
              <a:solidFill>
                <a:srgbClr val="58864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2" name="Shape 66">
              <a:extLst>
                <a:ext uri="{FF2B5EF4-FFF2-40B4-BE49-F238E27FC236}">
                  <a16:creationId xmlns:a16="http://schemas.microsoft.com/office/drawing/2014/main" id="{B927C444-1C71-5823-7290-0B72D35E65AF}"/>
                </a:ext>
              </a:extLst>
            </p:cNvPr>
            <p:cNvSpPr/>
            <p:nvPr/>
          </p:nvSpPr>
          <p:spPr>
            <a:xfrm>
              <a:off x="6561023" y="10235009"/>
              <a:ext cx="136974" cy="78796"/>
            </a:xfrm>
            <a:prstGeom prst="rect">
              <a:avLst/>
            </a:prstGeom>
            <a:solidFill>
              <a:srgbClr val="5A8741"/>
            </a:solidFill>
            <a:ln w="12700">
              <a:solidFill>
                <a:srgbClr val="5A874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" name="Shape 67">
              <a:extLst>
                <a:ext uri="{FF2B5EF4-FFF2-40B4-BE49-F238E27FC236}">
                  <a16:creationId xmlns:a16="http://schemas.microsoft.com/office/drawing/2014/main" id="{E774E9A9-3546-C490-3FA7-6B864F27CB2F}"/>
                </a:ext>
              </a:extLst>
            </p:cNvPr>
            <p:cNvSpPr/>
            <p:nvPr/>
          </p:nvSpPr>
          <p:spPr>
            <a:xfrm>
              <a:off x="6692203" y="10235009"/>
              <a:ext cx="136974" cy="78796"/>
            </a:xfrm>
            <a:prstGeom prst="rect">
              <a:avLst/>
            </a:prstGeom>
            <a:solidFill>
              <a:srgbClr val="5D8840"/>
            </a:solidFill>
            <a:ln w="12700">
              <a:solidFill>
                <a:srgbClr val="5D884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Shape 68">
              <a:extLst>
                <a:ext uri="{FF2B5EF4-FFF2-40B4-BE49-F238E27FC236}">
                  <a16:creationId xmlns:a16="http://schemas.microsoft.com/office/drawing/2014/main" id="{20D7F8CD-B56D-1F07-3DD8-D87958D5D135}"/>
                </a:ext>
              </a:extLst>
            </p:cNvPr>
            <p:cNvSpPr/>
            <p:nvPr/>
          </p:nvSpPr>
          <p:spPr>
            <a:xfrm>
              <a:off x="6823385" y="10235009"/>
              <a:ext cx="136974" cy="78796"/>
            </a:xfrm>
            <a:prstGeom prst="rect">
              <a:avLst/>
            </a:prstGeom>
            <a:solidFill>
              <a:srgbClr val="60883F"/>
            </a:solidFill>
            <a:ln w="12700">
              <a:solidFill>
                <a:srgbClr val="60883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" name="Shape 69">
              <a:extLst>
                <a:ext uri="{FF2B5EF4-FFF2-40B4-BE49-F238E27FC236}">
                  <a16:creationId xmlns:a16="http://schemas.microsoft.com/office/drawing/2014/main" id="{7B3526BC-F036-2990-66CA-1212D4C5FEA0}"/>
                </a:ext>
              </a:extLst>
            </p:cNvPr>
            <p:cNvSpPr/>
            <p:nvPr/>
          </p:nvSpPr>
          <p:spPr>
            <a:xfrm>
              <a:off x="6954565" y="10235009"/>
              <a:ext cx="136974" cy="78796"/>
            </a:xfrm>
            <a:prstGeom prst="rect">
              <a:avLst/>
            </a:prstGeom>
            <a:solidFill>
              <a:srgbClr val="63893F"/>
            </a:solidFill>
            <a:ln w="12700">
              <a:solidFill>
                <a:srgbClr val="63893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" name="Shape 70">
              <a:extLst>
                <a:ext uri="{FF2B5EF4-FFF2-40B4-BE49-F238E27FC236}">
                  <a16:creationId xmlns:a16="http://schemas.microsoft.com/office/drawing/2014/main" id="{4503F800-BC2A-5F42-5D66-F3D8757228F1}"/>
                </a:ext>
              </a:extLst>
            </p:cNvPr>
            <p:cNvSpPr/>
            <p:nvPr/>
          </p:nvSpPr>
          <p:spPr>
            <a:xfrm>
              <a:off x="7085747" y="10235009"/>
              <a:ext cx="136974" cy="78796"/>
            </a:xfrm>
            <a:prstGeom prst="rect">
              <a:avLst/>
            </a:prstGeom>
            <a:solidFill>
              <a:srgbClr val="668A3E"/>
            </a:solidFill>
            <a:ln w="12700">
              <a:solidFill>
                <a:srgbClr val="668A3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7" name="Shape 71">
              <a:extLst>
                <a:ext uri="{FF2B5EF4-FFF2-40B4-BE49-F238E27FC236}">
                  <a16:creationId xmlns:a16="http://schemas.microsoft.com/office/drawing/2014/main" id="{2044A3FE-009A-0AEE-E95E-39D0B60BAE00}"/>
                </a:ext>
              </a:extLst>
            </p:cNvPr>
            <p:cNvSpPr/>
            <p:nvPr/>
          </p:nvSpPr>
          <p:spPr>
            <a:xfrm>
              <a:off x="7216927" y="10235009"/>
              <a:ext cx="136974" cy="78796"/>
            </a:xfrm>
            <a:prstGeom prst="rect">
              <a:avLst/>
            </a:prstGeom>
            <a:solidFill>
              <a:srgbClr val="698A3D"/>
            </a:solidFill>
            <a:ln w="12700">
              <a:solidFill>
                <a:srgbClr val="698A3D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8" name="Shape 72">
              <a:extLst>
                <a:ext uri="{FF2B5EF4-FFF2-40B4-BE49-F238E27FC236}">
                  <a16:creationId xmlns:a16="http://schemas.microsoft.com/office/drawing/2014/main" id="{C065D9A9-77F2-16F7-13A6-90C275AAD27A}"/>
                </a:ext>
              </a:extLst>
            </p:cNvPr>
            <p:cNvSpPr/>
            <p:nvPr/>
          </p:nvSpPr>
          <p:spPr>
            <a:xfrm>
              <a:off x="7348107" y="10235009"/>
              <a:ext cx="136974" cy="78796"/>
            </a:xfrm>
            <a:prstGeom prst="rect">
              <a:avLst/>
            </a:prstGeom>
            <a:solidFill>
              <a:srgbClr val="6C8B3D"/>
            </a:solidFill>
            <a:ln w="12700">
              <a:solidFill>
                <a:srgbClr val="6C8B3D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9" name="Shape 73">
              <a:extLst>
                <a:ext uri="{FF2B5EF4-FFF2-40B4-BE49-F238E27FC236}">
                  <a16:creationId xmlns:a16="http://schemas.microsoft.com/office/drawing/2014/main" id="{7544C237-7274-0221-38A5-47E4EE9D83C9}"/>
                </a:ext>
              </a:extLst>
            </p:cNvPr>
            <p:cNvSpPr/>
            <p:nvPr/>
          </p:nvSpPr>
          <p:spPr>
            <a:xfrm>
              <a:off x="7479289" y="10235009"/>
              <a:ext cx="136974" cy="78796"/>
            </a:xfrm>
            <a:prstGeom prst="rect">
              <a:avLst/>
            </a:prstGeom>
            <a:solidFill>
              <a:srgbClr val="6F8C3C"/>
            </a:solidFill>
            <a:ln w="12700">
              <a:solidFill>
                <a:srgbClr val="6F8C3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0" name="Shape 74">
              <a:extLst>
                <a:ext uri="{FF2B5EF4-FFF2-40B4-BE49-F238E27FC236}">
                  <a16:creationId xmlns:a16="http://schemas.microsoft.com/office/drawing/2014/main" id="{A3BBDDB6-A0CE-9444-1FCC-29EE0911AD0C}"/>
                </a:ext>
              </a:extLst>
            </p:cNvPr>
            <p:cNvSpPr/>
            <p:nvPr/>
          </p:nvSpPr>
          <p:spPr>
            <a:xfrm>
              <a:off x="7610469" y="10235009"/>
              <a:ext cx="136974" cy="78796"/>
            </a:xfrm>
            <a:prstGeom prst="rect">
              <a:avLst/>
            </a:prstGeom>
            <a:solidFill>
              <a:srgbClr val="728C3C"/>
            </a:solidFill>
            <a:ln w="12700">
              <a:solidFill>
                <a:srgbClr val="728C3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1" name="Shape 75">
              <a:extLst>
                <a:ext uri="{FF2B5EF4-FFF2-40B4-BE49-F238E27FC236}">
                  <a16:creationId xmlns:a16="http://schemas.microsoft.com/office/drawing/2014/main" id="{31620844-007E-0C9F-F73D-E5961DD1C297}"/>
                </a:ext>
              </a:extLst>
            </p:cNvPr>
            <p:cNvSpPr/>
            <p:nvPr/>
          </p:nvSpPr>
          <p:spPr>
            <a:xfrm>
              <a:off x="7741651" y="10235009"/>
              <a:ext cx="136974" cy="78796"/>
            </a:xfrm>
            <a:prstGeom prst="rect">
              <a:avLst/>
            </a:prstGeom>
            <a:solidFill>
              <a:srgbClr val="758D3B"/>
            </a:solidFill>
            <a:ln w="12700">
              <a:solidFill>
                <a:srgbClr val="758D3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2" name="Shape 76">
              <a:extLst>
                <a:ext uri="{FF2B5EF4-FFF2-40B4-BE49-F238E27FC236}">
                  <a16:creationId xmlns:a16="http://schemas.microsoft.com/office/drawing/2014/main" id="{D2B878BC-AA5B-65D1-5CE1-B67EA8D8B899}"/>
                </a:ext>
              </a:extLst>
            </p:cNvPr>
            <p:cNvSpPr/>
            <p:nvPr/>
          </p:nvSpPr>
          <p:spPr>
            <a:xfrm>
              <a:off x="7872831" y="10235009"/>
              <a:ext cx="136974" cy="78796"/>
            </a:xfrm>
            <a:prstGeom prst="rect">
              <a:avLst/>
            </a:prstGeom>
            <a:solidFill>
              <a:srgbClr val="788E3A"/>
            </a:solidFill>
            <a:ln w="12700">
              <a:solidFill>
                <a:srgbClr val="788E3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3" name="Shape 77">
              <a:extLst>
                <a:ext uri="{FF2B5EF4-FFF2-40B4-BE49-F238E27FC236}">
                  <a16:creationId xmlns:a16="http://schemas.microsoft.com/office/drawing/2014/main" id="{E4E57169-F63C-01D3-8856-CA707858A09B}"/>
                </a:ext>
              </a:extLst>
            </p:cNvPr>
            <p:cNvSpPr/>
            <p:nvPr/>
          </p:nvSpPr>
          <p:spPr>
            <a:xfrm>
              <a:off x="8004011" y="10235009"/>
              <a:ext cx="136974" cy="78796"/>
            </a:xfrm>
            <a:prstGeom prst="rect">
              <a:avLst/>
            </a:prstGeom>
            <a:solidFill>
              <a:srgbClr val="7B8E3A"/>
            </a:solidFill>
            <a:ln w="12700">
              <a:solidFill>
                <a:srgbClr val="7B8E3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4" name="Shape 78">
              <a:extLst>
                <a:ext uri="{FF2B5EF4-FFF2-40B4-BE49-F238E27FC236}">
                  <a16:creationId xmlns:a16="http://schemas.microsoft.com/office/drawing/2014/main" id="{2841AA90-18A6-04A1-D9C4-1BEDB35DE988}"/>
                </a:ext>
              </a:extLst>
            </p:cNvPr>
            <p:cNvSpPr/>
            <p:nvPr/>
          </p:nvSpPr>
          <p:spPr>
            <a:xfrm>
              <a:off x="8135193" y="10235009"/>
              <a:ext cx="136974" cy="78796"/>
            </a:xfrm>
            <a:prstGeom prst="rect">
              <a:avLst/>
            </a:prstGeom>
            <a:solidFill>
              <a:srgbClr val="7E8F39"/>
            </a:solidFill>
            <a:ln w="12700">
              <a:solidFill>
                <a:srgbClr val="7E8F3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5" name="Shape 79">
              <a:extLst>
                <a:ext uri="{FF2B5EF4-FFF2-40B4-BE49-F238E27FC236}">
                  <a16:creationId xmlns:a16="http://schemas.microsoft.com/office/drawing/2014/main" id="{787B6939-DB69-87AB-DEB7-999953495725}"/>
                </a:ext>
              </a:extLst>
            </p:cNvPr>
            <p:cNvSpPr/>
            <p:nvPr/>
          </p:nvSpPr>
          <p:spPr>
            <a:xfrm>
              <a:off x="8266373" y="10235009"/>
              <a:ext cx="136974" cy="78796"/>
            </a:xfrm>
            <a:prstGeom prst="rect">
              <a:avLst/>
            </a:prstGeom>
            <a:solidFill>
              <a:srgbClr val="819038"/>
            </a:solidFill>
            <a:ln w="12700">
              <a:solidFill>
                <a:srgbClr val="81903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" name="Shape 80">
              <a:extLst>
                <a:ext uri="{FF2B5EF4-FFF2-40B4-BE49-F238E27FC236}">
                  <a16:creationId xmlns:a16="http://schemas.microsoft.com/office/drawing/2014/main" id="{EF5D156F-3F4D-BA19-D6F7-880E65F2C243}"/>
                </a:ext>
              </a:extLst>
            </p:cNvPr>
            <p:cNvSpPr/>
            <p:nvPr/>
          </p:nvSpPr>
          <p:spPr>
            <a:xfrm>
              <a:off x="8397555" y="10235009"/>
              <a:ext cx="136974" cy="78796"/>
            </a:xfrm>
            <a:prstGeom prst="rect">
              <a:avLst/>
            </a:prstGeom>
            <a:solidFill>
              <a:srgbClr val="849038"/>
            </a:solidFill>
            <a:ln w="12700">
              <a:solidFill>
                <a:srgbClr val="84903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7" name="Shape 81">
              <a:extLst>
                <a:ext uri="{FF2B5EF4-FFF2-40B4-BE49-F238E27FC236}">
                  <a16:creationId xmlns:a16="http://schemas.microsoft.com/office/drawing/2014/main" id="{86C9E7BE-52F7-7F7B-384B-E534F54546D5}"/>
                </a:ext>
              </a:extLst>
            </p:cNvPr>
            <p:cNvSpPr/>
            <p:nvPr/>
          </p:nvSpPr>
          <p:spPr>
            <a:xfrm>
              <a:off x="8528735" y="10235009"/>
              <a:ext cx="136974" cy="78796"/>
            </a:xfrm>
            <a:prstGeom prst="rect">
              <a:avLst/>
            </a:prstGeom>
            <a:solidFill>
              <a:srgbClr val="879137"/>
            </a:solidFill>
            <a:ln w="12700">
              <a:solidFill>
                <a:srgbClr val="879137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8" name="Shape 82">
              <a:extLst>
                <a:ext uri="{FF2B5EF4-FFF2-40B4-BE49-F238E27FC236}">
                  <a16:creationId xmlns:a16="http://schemas.microsoft.com/office/drawing/2014/main" id="{A382B90D-F3DF-7E04-70C1-5AB4FE8AD1A2}"/>
                </a:ext>
              </a:extLst>
            </p:cNvPr>
            <p:cNvSpPr/>
            <p:nvPr/>
          </p:nvSpPr>
          <p:spPr>
            <a:xfrm>
              <a:off x="8659915" y="10235009"/>
              <a:ext cx="136974" cy="78796"/>
            </a:xfrm>
            <a:prstGeom prst="rect">
              <a:avLst/>
            </a:prstGeom>
            <a:solidFill>
              <a:srgbClr val="8A9237"/>
            </a:solidFill>
            <a:ln w="12700">
              <a:solidFill>
                <a:srgbClr val="8A9237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9" name="Shape 83">
              <a:extLst>
                <a:ext uri="{FF2B5EF4-FFF2-40B4-BE49-F238E27FC236}">
                  <a16:creationId xmlns:a16="http://schemas.microsoft.com/office/drawing/2014/main" id="{BAC7B15B-2255-A856-8802-737A953C61E6}"/>
                </a:ext>
              </a:extLst>
            </p:cNvPr>
            <p:cNvSpPr/>
            <p:nvPr/>
          </p:nvSpPr>
          <p:spPr>
            <a:xfrm>
              <a:off x="8791097" y="10235009"/>
              <a:ext cx="136974" cy="78796"/>
            </a:xfrm>
            <a:prstGeom prst="rect">
              <a:avLst/>
            </a:prstGeom>
            <a:solidFill>
              <a:srgbClr val="8D9236"/>
            </a:solidFill>
            <a:ln w="12700">
              <a:solidFill>
                <a:srgbClr val="8D923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0" name="Shape 84">
              <a:extLst>
                <a:ext uri="{FF2B5EF4-FFF2-40B4-BE49-F238E27FC236}">
                  <a16:creationId xmlns:a16="http://schemas.microsoft.com/office/drawing/2014/main" id="{F54704E2-29FB-E3E5-717C-5FB90FB3E9DE}"/>
                </a:ext>
              </a:extLst>
            </p:cNvPr>
            <p:cNvSpPr/>
            <p:nvPr/>
          </p:nvSpPr>
          <p:spPr>
            <a:xfrm>
              <a:off x="8922277" y="10235009"/>
              <a:ext cx="136974" cy="78796"/>
            </a:xfrm>
            <a:prstGeom prst="rect">
              <a:avLst/>
            </a:prstGeom>
            <a:solidFill>
              <a:srgbClr val="909335"/>
            </a:solidFill>
            <a:ln w="12700">
              <a:solidFill>
                <a:srgbClr val="90933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1" name="Shape 85">
              <a:extLst>
                <a:ext uri="{FF2B5EF4-FFF2-40B4-BE49-F238E27FC236}">
                  <a16:creationId xmlns:a16="http://schemas.microsoft.com/office/drawing/2014/main" id="{86A0D685-5BE5-CC36-3C73-40671ED5A9FF}"/>
                </a:ext>
              </a:extLst>
            </p:cNvPr>
            <p:cNvSpPr/>
            <p:nvPr/>
          </p:nvSpPr>
          <p:spPr>
            <a:xfrm>
              <a:off x="9053459" y="10235009"/>
              <a:ext cx="136974" cy="78796"/>
            </a:xfrm>
            <a:prstGeom prst="rect">
              <a:avLst/>
            </a:prstGeom>
            <a:solidFill>
              <a:srgbClr val="939435"/>
            </a:solidFill>
            <a:ln w="12700">
              <a:solidFill>
                <a:srgbClr val="93943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2" name="Shape 86">
              <a:extLst>
                <a:ext uri="{FF2B5EF4-FFF2-40B4-BE49-F238E27FC236}">
                  <a16:creationId xmlns:a16="http://schemas.microsoft.com/office/drawing/2014/main" id="{3FDBC4F2-9F75-9071-6346-86A9A365D0F5}"/>
                </a:ext>
              </a:extLst>
            </p:cNvPr>
            <p:cNvSpPr/>
            <p:nvPr/>
          </p:nvSpPr>
          <p:spPr>
            <a:xfrm>
              <a:off x="9184639" y="10235009"/>
              <a:ext cx="136974" cy="78796"/>
            </a:xfrm>
            <a:prstGeom prst="rect">
              <a:avLst/>
            </a:prstGeom>
            <a:solidFill>
              <a:srgbClr val="969434"/>
            </a:solidFill>
            <a:ln w="12700">
              <a:solidFill>
                <a:srgbClr val="969434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Shape 87">
              <a:extLst>
                <a:ext uri="{FF2B5EF4-FFF2-40B4-BE49-F238E27FC236}">
                  <a16:creationId xmlns:a16="http://schemas.microsoft.com/office/drawing/2014/main" id="{6349728A-03BE-CA8B-E898-FE3287585138}"/>
                </a:ext>
              </a:extLst>
            </p:cNvPr>
            <p:cNvSpPr/>
            <p:nvPr/>
          </p:nvSpPr>
          <p:spPr>
            <a:xfrm>
              <a:off x="9315819" y="10235009"/>
              <a:ext cx="136974" cy="78796"/>
            </a:xfrm>
            <a:prstGeom prst="rect">
              <a:avLst/>
            </a:prstGeom>
            <a:solidFill>
              <a:srgbClr val="999534"/>
            </a:solidFill>
            <a:ln w="12700">
              <a:solidFill>
                <a:srgbClr val="999534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4" name="Shape 88">
              <a:extLst>
                <a:ext uri="{FF2B5EF4-FFF2-40B4-BE49-F238E27FC236}">
                  <a16:creationId xmlns:a16="http://schemas.microsoft.com/office/drawing/2014/main" id="{F587DA95-4B9A-AB75-1D6D-FF4AB31DEE32}"/>
                </a:ext>
              </a:extLst>
            </p:cNvPr>
            <p:cNvSpPr/>
            <p:nvPr/>
          </p:nvSpPr>
          <p:spPr>
            <a:xfrm>
              <a:off x="9447001" y="10235009"/>
              <a:ext cx="136974" cy="78796"/>
            </a:xfrm>
            <a:prstGeom prst="rect">
              <a:avLst/>
            </a:prstGeom>
            <a:solidFill>
              <a:srgbClr val="9C9633"/>
            </a:solidFill>
            <a:ln w="12700">
              <a:solidFill>
                <a:srgbClr val="9C9633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5" name="Shape 89">
              <a:extLst>
                <a:ext uri="{FF2B5EF4-FFF2-40B4-BE49-F238E27FC236}">
                  <a16:creationId xmlns:a16="http://schemas.microsoft.com/office/drawing/2014/main" id="{C17C5E12-1A60-75D4-01C6-9BA0D29E32AE}"/>
                </a:ext>
              </a:extLst>
            </p:cNvPr>
            <p:cNvSpPr/>
            <p:nvPr/>
          </p:nvSpPr>
          <p:spPr>
            <a:xfrm>
              <a:off x="9578181" y="10235009"/>
              <a:ext cx="136974" cy="78796"/>
            </a:xfrm>
            <a:prstGeom prst="rect">
              <a:avLst/>
            </a:prstGeom>
            <a:solidFill>
              <a:srgbClr val="9F9632"/>
            </a:solidFill>
            <a:ln w="12700">
              <a:solidFill>
                <a:srgbClr val="9F9632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" name="Shape 90">
              <a:extLst>
                <a:ext uri="{FF2B5EF4-FFF2-40B4-BE49-F238E27FC236}">
                  <a16:creationId xmlns:a16="http://schemas.microsoft.com/office/drawing/2014/main" id="{7B807AA1-471B-B20B-3F14-56A24B470E32}"/>
                </a:ext>
              </a:extLst>
            </p:cNvPr>
            <p:cNvSpPr/>
            <p:nvPr/>
          </p:nvSpPr>
          <p:spPr>
            <a:xfrm>
              <a:off x="9709362" y="10235009"/>
              <a:ext cx="136974" cy="78796"/>
            </a:xfrm>
            <a:prstGeom prst="rect">
              <a:avLst/>
            </a:prstGeom>
            <a:solidFill>
              <a:srgbClr val="A29732"/>
            </a:solidFill>
            <a:ln w="12700">
              <a:solidFill>
                <a:srgbClr val="A29732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" name="Shape 91">
              <a:extLst>
                <a:ext uri="{FF2B5EF4-FFF2-40B4-BE49-F238E27FC236}">
                  <a16:creationId xmlns:a16="http://schemas.microsoft.com/office/drawing/2014/main" id="{AA6D2319-84ED-95C9-B68B-AE358EC35A9C}"/>
                </a:ext>
              </a:extLst>
            </p:cNvPr>
            <p:cNvSpPr/>
            <p:nvPr/>
          </p:nvSpPr>
          <p:spPr>
            <a:xfrm>
              <a:off x="9840543" y="10235009"/>
              <a:ext cx="136974" cy="78796"/>
            </a:xfrm>
            <a:prstGeom prst="rect">
              <a:avLst/>
            </a:prstGeom>
            <a:solidFill>
              <a:srgbClr val="A59731"/>
            </a:solidFill>
            <a:ln w="12700">
              <a:solidFill>
                <a:srgbClr val="A5973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" name="Shape 92">
              <a:extLst>
                <a:ext uri="{FF2B5EF4-FFF2-40B4-BE49-F238E27FC236}">
                  <a16:creationId xmlns:a16="http://schemas.microsoft.com/office/drawing/2014/main" id="{08A712E2-DA73-DC14-6A9D-A6320DDE7B4F}"/>
                </a:ext>
              </a:extLst>
            </p:cNvPr>
            <p:cNvSpPr/>
            <p:nvPr/>
          </p:nvSpPr>
          <p:spPr>
            <a:xfrm>
              <a:off x="9971723" y="10235009"/>
              <a:ext cx="136974" cy="78796"/>
            </a:xfrm>
            <a:prstGeom prst="rect">
              <a:avLst/>
            </a:prstGeom>
            <a:solidFill>
              <a:srgbClr val="A89830"/>
            </a:solidFill>
            <a:ln w="12700">
              <a:solidFill>
                <a:srgbClr val="A8983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" name="Shape 93">
              <a:extLst>
                <a:ext uri="{FF2B5EF4-FFF2-40B4-BE49-F238E27FC236}">
                  <a16:creationId xmlns:a16="http://schemas.microsoft.com/office/drawing/2014/main" id="{2A5AC9C4-E032-B2F4-B7E9-5989BBE4E928}"/>
                </a:ext>
              </a:extLst>
            </p:cNvPr>
            <p:cNvSpPr/>
            <p:nvPr/>
          </p:nvSpPr>
          <p:spPr>
            <a:xfrm>
              <a:off x="10102905" y="10235009"/>
              <a:ext cx="136974" cy="78796"/>
            </a:xfrm>
            <a:prstGeom prst="rect">
              <a:avLst/>
            </a:prstGeom>
            <a:solidFill>
              <a:srgbClr val="AB9930"/>
            </a:solidFill>
            <a:ln w="12700">
              <a:solidFill>
                <a:srgbClr val="AB993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0" name="Shape 94">
              <a:extLst>
                <a:ext uri="{FF2B5EF4-FFF2-40B4-BE49-F238E27FC236}">
                  <a16:creationId xmlns:a16="http://schemas.microsoft.com/office/drawing/2014/main" id="{E98F3C73-FA26-7547-82D5-35ADCEAFE095}"/>
                </a:ext>
              </a:extLst>
            </p:cNvPr>
            <p:cNvSpPr/>
            <p:nvPr/>
          </p:nvSpPr>
          <p:spPr>
            <a:xfrm>
              <a:off x="10234085" y="10235009"/>
              <a:ext cx="136974" cy="78796"/>
            </a:xfrm>
            <a:prstGeom prst="rect">
              <a:avLst/>
            </a:prstGeom>
            <a:solidFill>
              <a:srgbClr val="AE992F"/>
            </a:solidFill>
            <a:ln w="12700">
              <a:solidFill>
                <a:srgbClr val="AE992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1" name="Shape 95">
              <a:extLst>
                <a:ext uri="{FF2B5EF4-FFF2-40B4-BE49-F238E27FC236}">
                  <a16:creationId xmlns:a16="http://schemas.microsoft.com/office/drawing/2014/main" id="{50B44257-644F-10E6-3546-DD1CB2500F7D}"/>
                </a:ext>
              </a:extLst>
            </p:cNvPr>
            <p:cNvSpPr/>
            <p:nvPr/>
          </p:nvSpPr>
          <p:spPr>
            <a:xfrm>
              <a:off x="10365266" y="10235009"/>
              <a:ext cx="136974" cy="78796"/>
            </a:xfrm>
            <a:prstGeom prst="rect">
              <a:avLst/>
            </a:prstGeom>
            <a:solidFill>
              <a:srgbClr val="B19A2F"/>
            </a:solidFill>
            <a:ln w="12700">
              <a:solidFill>
                <a:srgbClr val="B19A2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2" name="Shape 96">
              <a:extLst>
                <a:ext uri="{FF2B5EF4-FFF2-40B4-BE49-F238E27FC236}">
                  <a16:creationId xmlns:a16="http://schemas.microsoft.com/office/drawing/2014/main" id="{9ADAA2AC-4618-910F-110E-F06B7B74B36E}"/>
                </a:ext>
              </a:extLst>
            </p:cNvPr>
            <p:cNvSpPr/>
            <p:nvPr/>
          </p:nvSpPr>
          <p:spPr>
            <a:xfrm>
              <a:off x="10496447" y="10235009"/>
              <a:ext cx="136974" cy="78796"/>
            </a:xfrm>
            <a:prstGeom prst="rect">
              <a:avLst/>
            </a:prstGeom>
            <a:solidFill>
              <a:srgbClr val="B49B2E"/>
            </a:solidFill>
            <a:ln w="12700">
              <a:solidFill>
                <a:srgbClr val="B49B2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Shape 97">
              <a:extLst>
                <a:ext uri="{FF2B5EF4-FFF2-40B4-BE49-F238E27FC236}">
                  <a16:creationId xmlns:a16="http://schemas.microsoft.com/office/drawing/2014/main" id="{F07B3BF0-2035-9B30-28CC-33BCAE55274C}"/>
                </a:ext>
              </a:extLst>
            </p:cNvPr>
            <p:cNvSpPr/>
            <p:nvPr/>
          </p:nvSpPr>
          <p:spPr>
            <a:xfrm>
              <a:off x="10627627" y="10235009"/>
              <a:ext cx="136974" cy="78796"/>
            </a:xfrm>
            <a:prstGeom prst="rect">
              <a:avLst/>
            </a:prstGeom>
            <a:solidFill>
              <a:srgbClr val="B79B2D"/>
            </a:solidFill>
            <a:ln w="12700">
              <a:solidFill>
                <a:srgbClr val="B79B2D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4" name="Shape 98">
              <a:extLst>
                <a:ext uri="{FF2B5EF4-FFF2-40B4-BE49-F238E27FC236}">
                  <a16:creationId xmlns:a16="http://schemas.microsoft.com/office/drawing/2014/main" id="{FAF41887-03DA-616D-2F16-8AC1F59A0FE8}"/>
                </a:ext>
              </a:extLst>
            </p:cNvPr>
            <p:cNvSpPr/>
            <p:nvPr/>
          </p:nvSpPr>
          <p:spPr>
            <a:xfrm>
              <a:off x="10758808" y="10235009"/>
              <a:ext cx="136974" cy="78796"/>
            </a:xfrm>
            <a:prstGeom prst="rect">
              <a:avLst/>
            </a:prstGeom>
            <a:solidFill>
              <a:srgbClr val="BA9C2D"/>
            </a:solidFill>
            <a:ln w="12700">
              <a:solidFill>
                <a:srgbClr val="BA9C2D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5" name="Shape 99">
              <a:extLst>
                <a:ext uri="{FF2B5EF4-FFF2-40B4-BE49-F238E27FC236}">
                  <a16:creationId xmlns:a16="http://schemas.microsoft.com/office/drawing/2014/main" id="{25E6D19B-E17D-1A21-C88B-2931BF0023CD}"/>
                </a:ext>
              </a:extLst>
            </p:cNvPr>
            <p:cNvSpPr/>
            <p:nvPr/>
          </p:nvSpPr>
          <p:spPr>
            <a:xfrm>
              <a:off x="10889989" y="10235009"/>
              <a:ext cx="136974" cy="78796"/>
            </a:xfrm>
            <a:prstGeom prst="rect">
              <a:avLst/>
            </a:prstGeom>
            <a:solidFill>
              <a:srgbClr val="BD9D2C"/>
            </a:solidFill>
            <a:ln w="12700">
              <a:solidFill>
                <a:srgbClr val="BD9D2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" name="Shape 100">
              <a:extLst>
                <a:ext uri="{FF2B5EF4-FFF2-40B4-BE49-F238E27FC236}">
                  <a16:creationId xmlns:a16="http://schemas.microsoft.com/office/drawing/2014/main" id="{222D0D90-4B8F-EBAD-3E31-23B8DEAEDC61}"/>
                </a:ext>
              </a:extLst>
            </p:cNvPr>
            <p:cNvSpPr/>
            <p:nvPr/>
          </p:nvSpPr>
          <p:spPr>
            <a:xfrm>
              <a:off x="11021170" y="10235009"/>
              <a:ext cx="136974" cy="78796"/>
            </a:xfrm>
            <a:prstGeom prst="rect">
              <a:avLst/>
            </a:prstGeom>
            <a:solidFill>
              <a:srgbClr val="C09D2B"/>
            </a:solidFill>
            <a:ln w="12700">
              <a:solidFill>
                <a:srgbClr val="C09D2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" name="Shape 101">
              <a:extLst>
                <a:ext uri="{FF2B5EF4-FFF2-40B4-BE49-F238E27FC236}">
                  <a16:creationId xmlns:a16="http://schemas.microsoft.com/office/drawing/2014/main" id="{5C2E4937-10AC-66CE-CA91-58BA19652672}"/>
                </a:ext>
              </a:extLst>
            </p:cNvPr>
            <p:cNvSpPr/>
            <p:nvPr/>
          </p:nvSpPr>
          <p:spPr>
            <a:xfrm>
              <a:off x="11152351" y="10235009"/>
              <a:ext cx="136974" cy="78796"/>
            </a:xfrm>
            <a:prstGeom prst="rect">
              <a:avLst/>
            </a:prstGeom>
            <a:solidFill>
              <a:srgbClr val="C39E2B"/>
            </a:solidFill>
            <a:ln w="12700">
              <a:solidFill>
                <a:srgbClr val="C39E2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8" name="Shape 102">
              <a:extLst>
                <a:ext uri="{FF2B5EF4-FFF2-40B4-BE49-F238E27FC236}">
                  <a16:creationId xmlns:a16="http://schemas.microsoft.com/office/drawing/2014/main" id="{CC96C2A7-22FC-EACC-D6F7-1D6190AFF7F2}"/>
                </a:ext>
              </a:extLst>
            </p:cNvPr>
            <p:cNvSpPr/>
            <p:nvPr/>
          </p:nvSpPr>
          <p:spPr>
            <a:xfrm>
              <a:off x="11283531" y="10235009"/>
              <a:ext cx="136974" cy="78796"/>
            </a:xfrm>
            <a:prstGeom prst="rect">
              <a:avLst/>
            </a:prstGeom>
            <a:solidFill>
              <a:srgbClr val="C69F2A"/>
            </a:solidFill>
            <a:ln w="12700">
              <a:solidFill>
                <a:srgbClr val="C69F2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9" name="Shape 103">
              <a:extLst>
                <a:ext uri="{FF2B5EF4-FFF2-40B4-BE49-F238E27FC236}">
                  <a16:creationId xmlns:a16="http://schemas.microsoft.com/office/drawing/2014/main" id="{5426AA9C-C4D2-80D5-E619-898C1C209A93}"/>
                </a:ext>
              </a:extLst>
            </p:cNvPr>
            <p:cNvSpPr/>
            <p:nvPr/>
          </p:nvSpPr>
          <p:spPr>
            <a:xfrm>
              <a:off x="11414712" y="10235009"/>
              <a:ext cx="136974" cy="78796"/>
            </a:xfrm>
            <a:prstGeom prst="rect">
              <a:avLst/>
            </a:prstGeom>
            <a:solidFill>
              <a:srgbClr val="C99F2A"/>
            </a:solidFill>
            <a:ln w="12700">
              <a:solidFill>
                <a:srgbClr val="C99F2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0" name="Shape 104">
              <a:extLst>
                <a:ext uri="{FF2B5EF4-FFF2-40B4-BE49-F238E27FC236}">
                  <a16:creationId xmlns:a16="http://schemas.microsoft.com/office/drawing/2014/main" id="{E66C0D1E-5B08-AA18-258A-888731F38578}"/>
                </a:ext>
              </a:extLst>
            </p:cNvPr>
            <p:cNvSpPr/>
            <p:nvPr/>
          </p:nvSpPr>
          <p:spPr>
            <a:xfrm>
              <a:off x="11545893" y="10235009"/>
              <a:ext cx="136974" cy="78796"/>
            </a:xfrm>
            <a:prstGeom prst="rect">
              <a:avLst/>
            </a:prstGeom>
            <a:solidFill>
              <a:srgbClr val="CCA029"/>
            </a:solidFill>
            <a:ln w="12700">
              <a:solidFill>
                <a:srgbClr val="CCA02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1" name="Shape 105">
              <a:extLst>
                <a:ext uri="{FF2B5EF4-FFF2-40B4-BE49-F238E27FC236}">
                  <a16:creationId xmlns:a16="http://schemas.microsoft.com/office/drawing/2014/main" id="{508E7AD4-9358-1F69-535C-FEEB7C86DF7C}"/>
                </a:ext>
              </a:extLst>
            </p:cNvPr>
            <p:cNvSpPr/>
            <p:nvPr/>
          </p:nvSpPr>
          <p:spPr>
            <a:xfrm>
              <a:off x="11677074" y="10235009"/>
              <a:ext cx="136974" cy="78796"/>
            </a:xfrm>
            <a:prstGeom prst="rect">
              <a:avLst/>
            </a:prstGeom>
            <a:solidFill>
              <a:srgbClr val="CFA128"/>
            </a:solidFill>
            <a:ln w="12700">
              <a:solidFill>
                <a:srgbClr val="CFA12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2" name="Shape 106">
              <a:extLst>
                <a:ext uri="{FF2B5EF4-FFF2-40B4-BE49-F238E27FC236}">
                  <a16:creationId xmlns:a16="http://schemas.microsoft.com/office/drawing/2014/main" id="{F3934C89-3F8B-2521-46A1-34884712B4A2}"/>
                </a:ext>
              </a:extLst>
            </p:cNvPr>
            <p:cNvSpPr/>
            <p:nvPr/>
          </p:nvSpPr>
          <p:spPr>
            <a:xfrm>
              <a:off x="11808255" y="10235009"/>
              <a:ext cx="136974" cy="78796"/>
            </a:xfrm>
            <a:prstGeom prst="rect">
              <a:avLst/>
            </a:prstGeom>
            <a:solidFill>
              <a:srgbClr val="D0A028"/>
            </a:solidFill>
            <a:ln w="12700">
              <a:solidFill>
                <a:srgbClr val="D0A02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3" name="Shape 107">
              <a:extLst>
                <a:ext uri="{FF2B5EF4-FFF2-40B4-BE49-F238E27FC236}">
                  <a16:creationId xmlns:a16="http://schemas.microsoft.com/office/drawing/2014/main" id="{6ED6368C-38BC-1285-1B95-C54F14CD4A5E}"/>
                </a:ext>
              </a:extLst>
            </p:cNvPr>
            <p:cNvSpPr/>
            <p:nvPr/>
          </p:nvSpPr>
          <p:spPr>
            <a:xfrm>
              <a:off x="11939435" y="10235009"/>
              <a:ext cx="136974" cy="78796"/>
            </a:xfrm>
            <a:prstGeom prst="rect">
              <a:avLst/>
            </a:prstGeom>
            <a:solidFill>
              <a:srgbClr val="CF9E28"/>
            </a:solidFill>
            <a:ln w="12700">
              <a:solidFill>
                <a:srgbClr val="CF9E2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4" name="Shape 108">
              <a:extLst>
                <a:ext uri="{FF2B5EF4-FFF2-40B4-BE49-F238E27FC236}">
                  <a16:creationId xmlns:a16="http://schemas.microsoft.com/office/drawing/2014/main" id="{AA0C2530-EAEC-975D-C03B-15E40F76FD15}"/>
                </a:ext>
              </a:extLst>
            </p:cNvPr>
            <p:cNvSpPr/>
            <p:nvPr/>
          </p:nvSpPr>
          <p:spPr>
            <a:xfrm>
              <a:off x="12070616" y="10235009"/>
              <a:ext cx="136974" cy="78796"/>
            </a:xfrm>
            <a:prstGeom prst="rect">
              <a:avLst/>
            </a:prstGeom>
            <a:solidFill>
              <a:srgbClr val="CE9B28"/>
            </a:solidFill>
            <a:ln w="12700">
              <a:solidFill>
                <a:srgbClr val="CE9B2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5" name="Shape 109">
              <a:extLst>
                <a:ext uri="{FF2B5EF4-FFF2-40B4-BE49-F238E27FC236}">
                  <a16:creationId xmlns:a16="http://schemas.microsoft.com/office/drawing/2014/main" id="{79CB9FA5-F74D-8973-2ED2-C75788670595}"/>
                </a:ext>
              </a:extLst>
            </p:cNvPr>
            <p:cNvSpPr/>
            <p:nvPr/>
          </p:nvSpPr>
          <p:spPr>
            <a:xfrm>
              <a:off x="12201797" y="10235009"/>
              <a:ext cx="136974" cy="78796"/>
            </a:xfrm>
            <a:prstGeom prst="rect">
              <a:avLst/>
            </a:prstGeom>
            <a:solidFill>
              <a:srgbClr val="CD9928"/>
            </a:solidFill>
            <a:ln w="12700">
              <a:solidFill>
                <a:srgbClr val="CD992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" name="Shape 110">
              <a:extLst>
                <a:ext uri="{FF2B5EF4-FFF2-40B4-BE49-F238E27FC236}">
                  <a16:creationId xmlns:a16="http://schemas.microsoft.com/office/drawing/2014/main" id="{A1001948-B203-3FCE-7D4C-8AAA3A78B311}"/>
                </a:ext>
              </a:extLst>
            </p:cNvPr>
            <p:cNvSpPr/>
            <p:nvPr/>
          </p:nvSpPr>
          <p:spPr>
            <a:xfrm>
              <a:off x="12332978" y="10235009"/>
              <a:ext cx="136974" cy="78796"/>
            </a:xfrm>
            <a:prstGeom prst="rect">
              <a:avLst/>
            </a:prstGeom>
            <a:solidFill>
              <a:srgbClr val="CC9729"/>
            </a:solidFill>
            <a:ln w="12700">
              <a:solidFill>
                <a:srgbClr val="CC972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" name="Shape 111">
              <a:extLst>
                <a:ext uri="{FF2B5EF4-FFF2-40B4-BE49-F238E27FC236}">
                  <a16:creationId xmlns:a16="http://schemas.microsoft.com/office/drawing/2014/main" id="{2226BB03-A2F3-ED9A-861B-445696D9BA5B}"/>
                </a:ext>
              </a:extLst>
            </p:cNvPr>
            <p:cNvSpPr/>
            <p:nvPr/>
          </p:nvSpPr>
          <p:spPr>
            <a:xfrm>
              <a:off x="12464158" y="10235009"/>
              <a:ext cx="136974" cy="78796"/>
            </a:xfrm>
            <a:prstGeom prst="rect">
              <a:avLst/>
            </a:prstGeom>
            <a:solidFill>
              <a:srgbClr val="CB9529"/>
            </a:solidFill>
            <a:ln w="12700">
              <a:solidFill>
                <a:srgbClr val="CB952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" name="Shape 112">
              <a:extLst>
                <a:ext uri="{FF2B5EF4-FFF2-40B4-BE49-F238E27FC236}">
                  <a16:creationId xmlns:a16="http://schemas.microsoft.com/office/drawing/2014/main" id="{BB036F08-A565-7C55-C764-A8E4DA24B889}"/>
                </a:ext>
              </a:extLst>
            </p:cNvPr>
            <p:cNvSpPr/>
            <p:nvPr/>
          </p:nvSpPr>
          <p:spPr>
            <a:xfrm>
              <a:off x="12595339" y="10235009"/>
              <a:ext cx="136974" cy="78796"/>
            </a:xfrm>
            <a:prstGeom prst="rect">
              <a:avLst/>
            </a:prstGeom>
            <a:solidFill>
              <a:srgbClr val="CB9229"/>
            </a:solidFill>
            <a:ln w="12700">
              <a:solidFill>
                <a:srgbClr val="CB922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9" name="Shape 113">
              <a:extLst>
                <a:ext uri="{FF2B5EF4-FFF2-40B4-BE49-F238E27FC236}">
                  <a16:creationId xmlns:a16="http://schemas.microsoft.com/office/drawing/2014/main" id="{6A651A81-A818-B74A-D2A1-DDF7E749D3EF}"/>
                </a:ext>
              </a:extLst>
            </p:cNvPr>
            <p:cNvSpPr/>
            <p:nvPr/>
          </p:nvSpPr>
          <p:spPr>
            <a:xfrm>
              <a:off x="12726520" y="10235009"/>
              <a:ext cx="136974" cy="78796"/>
            </a:xfrm>
            <a:prstGeom prst="rect">
              <a:avLst/>
            </a:prstGeom>
            <a:solidFill>
              <a:srgbClr val="CA9029"/>
            </a:solidFill>
            <a:ln w="12700">
              <a:solidFill>
                <a:srgbClr val="CA902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0" name="Shape 114">
              <a:extLst>
                <a:ext uri="{FF2B5EF4-FFF2-40B4-BE49-F238E27FC236}">
                  <a16:creationId xmlns:a16="http://schemas.microsoft.com/office/drawing/2014/main" id="{799F8188-7718-E917-7C6D-DAC035B050D8}"/>
                </a:ext>
              </a:extLst>
            </p:cNvPr>
            <p:cNvSpPr/>
            <p:nvPr/>
          </p:nvSpPr>
          <p:spPr>
            <a:xfrm>
              <a:off x="12857701" y="10235009"/>
              <a:ext cx="136974" cy="78796"/>
            </a:xfrm>
            <a:prstGeom prst="rect">
              <a:avLst/>
            </a:prstGeom>
            <a:solidFill>
              <a:srgbClr val="C98E29"/>
            </a:solidFill>
            <a:ln w="12700">
              <a:solidFill>
                <a:srgbClr val="C98E2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1" name="Shape 115">
              <a:extLst>
                <a:ext uri="{FF2B5EF4-FFF2-40B4-BE49-F238E27FC236}">
                  <a16:creationId xmlns:a16="http://schemas.microsoft.com/office/drawing/2014/main" id="{58B40E26-089F-D1E9-D325-658708755493}"/>
                </a:ext>
              </a:extLst>
            </p:cNvPr>
            <p:cNvSpPr/>
            <p:nvPr/>
          </p:nvSpPr>
          <p:spPr>
            <a:xfrm>
              <a:off x="12988882" y="10235009"/>
              <a:ext cx="136974" cy="78796"/>
            </a:xfrm>
            <a:prstGeom prst="rect">
              <a:avLst/>
            </a:prstGeom>
            <a:solidFill>
              <a:srgbClr val="C88C29"/>
            </a:solidFill>
            <a:ln w="12700">
              <a:solidFill>
                <a:srgbClr val="C88C2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2" name="Shape 116">
              <a:extLst>
                <a:ext uri="{FF2B5EF4-FFF2-40B4-BE49-F238E27FC236}">
                  <a16:creationId xmlns:a16="http://schemas.microsoft.com/office/drawing/2014/main" id="{1C6776C7-20B4-FA0A-FB4E-C4D12C9B4287}"/>
                </a:ext>
              </a:extLst>
            </p:cNvPr>
            <p:cNvSpPr/>
            <p:nvPr/>
          </p:nvSpPr>
          <p:spPr>
            <a:xfrm>
              <a:off x="13120062" y="10235009"/>
              <a:ext cx="136974" cy="78796"/>
            </a:xfrm>
            <a:prstGeom prst="rect">
              <a:avLst/>
            </a:prstGeom>
            <a:solidFill>
              <a:srgbClr val="C78929"/>
            </a:solidFill>
            <a:ln w="12700">
              <a:solidFill>
                <a:srgbClr val="C7892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Shape 117">
              <a:extLst>
                <a:ext uri="{FF2B5EF4-FFF2-40B4-BE49-F238E27FC236}">
                  <a16:creationId xmlns:a16="http://schemas.microsoft.com/office/drawing/2014/main" id="{C476636D-DC59-6BA8-2934-338B35A63DF8}"/>
                </a:ext>
              </a:extLst>
            </p:cNvPr>
            <p:cNvSpPr/>
            <p:nvPr/>
          </p:nvSpPr>
          <p:spPr>
            <a:xfrm>
              <a:off x="13251243" y="10235009"/>
              <a:ext cx="136974" cy="78796"/>
            </a:xfrm>
            <a:prstGeom prst="rect">
              <a:avLst/>
            </a:prstGeom>
            <a:solidFill>
              <a:srgbClr val="C68729"/>
            </a:solidFill>
            <a:ln w="12700">
              <a:solidFill>
                <a:srgbClr val="C6872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Shape 118">
              <a:extLst>
                <a:ext uri="{FF2B5EF4-FFF2-40B4-BE49-F238E27FC236}">
                  <a16:creationId xmlns:a16="http://schemas.microsoft.com/office/drawing/2014/main" id="{DC15215F-BBFF-9D5B-EFA1-20D0C859E212}"/>
                </a:ext>
              </a:extLst>
            </p:cNvPr>
            <p:cNvSpPr/>
            <p:nvPr/>
          </p:nvSpPr>
          <p:spPr>
            <a:xfrm>
              <a:off x="13382424" y="10235009"/>
              <a:ext cx="136974" cy="78796"/>
            </a:xfrm>
            <a:prstGeom prst="rect">
              <a:avLst/>
            </a:prstGeom>
            <a:solidFill>
              <a:srgbClr val="C58529"/>
            </a:solidFill>
            <a:ln w="12700">
              <a:solidFill>
                <a:srgbClr val="C5852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5" name="Shape 119">
              <a:extLst>
                <a:ext uri="{FF2B5EF4-FFF2-40B4-BE49-F238E27FC236}">
                  <a16:creationId xmlns:a16="http://schemas.microsoft.com/office/drawing/2014/main" id="{4C72CFAD-00C5-C930-2511-8B71179DF72C}"/>
                </a:ext>
              </a:extLst>
            </p:cNvPr>
            <p:cNvSpPr/>
            <p:nvPr/>
          </p:nvSpPr>
          <p:spPr>
            <a:xfrm>
              <a:off x="13513604" y="10235009"/>
              <a:ext cx="136974" cy="78796"/>
            </a:xfrm>
            <a:prstGeom prst="rect">
              <a:avLst/>
            </a:prstGeom>
            <a:solidFill>
              <a:srgbClr val="C5832A"/>
            </a:solidFill>
            <a:ln w="12700">
              <a:solidFill>
                <a:srgbClr val="C5832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6" name="Shape 120">
              <a:extLst>
                <a:ext uri="{FF2B5EF4-FFF2-40B4-BE49-F238E27FC236}">
                  <a16:creationId xmlns:a16="http://schemas.microsoft.com/office/drawing/2014/main" id="{78BFC992-A8D7-0CE9-6335-0179C93EEA25}"/>
                </a:ext>
              </a:extLst>
            </p:cNvPr>
            <p:cNvSpPr/>
            <p:nvPr/>
          </p:nvSpPr>
          <p:spPr>
            <a:xfrm>
              <a:off x="13644786" y="10235009"/>
              <a:ext cx="136974" cy="78796"/>
            </a:xfrm>
            <a:prstGeom prst="rect">
              <a:avLst/>
            </a:prstGeom>
            <a:solidFill>
              <a:srgbClr val="C4802A"/>
            </a:solidFill>
            <a:ln w="12700">
              <a:solidFill>
                <a:srgbClr val="C4802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" name="Shape 121">
              <a:extLst>
                <a:ext uri="{FF2B5EF4-FFF2-40B4-BE49-F238E27FC236}">
                  <a16:creationId xmlns:a16="http://schemas.microsoft.com/office/drawing/2014/main" id="{4F4C6658-93F2-32B5-1564-45D651041C11}"/>
                </a:ext>
              </a:extLst>
            </p:cNvPr>
            <p:cNvSpPr/>
            <p:nvPr/>
          </p:nvSpPr>
          <p:spPr>
            <a:xfrm>
              <a:off x="13775966" y="10235009"/>
              <a:ext cx="136974" cy="78796"/>
            </a:xfrm>
            <a:prstGeom prst="rect">
              <a:avLst/>
            </a:prstGeom>
            <a:solidFill>
              <a:srgbClr val="C37E2A"/>
            </a:solidFill>
            <a:ln w="12700">
              <a:solidFill>
                <a:srgbClr val="C37E2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8" name="Shape 122">
              <a:extLst>
                <a:ext uri="{FF2B5EF4-FFF2-40B4-BE49-F238E27FC236}">
                  <a16:creationId xmlns:a16="http://schemas.microsoft.com/office/drawing/2014/main" id="{53A41AC2-A4B4-3C21-360D-DD974104FF99}"/>
                </a:ext>
              </a:extLst>
            </p:cNvPr>
            <p:cNvSpPr/>
            <p:nvPr/>
          </p:nvSpPr>
          <p:spPr>
            <a:xfrm>
              <a:off x="13907147" y="10235009"/>
              <a:ext cx="136974" cy="78796"/>
            </a:xfrm>
            <a:prstGeom prst="rect">
              <a:avLst/>
            </a:prstGeom>
            <a:solidFill>
              <a:srgbClr val="C27C2A"/>
            </a:solidFill>
            <a:ln w="12700">
              <a:solidFill>
                <a:srgbClr val="C27C2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9" name="Shape 123">
              <a:extLst>
                <a:ext uri="{FF2B5EF4-FFF2-40B4-BE49-F238E27FC236}">
                  <a16:creationId xmlns:a16="http://schemas.microsoft.com/office/drawing/2014/main" id="{6CCD9BD7-C78C-BF7E-2791-53EFF0AF83EA}"/>
                </a:ext>
              </a:extLst>
            </p:cNvPr>
            <p:cNvSpPr/>
            <p:nvPr/>
          </p:nvSpPr>
          <p:spPr>
            <a:xfrm>
              <a:off x="14038328" y="10235009"/>
              <a:ext cx="136974" cy="78796"/>
            </a:xfrm>
            <a:prstGeom prst="rect">
              <a:avLst/>
            </a:prstGeom>
            <a:solidFill>
              <a:srgbClr val="C17A2A"/>
            </a:solidFill>
            <a:ln w="12700">
              <a:solidFill>
                <a:srgbClr val="C17A2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0" name="Shape 124">
              <a:extLst>
                <a:ext uri="{FF2B5EF4-FFF2-40B4-BE49-F238E27FC236}">
                  <a16:creationId xmlns:a16="http://schemas.microsoft.com/office/drawing/2014/main" id="{E709C9A9-D189-1EAD-0358-89B4997486CB}"/>
                </a:ext>
              </a:extLst>
            </p:cNvPr>
            <p:cNvSpPr/>
            <p:nvPr/>
          </p:nvSpPr>
          <p:spPr>
            <a:xfrm>
              <a:off x="14169508" y="10235009"/>
              <a:ext cx="136974" cy="78796"/>
            </a:xfrm>
            <a:prstGeom prst="rect">
              <a:avLst/>
            </a:prstGeom>
            <a:solidFill>
              <a:srgbClr val="C0772A"/>
            </a:solidFill>
            <a:ln w="12700">
              <a:solidFill>
                <a:srgbClr val="C0772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1" name="Shape 125">
              <a:extLst>
                <a:ext uri="{FF2B5EF4-FFF2-40B4-BE49-F238E27FC236}">
                  <a16:creationId xmlns:a16="http://schemas.microsoft.com/office/drawing/2014/main" id="{7B0049B8-978E-1E85-5BA7-BBFF28D7E0E5}"/>
                </a:ext>
              </a:extLst>
            </p:cNvPr>
            <p:cNvSpPr/>
            <p:nvPr/>
          </p:nvSpPr>
          <p:spPr>
            <a:xfrm>
              <a:off x="14300690" y="10235009"/>
              <a:ext cx="136974" cy="78796"/>
            </a:xfrm>
            <a:prstGeom prst="rect">
              <a:avLst/>
            </a:prstGeom>
            <a:solidFill>
              <a:srgbClr val="C0752A"/>
            </a:solidFill>
            <a:ln w="12700">
              <a:solidFill>
                <a:srgbClr val="C0752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Shape 126">
              <a:extLst>
                <a:ext uri="{FF2B5EF4-FFF2-40B4-BE49-F238E27FC236}">
                  <a16:creationId xmlns:a16="http://schemas.microsoft.com/office/drawing/2014/main" id="{27D78498-1BB8-8534-C908-5EE9D6BAC930}"/>
                </a:ext>
              </a:extLst>
            </p:cNvPr>
            <p:cNvSpPr/>
            <p:nvPr/>
          </p:nvSpPr>
          <p:spPr>
            <a:xfrm>
              <a:off x="14431870" y="10235009"/>
              <a:ext cx="136974" cy="78796"/>
            </a:xfrm>
            <a:prstGeom prst="rect">
              <a:avLst/>
            </a:prstGeom>
            <a:solidFill>
              <a:srgbClr val="BF732A"/>
            </a:solidFill>
            <a:ln w="12700">
              <a:solidFill>
                <a:srgbClr val="BF732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Shape 127">
              <a:extLst>
                <a:ext uri="{FF2B5EF4-FFF2-40B4-BE49-F238E27FC236}">
                  <a16:creationId xmlns:a16="http://schemas.microsoft.com/office/drawing/2014/main" id="{7307FD0C-CCF6-C1B7-F299-7F0102E0AC2E}"/>
                </a:ext>
              </a:extLst>
            </p:cNvPr>
            <p:cNvSpPr/>
            <p:nvPr/>
          </p:nvSpPr>
          <p:spPr>
            <a:xfrm>
              <a:off x="14563051" y="10235009"/>
              <a:ext cx="136974" cy="78796"/>
            </a:xfrm>
            <a:prstGeom prst="rect">
              <a:avLst/>
            </a:prstGeom>
            <a:solidFill>
              <a:srgbClr val="BE712B"/>
            </a:solidFill>
            <a:ln w="12700">
              <a:solidFill>
                <a:srgbClr val="BE712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4" name="Shape 128">
              <a:extLst>
                <a:ext uri="{FF2B5EF4-FFF2-40B4-BE49-F238E27FC236}">
                  <a16:creationId xmlns:a16="http://schemas.microsoft.com/office/drawing/2014/main" id="{2F89803B-494A-ABB7-0C7E-395943830D71}"/>
                </a:ext>
              </a:extLst>
            </p:cNvPr>
            <p:cNvSpPr/>
            <p:nvPr/>
          </p:nvSpPr>
          <p:spPr>
            <a:xfrm>
              <a:off x="14694232" y="10235009"/>
              <a:ext cx="136974" cy="78796"/>
            </a:xfrm>
            <a:prstGeom prst="rect">
              <a:avLst/>
            </a:prstGeom>
            <a:solidFill>
              <a:srgbClr val="BD6E2B"/>
            </a:solidFill>
            <a:ln w="12700">
              <a:solidFill>
                <a:srgbClr val="BD6E2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5" name="Shape 129">
              <a:extLst>
                <a:ext uri="{FF2B5EF4-FFF2-40B4-BE49-F238E27FC236}">
                  <a16:creationId xmlns:a16="http://schemas.microsoft.com/office/drawing/2014/main" id="{BCD1FE37-6B0C-2E21-5D0C-A1996E064B2D}"/>
                </a:ext>
              </a:extLst>
            </p:cNvPr>
            <p:cNvSpPr/>
            <p:nvPr/>
          </p:nvSpPr>
          <p:spPr>
            <a:xfrm>
              <a:off x="14825412" y="10235009"/>
              <a:ext cx="136974" cy="78796"/>
            </a:xfrm>
            <a:prstGeom prst="rect">
              <a:avLst/>
            </a:prstGeom>
            <a:solidFill>
              <a:srgbClr val="BC6C2B"/>
            </a:solidFill>
            <a:ln w="12700">
              <a:solidFill>
                <a:srgbClr val="BC6C2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6" name="Shape 130">
              <a:extLst>
                <a:ext uri="{FF2B5EF4-FFF2-40B4-BE49-F238E27FC236}">
                  <a16:creationId xmlns:a16="http://schemas.microsoft.com/office/drawing/2014/main" id="{1C7888DC-4693-5635-417D-4F83ECF21539}"/>
                </a:ext>
              </a:extLst>
            </p:cNvPr>
            <p:cNvSpPr/>
            <p:nvPr/>
          </p:nvSpPr>
          <p:spPr>
            <a:xfrm>
              <a:off x="14956594" y="10235009"/>
              <a:ext cx="136974" cy="78796"/>
            </a:xfrm>
            <a:prstGeom prst="rect">
              <a:avLst/>
            </a:prstGeom>
            <a:solidFill>
              <a:srgbClr val="BB6A2B"/>
            </a:solidFill>
            <a:ln w="12700">
              <a:solidFill>
                <a:srgbClr val="BB6A2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" name="Shape 131">
              <a:extLst>
                <a:ext uri="{FF2B5EF4-FFF2-40B4-BE49-F238E27FC236}">
                  <a16:creationId xmlns:a16="http://schemas.microsoft.com/office/drawing/2014/main" id="{69AB734B-E95C-9529-7C8E-0612CCDFB96E}"/>
                </a:ext>
              </a:extLst>
            </p:cNvPr>
            <p:cNvSpPr/>
            <p:nvPr/>
          </p:nvSpPr>
          <p:spPr>
            <a:xfrm>
              <a:off x="15087774" y="10235009"/>
              <a:ext cx="136974" cy="78796"/>
            </a:xfrm>
            <a:prstGeom prst="rect">
              <a:avLst/>
            </a:prstGeom>
            <a:solidFill>
              <a:srgbClr val="BB682B"/>
            </a:solidFill>
            <a:ln w="12700">
              <a:solidFill>
                <a:srgbClr val="BB682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" name="Shape 132">
              <a:extLst>
                <a:ext uri="{FF2B5EF4-FFF2-40B4-BE49-F238E27FC236}">
                  <a16:creationId xmlns:a16="http://schemas.microsoft.com/office/drawing/2014/main" id="{CCD29E10-3E24-3B94-5C23-48164A7B90A2}"/>
                </a:ext>
              </a:extLst>
            </p:cNvPr>
            <p:cNvSpPr/>
            <p:nvPr/>
          </p:nvSpPr>
          <p:spPr>
            <a:xfrm>
              <a:off x="15218954" y="10235009"/>
              <a:ext cx="136974" cy="78796"/>
            </a:xfrm>
            <a:prstGeom prst="rect">
              <a:avLst/>
            </a:prstGeom>
            <a:solidFill>
              <a:srgbClr val="BA652B"/>
            </a:solidFill>
            <a:ln w="12700">
              <a:solidFill>
                <a:srgbClr val="BA652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" name="Shape 133">
              <a:extLst>
                <a:ext uri="{FF2B5EF4-FFF2-40B4-BE49-F238E27FC236}">
                  <a16:creationId xmlns:a16="http://schemas.microsoft.com/office/drawing/2014/main" id="{99680960-9FF3-099B-81BD-159F1CC2E143}"/>
                </a:ext>
              </a:extLst>
            </p:cNvPr>
            <p:cNvSpPr/>
            <p:nvPr/>
          </p:nvSpPr>
          <p:spPr>
            <a:xfrm>
              <a:off x="15350136" y="10235009"/>
              <a:ext cx="136974" cy="78796"/>
            </a:xfrm>
            <a:prstGeom prst="rect">
              <a:avLst/>
            </a:prstGeom>
            <a:solidFill>
              <a:srgbClr val="B9632B"/>
            </a:solidFill>
            <a:ln w="12700">
              <a:solidFill>
                <a:srgbClr val="B9632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" name="Shape 134">
              <a:extLst>
                <a:ext uri="{FF2B5EF4-FFF2-40B4-BE49-F238E27FC236}">
                  <a16:creationId xmlns:a16="http://schemas.microsoft.com/office/drawing/2014/main" id="{8FD3B122-204D-B052-3620-191FE7A18A68}"/>
                </a:ext>
              </a:extLst>
            </p:cNvPr>
            <p:cNvSpPr/>
            <p:nvPr/>
          </p:nvSpPr>
          <p:spPr>
            <a:xfrm>
              <a:off x="15481316" y="10235009"/>
              <a:ext cx="136974" cy="78796"/>
            </a:xfrm>
            <a:prstGeom prst="rect">
              <a:avLst/>
            </a:prstGeom>
            <a:solidFill>
              <a:srgbClr val="B8612B"/>
            </a:solidFill>
            <a:ln w="12700">
              <a:solidFill>
                <a:srgbClr val="B8612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1" name="Shape 135">
              <a:extLst>
                <a:ext uri="{FF2B5EF4-FFF2-40B4-BE49-F238E27FC236}">
                  <a16:creationId xmlns:a16="http://schemas.microsoft.com/office/drawing/2014/main" id="{4C933184-CA48-B7EF-5A44-92CD0747B5D0}"/>
                </a:ext>
              </a:extLst>
            </p:cNvPr>
            <p:cNvSpPr/>
            <p:nvPr/>
          </p:nvSpPr>
          <p:spPr>
            <a:xfrm>
              <a:off x="15612498" y="10235009"/>
              <a:ext cx="136974" cy="78796"/>
            </a:xfrm>
            <a:prstGeom prst="rect">
              <a:avLst/>
            </a:prstGeom>
            <a:solidFill>
              <a:srgbClr val="B75F2B"/>
            </a:solidFill>
            <a:ln w="12700">
              <a:solidFill>
                <a:srgbClr val="B75F2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2" name="Shape 136">
              <a:extLst>
                <a:ext uri="{FF2B5EF4-FFF2-40B4-BE49-F238E27FC236}">
                  <a16:creationId xmlns:a16="http://schemas.microsoft.com/office/drawing/2014/main" id="{FEABB822-053C-75FC-5D65-59572AAF1798}"/>
                </a:ext>
              </a:extLst>
            </p:cNvPr>
            <p:cNvSpPr/>
            <p:nvPr/>
          </p:nvSpPr>
          <p:spPr>
            <a:xfrm>
              <a:off x="15743678" y="10235009"/>
              <a:ext cx="136974" cy="78796"/>
            </a:xfrm>
            <a:prstGeom prst="rect">
              <a:avLst/>
            </a:prstGeom>
            <a:solidFill>
              <a:srgbClr val="B65C2C"/>
            </a:solidFill>
            <a:ln w="12700">
              <a:solidFill>
                <a:srgbClr val="B65C2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3" name="Shape 137">
              <a:extLst>
                <a:ext uri="{FF2B5EF4-FFF2-40B4-BE49-F238E27FC236}">
                  <a16:creationId xmlns:a16="http://schemas.microsoft.com/office/drawing/2014/main" id="{6A270B56-73E0-5748-F0DF-62BB5C2A260C}"/>
                </a:ext>
              </a:extLst>
            </p:cNvPr>
            <p:cNvSpPr/>
            <p:nvPr/>
          </p:nvSpPr>
          <p:spPr>
            <a:xfrm>
              <a:off x="15874858" y="10235009"/>
              <a:ext cx="136974" cy="78796"/>
            </a:xfrm>
            <a:prstGeom prst="rect">
              <a:avLst/>
            </a:prstGeom>
            <a:solidFill>
              <a:srgbClr val="B65A2C"/>
            </a:solidFill>
            <a:ln w="12700">
              <a:solidFill>
                <a:srgbClr val="B65A2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Shape 138">
              <a:extLst>
                <a:ext uri="{FF2B5EF4-FFF2-40B4-BE49-F238E27FC236}">
                  <a16:creationId xmlns:a16="http://schemas.microsoft.com/office/drawing/2014/main" id="{8F24A8E1-EF76-F46B-E52D-E2AB88EE8D3B}"/>
                </a:ext>
              </a:extLst>
            </p:cNvPr>
            <p:cNvSpPr/>
            <p:nvPr/>
          </p:nvSpPr>
          <p:spPr>
            <a:xfrm>
              <a:off x="16006040" y="10235009"/>
              <a:ext cx="136974" cy="78796"/>
            </a:xfrm>
            <a:prstGeom prst="rect">
              <a:avLst/>
            </a:prstGeom>
            <a:solidFill>
              <a:srgbClr val="B5582C"/>
            </a:solidFill>
            <a:ln w="12700">
              <a:solidFill>
                <a:srgbClr val="B5582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5" name="Shape 139">
              <a:extLst>
                <a:ext uri="{FF2B5EF4-FFF2-40B4-BE49-F238E27FC236}">
                  <a16:creationId xmlns:a16="http://schemas.microsoft.com/office/drawing/2014/main" id="{6BC29B47-7635-B86C-CB8E-3FEF1B85A780}"/>
                </a:ext>
              </a:extLst>
            </p:cNvPr>
            <p:cNvSpPr/>
            <p:nvPr/>
          </p:nvSpPr>
          <p:spPr>
            <a:xfrm>
              <a:off x="16137220" y="10235009"/>
              <a:ext cx="136974" cy="78796"/>
            </a:xfrm>
            <a:prstGeom prst="rect">
              <a:avLst/>
            </a:prstGeom>
            <a:solidFill>
              <a:srgbClr val="B4562C"/>
            </a:solidFill>
            <a:ln w="12700">
              <a:solidFill>
                <a:srgbClr val="B4562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" name="Shape 140">
              <a:extLst>
                <a:ext uri="{FF2B5EF4-FFF2-40B4-BE49-F238E27FC236}">
                  <a16:creationId xmlns:a16="http://schemas.microsoft.com/office/drawing/2014/main" id="{A36918F7-EF45-800A-B9B5-49B3D10C7EEB}"/>
                </a:ext>
              </a:extLst>
            </p:cNvPr>
            <p:cNvSpPr/>
            <p:nvPr/>
          </p:nvSpPr>
          <p:spPr>
            <a:xfrm>
              <a:off x="16268402" y="10235009"/>
              <a:ext cx="136974" cy="78796"/>
            </a:xfrm>
            <a:prstGeom prst="rect">
              <a:avLst/>
            </a:prstGeom>
            <a:solidFill>
              <a:srgbClr val="B3532C"/>
            </a:solidFill>
            <a:ln w="12700">
              <a:solidFill>
                <a:srgbClr val="B3532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" name="Shape 141">
              <a:extLst>
                <a:ext uri="{FF2B5EF4-FFF2-40B4-BE49-F238E27FC236}">
                  <a16:creationId xmlns:a16="http://schemas.microsoft.com/office/drawing/2014/main" id="{7914A165-9CCC-4E13-EB75-7E5A4FF75A07}"/>
                </a:ext>
              </a:extLst>
            </p:cNvPr>
            <p:cNvSpPr/>
            <p:nvPr/>
          </p:nvSpPr>
          <p:spPr>
            <a:xfrm>
              <a:off x="16399582" y="10235009"/>
              <a:ext cx="136974" cy="78796"/>
            </a:xfrm>
            <a:prstGeom prst="rect">
              <a:avLst/>
            </a:prstGeom>
            <a:solidFill>
              <a:srgbClr val="B2512C"/>
            </a:solidFill>
            <a:ln w="12700">
              <a:solidFill>
                <a:srgbClr val="B2512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" name="Shape 142">
              <a:extLst>
                <a:ext uri="{FF2B5EF4-FFF2-40B4-BE49-F238E27FC236}">
                  <a16:creationId xmlns:a16="http://schemas.microsoft.com/office/drawing/2014/main" id="{EB5DBA29-B6AC-A3A2-9068-9A7B4E532870}"/>
                </a:ext>
              </a:extLst>
            </p:cNvPr>
            <p:cNvSpPr/>
            <p:nvPr/>
          </p:nvSpPr>
          <p:spPr>
            <a:xfrm>
              <a:off x="16530762" y="10235009"/>
              <a:ext cx="136974" cy="78796"/>
            </a:xfrm>
            <a:prstGeom prst="rect">
              <a:avLst/>
            </a:prstGeom>
            <a:solidFill>
              <a:srgbClr val="B14F2C"/>
            </a:solidFill>
            <a:ln w="12700">
              <a:solidFill>
                <a:srgbClr val="B14F2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" name="Shape 143">
              <a:extLst>
                <a:ext uri="{FF2B5EF4-FFF2-40B4-BE49-F238E27FC236}">
                  <a16:creationId xmlns:a16="http://schemas.microsoft.com/office/drawing/2014/main" id="{31B0771A-C8E5-2008-1A46-FAFA29217009}"/>
                </a:ext>
              </a:extLst>
            </p:cNvPr>
            <p:cNvSpPr/>
            <p:nvPr/>
          </p:nvSpPr>
          <p:spPr>
            <a:xfrm>
              <a:off x="16661944" y="10235009"/>
              <a:ext cx="136974" cy="78796"/>
            </a:xfrm>
            <a:prstGeom prst="rect">
              <a:avLst/>
            </a:prstGeom>
            <a:solidFill>
              <a:srgbClr val="B04D2C"/>
            </a:solidFill>
            <a:ln w="12700">
              <a:solidFill>
                <a:srgbClr val="B04D2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" name="Shape 144">
              <a:extLst>
                <a:ext uri="{FF2B5EF4-FFF2-40B4-BE49-F238E27FC236}">
                  <a16:creationId xmlns:a16="http://schemas.microsoft.com/office/drawing/2014/main" id="{33A61917-E4AF-EAF5-AC13-034A635F0B45}"/>
                </a:ext>
              </a:extLst>
            </p:cNvPr>
            <p:cNvSpPr/>
            <p:nvPr/>
          </p:nvSpPr>
          <p:spPr>
            <a:xfrm>
              <a:off x="16793124" y="10235009"/>
              <a:ext cx="136974" cy="78796"/>
            </a:xfrm>
            <a:prstGeom prst="rect">
              <a:avLst/>
            </a:prstGeom>
            <a:solidFill>
              <a:srgbClr val="B04A2D"/>
            </a:solidFill>
            <a:ln w="12700">
              <a:solidFill>
                <a:srgbClr val="B04A2D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" name="Shape 145">
              <a:extLst>
                <a:ext uri="{FF2B5EF4-FFF2-40B4-BE49-F238E27FC236}">
                  <a16:creationId xmlns:a16="http://schemas.microsoft.com/office/drawing/2014/main" id="{70487FE5-C19C-4020-F575-DB771149019D}"/>
                </a:ext>
              </a:extLst>
            </p:cNvPr>
            <p:cNvSpPr/>
            <p:nvPr/>
          </p:nvSpPr>
          <p:spPr>
            <a:xfrm>
              <a:off x="16924306" y="10235009"/>
              <a:ext cx="136974" cy="78796"/>
            </a:xfrm>
            <a:prstGeom prst="rect">
              <a:avLst/>
            </a:prstGeom>
            <a:solidFill>
              <a:srgbClr val="AF482D"/>
            </a:solidFill>
            <a:ln w="12700">
              <a:solidFill>
                <a:srgbClr val="AF482D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2" name="Shape 146">
              <a:extLst>
                <a:ext uri="{FF2B5EF4-FFF2-40B4-BE49-F238E27FC236}">
                  <a16:creationId xmlns:a16="http://schemas.microsoft.com/office/drawing/2014/main" id="{415573CD-43CF-B848-76F8-76C4FB725489}"/>
                </a:ext>
              </a:extLst>
            </p:cNvPr>
            <p:cNvSpPr/>
            <p:nvPr/>
          </p:nvSpPr>
          <p:spPr>
            <a:xfrm>
              <a:off x="17055486" y="10235009"/>
              <a:ext cx="136974" cy="78796"/>
            </a:xfrm>
            <a:prstGeom prst="rect">
              <a:avLst/>
            </a:prstGeom>
            <a:solidFill>
              <a:srgbClr val="AE462D"/>
            </a:solidFill>
            <a:ln w="12700">
              <a:solidFill>
                <a:srgbClr val="AE462D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3" name="Shape 147">
              <a:extLst>
                <a:ext uri="{FF2B5EF4-FFF2-40B4-BE49-F238E27FC236}">
                  <a16:creationId xmlns:a16="http://schemas.microsoft.com/office/drawing/2014/main" id="{D7E984BB-496E-4C14-D472-F1A9A2EF9414}"/>
                </a:ext>
              </a:extLst>
            </p:cNvPr>
            <p:cNvSpPr/>
            <p:nvPr/>
          </p:nvSpPr>
          <p:spPr>
            <a:xfrm>
              <a:off x="17186666" y="10235009"/>
              <a:ext cx="136974" cy="78796"/>
            </a:xfrm>
            <a:prstGeom prst="rect">
              <a:avLst/>
            </a:prstGeom>
            <a:solidFill>
              <a:srgbClr val="AD442D"/>
            </a:solidFill>
            <a:ln w="12700">
              <a:solidFill>
                <a:srgbClr val="AD442D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4" name="Shape 148">
              <a:extLst>
                <a:ext uri="{FF2B5EF4-FFF2-40B4-BE49-F238E27FC236}">
                  <a16:creationId xmlns:a16="http://schemas.microsoft.com/office/drawing/2014/main" id="{B4F1E946-AC57-8574-BA69-CD5C6525AF92}"/>
                </a:ext>
              </a:extLst>
            </p:cNvPr>
            <p:cNvSpPr/>
            <p:nvPr/>
          </p:nvSpPr>
          <p:spPr>
            <a:xfrm>
              <a:off x="17317848" y="10235009"/>
              <a:ext cx="136974" cy="78796"/>
            </a:xfrm>
            <a:prstGeom prst="rect">
              <a:avLst/>
            </a:prstGeom>
            <a:solidFill>
              <a:srgbClr val="AC412D"/>
            </a:solidFill>
            <a:ln w="12700">
              <a:solidFill>
                <a:srgbClr val="AC412D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5" name="Shape 149">
              <a:extLst>
                <a:ext uri="{FF2B5EF4-FFF2-40B4-BE49-F238E27FC236}">
                  <a16:creationId xmlns:a16="http://schemas.microsoft.com/office/drawing/2014/main" id="{69B8B28F-33D1-9457-1DCA-98C50429CE7A}"/>
                </a:ext>
              </a:extLst>
            </p:cNvPr>
            <p:cNvSpPr/>
            <p:nvPr/>
          </p:nvSpPr>
          <p:spPr>
            <a:xfrm>
              <a:off x="17449028" y="10235009"/>
              <a:ext cx="136974" cy="78796"/>
            </a:xfrm>
            <a:prstGeom prst="rect">
              <a:avLst/>
            </a:prstGeom>
            <a:solidFill>
              <a:srgbClr val="AB3F2D"/>
            </a:solidFill>
            <a:ln w="12700">
              <a:solidFill>
                <a:srgbClr val="AB3F2D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6" name="Shape 150">
              <a:extLst>
                <a:ext uri="{FF2B5EF4-FFF2-40B4-BE49-F238E27FC236}">
                  <a16:creationId xmlns:a16="http://schemas.microsoft.com/office/drawing/2014/main" id="{640D6A8D-E952-F29E-FC59-DF1B2A27CEDC}"/>
                </a:ext>
              </a:extLst>
            </p:cNvPr>
            <p:cNvSpPr/>
            <p:nvPr/>
          </p:nvSpPr>
          <p:spPr>
            <a:xfrm>
              <a:off x="17580210" y="10235009"/>
              <a:ext cx="136974" cy="78796"/>
            </a:xfrm>
            <a:prstGeom prst="rect">
              <a:avLst/>
            </a:prstGeom>
            <a:solidFill>
              <a:srgbClr val="AB3D2D"/>
            </a:solidFill>
            <a:ln w="12700">
              <a:solidFill>
                <a:srgbClr val="AB3D2D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" name="Shape 151">
              <a:extLst>
                <a:ext uri="{FF2B5EF4-FFF2-40B4-BE49-F238E27FC236}">
                  <a16:creationId xmlns:a16="http://schemas.microsoft.com/office/drawing/2014/main" id="{B2CC7327-3527-0221-2F14-972E7CB3DC94}"/>
                </a:ext>
              </a:extLst>
            </p:cNvPr>
            <p:cNvSpPr/>
            <p:nvPr/>
          </p:nvSpPr>
          <p:spPr>
            <a:xfrm>
              <a:off x="17711390" y="10235009"/>
              <a:ext cx="136974" cy="78796"/>
            </a:xfrm>
            <a:prstGeom prst="rect">
              <a:avLst/>
            </a:prstGeom>
            <a:solidFill>
              <a:srgbClr val="AA3B2D"/>
            </a:solidFill>
            <a:ln w="12700">
              <a:solidFill>
                <a:srgbClr val="AA3B2D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" name="Shape 152">
              <a:extLst>
                <a:ext uri="{FF2B5EF4-FFF2-40B4-BE49-F238E27FC236}">
                  <a16:creationId xmlns:a16="http://schemas.microsoft.com/office/drawing/2014/main" id="{6B33F127-AF1B-43E1-CB60-0A639E4B048A}"/>
                </a:ext>
              </a:extLst>
            </p:cNvPr>
            <p:cNvSpPr/>
            <p:nvPr/>
          </p:nvSpPr>
          <p:spPr>
            <a:xfrm>
              <a:off x="17842570" y="10235009"/>
              <a:ext cx="136974" cy="78796"/>
            </a:xfrm>
            <a:prstGeom prst="rect">
              <a:avLst/>
            </a:prstGeom>
            <a:solidFill>
              <a:srgbClr val="A9382D"/>
            </a:solidFill>
            <a:ln w="12700">
              <a:solidFill>
                <a:srgbClr val="A9382D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" name="Shape 153">
              <a:extLst>
                <a:ext uri="{FF2B5EF4-FFF2-40B4-BE49-F238E27FC236}">
                  <a16:creationId xmlns:a16="http://schemas.microsoft.com/office/drawing/2014/main" id="{9E617947-F4BF-14C2-C506-BB42E0AED8B4}"/>
                </a:ext>
              </a:extLst>
            </p:cNvPr>
            <p:cNvSpPr/>
            <p:nvPr/>
          </p:nvSpPr>
          <p:spPr>
            <a:xfrm>
              <a:off x="17973752" y="10235009"/>
              <a:ext cx="136974" cy="78796"/>
            </a:xfrm>
            <a:prstGeom prst="rect">
              <a:avLst/>
            </a:prstGeom>
            <a:solidFill>
              <a:srgbClr val="A8362E"/>
            </a:solidFill>
            <a:ln w="12700">
              <a:solidFill>
                <a:srgbClr val="A8362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" name="Shape 154">
              <a:extLst>
                <a:ext uri="{FF2B5EF4-FFF2-40B4-BE49-F238E27FC236}">
                  <a16:creationId xmlns:a16="http://schemas.microsoft.com/office/drawing/2014/main" id="{C510D55F-CA97-B12C-16E4-CA71749339F9}"/>
                </a:ext>
              </a:extLst>
            </p:cNvPr>
            <p:cNvSpPr/>
            <p:nvPr/>
          </p:nvSpPr>
          <p:spPr>
            <a:xfrm>
              <a:off x="18104932" y="10235009"/>
              <a:ext cx="136974" cy="78796"/>
            </a:xfrm>
            <a:prstGeom prst="rect">
              <a:avLst/>
            </a:prstGeom>
            <a:solidFill>
              <a:srgbClr val="A7342E"/>
            </a:solidFill>
            <a:ln w="12700">
              <a:solidFill>
                <a:srgbClr val="A7342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" name="Shape 155">
              <a:extLst>
                <a:ext uri="{FF2B5EF4-FFF2-40B4-BE49-F238E27FC236}">
                  <a16:creationId xmlns:a16="http://schemas.microsoft.com/office/drawing/2014/main" id="{762CD030-7B73-FB5B-477F-D6CAE226A2B8}"/>
                </a:ext>
              </a:extLst>
            </p:cNvPr>
            <p:cNvSpPr/>
            <p:nvPr/>
          </p:nvSpPr>
          <p:spPr>
            <a:xfrm>
              <a:off x="18236114" y="10235009"/>
              <a:ext cx="136974" cy="78796"/>
            </a:xfrm>
            <a:prstGeom prst="rect">
              <a:avLst/>
            </a:prstGeom>
            <a:solidFill>
              <a:srgbClr val="A6322E"/>
            </a:solidFill>
            <a:ln w="12700">
              <a:solidFill>
                <a:srgbClr val="A6322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2" name="Shape 156">
              <a:extLst>
                <a:ext uri="{FF2B5EF4-FFF2-40B4-BE49-F238E27FC236}">
                  <a16:creationId xmlns:a16="http://schemas.microsoft.com/office/drawing/2014/main" id="{0BF9F23B-1B33-736B-3E3A-A7A64EB09603}"/>
                </a:ext>
              </a:extLst>
            </p:cNvPr>
            <p:cNvSpPr/>
            <p:nvPr/>
          </p:nvSpPr>
          <p:spPr>
            <a:xfrm>
              <a:off x="18367294" y="10235009"/>
              <a:ext cx="136974" cy="78796"/>
            </a:xfrm>
            <a:prstGeom prst="rect">
              <a:avLst/>
            </a:prstGeom>
            <a:solidFill>
              <a:srgbClr val="A62F2E"/>
            </a:solidFill>
            <a:ln w="12700">
              <a:solidFill>
                <a:srgbClr val="A62F2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3" name="Shape 157">
              <a:extLst>
                <a:ext uri="{FF2B5EF4-FFF2-40B4-BE49-F238E27FC236}">
                  <a16:creationId xmlns:a16="http://schemas.microsoft.com/office/drawing/2014/main" id="{10632A26-D61F-BF1E-DC43-2E5BABE5F86C}"/>
                </a:ext>
              </a:extLst>
            </p:cNvPr>
            <p:cNvSpPr/>
            <p:nvPr/>
          </p:nvSpPr>
          <p:spPr>
            <a:xfrm>
              <a:off x="18498474" y="10235009"/>
              <a:ext cx="136974" cy="78796"/>
            </a:xfrm>
            <a:prstGeom prst="rect">
              <a:avLst/>
            </a:prstGeom>
            <a:solidFill>
              <a:srgbClr val="A52D2E"/>
            </a:solidFill>
            <a:ln w="12700">
              <a:solidFill>
                <a:srgbClr val="A52D2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4" name="Shape 158">
              <a:extLst>
                <a:ext uri="{FF2B5EF4-FFF2-40B4-BE49-F238E27FC236}">
                  <a16:creationId xmlns:a16="http://schemas.microsoft.com/office/drawing/2014/main" id="{7974D28E-B1B3-6BAE-B005-2719848645BC}"/>
                </a:ext>
              </a:extLst>
            </p:cNvPr>
            <p:cNvSpPr/>
            <p:nvPr/>
          </p:nvSpPr>
          <p:spPr>
            <a:xfrm>
              <a:off x="18629656" y="10235009"/>
              <a:ext cx="136974" cy="78796"/>
            </a:xfrm>
            <a:prstGeom prst="rect">
              <a:avLst/>
            </a:prstGeom>
            <a:solidFill>
              <a:srgbClr val="A42B2E"/>
            </a:solidFill>
            <a:ln w="12700">
              <a:solidFill>
                <a:srgbClr val="A42B2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5" name="Shape 159">
              <a:extLst>
                <a:ext uri="{FF2B5EF4-FFF2-40B4-BE49-F238E27FC236}">
                  <a16:creationId xmlns:a16="http://schemas.microsoft.com/office/drawing/2014/main" id="{269B1927-EF7D-241E-0038-612ACF477610}"/>
                </a:ext>
              </a:extLst>
            </p:cNvPr>
            <p:cNvSpPr/>
            <p:nvPr/>
          </p:nvSpPr>
          <p:spPr>
            <a:xfrm>
              <a:off x="18760836" y="10235009"/>
              <a:ext cx="136974" cy="78796"/>
            </a:xfrm>
            <a:prstGeom prst="rect">
              <a:avLst/>
            </a:prstGeom>
            <a:solidFill>
              <a:srgbClr val="A3292E"/>
            </a:solidFill>
            <a:ln w="12700">
              <a:solidFill>
                <a:srgbClr val="A3292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6" name="Shape 160">
              <a:extLst>
                <a:ext uri="{FF2B5EF4-FFF2-40B4-BE49-F238E27FC236}">
                  <a16:creationId xmlns:a16="http://schemas.microsoft.com/office/drawing/2014/main" id="{8B91D6E0-B500-FC56-2195-D5B27987420E}"/>
                </a:ext>
              </a:extLst>
            </p:cNvPr>
            <p:cNvSpPr/>
            <p:nvPr/>
          </p:nvSpPr>
          <p:spPr>
            <a:xfrm>
              <a:off x="18892018" y="10235009"/>
              <a:ext cx="136974" cy="78796"/>
            </a:xfrm>
            <a:prstGeom prst="rect">
              <a:avLst/>
            </a:prstGeom>
            <a:solidFill>
              <a:srgbClr val="A2262E"/>
            </a:solidFill>
            <a:ln w="12700">
              <a:solidFill>
                <a:srgbClr val="A2262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7" name="Shape 161">
              <a:extLst>
                <a:ext uri="{FF2B5EF4-FFF2-40B4-BE49-F238E27FC236}">
                  <a16:creationId xmlns:a16="http://schemas.microsoft.com/office/drawing/2014/main" id="{B18C86AA-CB5A-6393-592B-6C3F66B7B2DF}"/>
                </a:ext>
              </a:extLst>
            </p:cNvPr>
            <p:cNvSpPr/>
            <p:nvPr/>
          </p:nvSpPr>
          <p:spPr>
            <a:xfrm>
              <a:off x="19023198" y="10235009"/>
              <a:ext cx="136974" cy="78796"/>
            </a:xfrm>
            <a:prstGeom prst="rect">
              <a:avLst/>
            </a:prstGeom>
            <a:solidFill>
              <a:srgbClr val="A1242F"/>
            </a:solidFill>
            <a:ln w="12700">
              <a:solidFill>
                <a:srgbClr val="A1242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" name="Shape 162">
              <a:extLst>
                <a:ext uri="{FF2B5EF4-FFF2-40B4-BE49-F238E27FC236}">
                  <a16:creationId xmlns:a16="http://schemas.microsoft.com/office/drawing/2014/main" id="{95ADB14D-5E8A-854E-D051-9CFC82BDDA73}"/>
                </a:ext>
              </a:extLst>
            </p:cNvPr>
            <p:cNvSpPr/>
            <p:nvPr/>
          </p:nvSpPr>
          <p:spPr>
            <a:xfrm>
              <a:off x="19154378" y="10235009"/>
              <a:ext cx="136974" cy="78796"/>
            </a:xfrm>
            <a:prstGeom prst="rect">
              <a:avLst/>
            </a:prstGeom>
            <a:solidFill>
              <a:srgbClr val="A1222F"/>
            </a:solidFill>
            <a:ln w="12700">
              <a:solidFill>
                <a:srgbClr val="A1222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9" name="Shape 163">
              <a:extLst>
                <a:ext uri="{FF2B5EF4-FFF2-40B4-BE49-F238E27FC236}">
                  <a16:creationId xmlns:a16="http://schemas.microsoft.com/office/drawing/2014/main" id="{B1D411B0-F056-0146-5894-842ECDC53407}"/>
                </a:ext>
              </a:extLst>
            </p:cNvPr>
            <p:cNvSpPr/>
            <p:nvPr/>
          </p:nvSpPr>
          <p:spPr>
            <a:xfrm>
              <a:off x="19285560" y="10235009"/>
              <a:ext cx="136974" cy="78796"/>
            </a:xfrm>
            <a:prstGeom prst="rect">
              <a:avLst/>
            </a:prstGeom>
            <a:solidFill>
              <a:srgbClr val="A0202F"/>
            </a:solidFill>
            <a:ln w="12700">
              <a:solidFill>
                <a:srgbClr val="A0202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0" name="Shape 164">
              <a:extLst>
                <a:ext uri="{FF2B5EF4-FFF2-40B4-BE49-F238E27FC236}">
                  <a16:creationId xmlns:a16="http://schemas.microsoft.com/office/drawing/2014/main" id="{46153D71-A1D6-582C-C4D8-193E28E982FD}"/>
                </a:ext>
              </a:extLst>
            </p:cNvPr>
            <p:cNvSpPr/>
            <p:nvPr/>
          </p:nvSpPr>
          <p:spPr>
            <a:xfrm>
              <a:off x="19416740" y="10235009"/>
              <a:ext cx="136974" cy="78796"/>
            </a:xfrm>
            <a:prstGeom prst="rect">
              <a:avLst/>
            </a:prstGeom>
            <a:solidFill>
              <a:srgbClr val="9F1D2F"/>
            </a:solidFill>
            <a:ln w="12700">
              <a:solidFill>
                <a:srgbClr val="9F1D2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1" name="Shape 165">
              <a:extLst>
                <a:ext uri="{FF2B5EF4-FFF2-40B4-BE49-F238E27FC236}">
                  <a16:creationId xmlns:a16="http://schemas.microsoft.com/office/drawing/2014/main" id="{F0E4869E-4646-8023-0BB5-EFA721131237}"/>
                </a:ext>
              </a:extLst>
            </p:cNvPr>
            <p:cNvSpPr/>
            <p:nvPr/>
          </p:nvSpPr>
          <p:spPr>
            <a:xfrm>
              <a:off x="19547922" y="10235009"/>
              <a:ext cx="136974" cy="78796"/>
            </a:xfrm>
            <a:prstGeom prst="rect">
              <a:avLst/>
            </a:prstGeom>
            <a:solidFill>
              <a:srgbClr val="9E1B2F"/>
            </a:solidFill>
            <a:ln w="12700">
              <a:solidFill>
                <a:srgbClr val="9E1B2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2" name="Shape 166">
              <a:extLst>
                <a:ext uri="{FF2B5EF4-FFF2-40B4-BE49-F238E27FC236}">
                  <a16:creationId xmlns:a16="http://schemas.microsoft.com/office/drawing/2014/main" id="{9BEBC0D6-28DE-2610-E8B7-2B944CC0ADD2}"/>
                </a:ext>
              </a:extLst>
            </p:cNvPr>
            <p:cNvSpPr/>
            <p:nvPr/>
          </p:nvSpPr>
          <p:spPr>
            <a:xfrm rot="5400000">
              <a:off x="19594541" y="10125969"/>
              <a:ext cx="429794" cy="296876"/>
            </a:xfrm>
            <a:prstGeom prst="triangle">
              <a:avLst/>
            </a:prstGeom>
            <a:solidFill>
              <a:srgbClr val="9E1B2F"/>
            </a:solidFill>
            <a:ln w="12700">
              <a:solidFill>
                <a:srgbClr val="9E1B2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3" name="Text 167">
            <a:extLst>
              <a:ext uri="{FF2B5EF4-FFF2-40B4-BE49-F238E27FC236}">
                <a16:creationId xmlns:a16="http://schemas.microsoft.com/office/drawing/2014/main" id="{8AA1DE47-06DD-3B5E-E2CA-60A9A28A25FF}"/>
              </a:ext>
            </a:extLst>
          </p:cNvPr>
          <p:cNvSpPr/>
          <p:nvPr/>
        </p:nvSpPr>
        <p:spPr>
          <a:xfrm>
            <a:off x="3438317" y="10497305"/>
            <a:ext cx="1751913" cy="31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</a:t>
            </a:r>
            <a:endParaRPr lang="en-US" sz="1600" dirty="0"/>
          </a:p>
        </p:txBody>
      </p:sp>
      <p:sp>
        <p:nvSpPr>
          <p:cNvPr id="344" name="Text 168">
            <a:extLst>
              <a:ext uri="{FF2B5EF4-FFF2-40B4-BE49-F238E27FC236}">
                <a16:creationId xmlns:a16="http://schemas.microsoft.com/office/drawing/2014/main" id="{022C0E4B-9E52-6383-094C-518BD3DDFA14}"/>
              </a:ext>
            </a:extLst>
          </p:cNvPr>
          <p:cNvSpPr/>
          <p:nvPr/>
        </p:nvSpPr>
        <p:spPr>
          <a:xfrm>
            <a:off x="11301220" y="10548672"/>
            <a:ext cx="1911178" cy="31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</a:t>
            </a:r>
            <a:endParaRPr lang="en-US" sz="1600" dirty="0"/>
          </a:p>
        </p:txBody>
      </p:sp>
      <p:sp>
        <p:nvSpPr>
          <p:cNvPr id="345" name="Text 169">
            <a:extLst>
              <a:ext uri="{FF2B5EF4-FFF2-40B4-BE49-F238E27FC236}">
                <a16:creationId xmlns:a16="http://schemas.microsoft.com/office/drawing/2014/main" id="{2CADC7C8-947E-46D5-BE06-BF7C94B19E87}"/>
              </a:ext>
            </a:extLst>
          </p:cNvPr>
          <p:cNvSpPr/>
          <p:nvPr/>
        </p:nvSpPr>
        <p:spPr>
          <a:xfrm>
            <a:off x="18880573" y="10528520"/>
            <a:ext cx="1751913" cy="31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</a:t>
            </a:r>
            <a:endParaRPr lang="en-US" sz="1600" dirty="0"/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DEE77D2A-B4EC-F02B-AD27-6AFDB7C0798F}"/>
              </a:ext>
            </a:extLst>
          </p:cNvPr>
          <p:cNvSpPr txBox="1"/>
          <p:nvPr/>
        </p:nvSpPr>
        <p:spPr>
          <a:xfrm>
            <a:off x="2567354" y="11119023"/>
            <a:ext cx="423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Syntactic</a:t>
            </a:r>
            <a:r>
              <a:rPr lang="zh-CN" altLang="en-US" sz="2800" dirty="0"/>
              <a:t> </a:t>
            </a:r>
            <a:r>
              <a:rPr lang="en-US" altLang="zh-CN" sz="2800" dirty="0"/>
              <a:t>Unification</a:t>
            </a:r>
            <a:endParaRPr lang="en-US" sz="2800" dirty="0"/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C1BFF472-87FC-8E87-765D-204B1AFD94C9}"/>
              </a:ext>
            </a:extLst>
          </p:cNvPr>
          <p:cNvSpPr txBox="1"/>
          <p:nvPr/>
        </p:nvSpPr>
        <p:spPr>
          <a:xfrm>
            <a:off x="18044287" y="11119023"/>
            <a:ext cx="3606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General</a:t>
            </a:r>
            <a:r>
              <a:rPr lang="zh-CN" altLang="en-US" sz="2800" dirty="0"/>
              <a:t> </a:t>
            </a:r>
            <a:r>
              <a:rPr lang="en-US" altLang="zh-CN" sz="2800" dirty="0"/>
              <a:t>E-Unification</a:t>
            </a:r>
            <a:endParaRPr lang="en-US" sz="2800" dirty="0"/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9559F5E1-2BA9-F055-DCFD-B43871C2016D}"/>
              </a:ext>
            </a:extLst>
          </p:cNvPr>
          <p:cNvSpPr txBox="1"/>
          <p:nvPr/>
        </p:nvSpPr>
        <p:spPr>
          <a:xfrm>
            <a:off x="11322654" y="11129092"/>
            <a:ext cx="3606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E-Unification</a:t>
            </a:r>
            <a:endParaRPr lang="en-US" sz="2800" dirty="0"/>
          </a:p>
        </p:txBody>
      </p:sp>
      <p:sp>
        <p:nvSpPr>
          <p:cNvPr id="354" name="Left Arrow 353">
            <a:extLst>
              <a:ext uri="{FF2B5EF4-FFF2-40B4-BE49-F238E27FC236}">
                <a16:creationId xmlns:a16="http://schemas.microsoft.com/office/drawing/2014/main" id="{F157776F-907A-8E9F-398E-8CA30804B61E}"/>
              </a:ext>
            </a:extLst>
          </p:cNvPr>
          <p:cNvSpPr/>
          <p:nvPr/>
        </p:nvSpPr>
        <p:spPr>
          <a:xfrm>
            <a:off x="6013938" y="11061869"/>
            <a:ext cx="5158805" cy="637527"/>
          </a:xfrm>
          <a:prstGeom prst="leftArrow">
            <a:avLst>
              <a:gd name="adj1" fmla="val 55516"/>
              <a:gd name="adj2" fmla="val 47241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Reduction to syntactic unification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0736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02183-AC5F-61FD-CDB1-F013132D8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9">
            <a:extLst>
              <a:ext uri="{FF2B5EF4-FFF2-40B4-BE49-F238E27FC236}">
                <a16:creationId xmlns:a16="http://schemas.microsoft.com/office/drawing/2014/main" id="{29DEB859-8FA1-9E7C-8C51-B85BF741F4B5}"/>
              </a:ext>
            </a:extLst>
          </p:cNvPr>
          <p:cNvSpPr/>
          <p:nvPr/>
        </p:nvSpPr>
        <p:spPr>
          <a:xfrm>
            <a:off x="2065198" y="4963969"/>
            <a:ext cx="9061809" cy="7483375"/>
          </a:xfrm>
          <a:prstGeom prst="roundRect">
            <a:avLst>
              <a:gd name="adj" fmla="val 3750"/>
            </a:avLst>
          </a:prstGeom>
          <a:solidFill>
            <a:srgbClr val="F8FAFD"/>
          </a:solidFill>
          <a:ln w="12700">
            <a:solidFill>
              <a:srgbClr val="B7C3D2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E5F137-520E-7020-042B-7CE8C6CEF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5199" y="1979001"/>
            <a:ext cx="16668750" cy="2362510"/>
          </a:xfrm>
        </p:spPr>
        <p:txBody>
          <a:bodyPr/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Existing Approaches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A1E1CD-F5A4-BB8C-C05A-889C7FF436D8}"/>
              </a:ext>
            </a:extLst>
          </p:cNvPr>
          <p:cNvGrpSpPr/>
          <p:nvPr/>
        </p:nvGrpSpPr>
        <p:grpSpPr>
          <a:xfrm>
            <a:off x="2275259" y="9160295"/>
            <a:ext cx="632304" cy="529654"/>
            <a:chOff x="15437061" y="6189038"/>
            <a:chExt cx="632304" cy="529654"/>
          </a:xfrm>
        </p:grpSpPr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A672E5A8-A9C4-A599-7C90-E4961D3EFE6F}"/>
                </a:ext>
              </a:extLst>
            </p:cNvPr>
            <p:cNvSpPr/>
            <p:nvPr/>
          </p:nvSpPr>
          <p:spPr>
            <a:xfrm>
              <a:off x="15437061" y="6189039"/>
              <a:ext cx="632304" cy="529653"/>
            </a:xfrm>
            <a:prstGeom prst="roundRect">
              <a:avLst>
                <a:gd name="adj" fmla="val 21429"/>
              </a:avLst>
            </a:prstGeom>
            <a:solidFill>
              <a:srgbClr val="163E75"/>
            </a:solidFill>
            <a:ln w="12700">
              <a:solidFill>
                <a:srgbClr val="163E75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DEF2BBE2-55CF-FC59-305F-79DEBAB461D4}"/>
                </a:ext>
              </a:extLst>
            </p:cNvPr>
            <p:cNvSpPr/>
            <p:nvPr/>
          </p:nvSpPr>
          <p:spPr>
            <a:xfrm>
              <a:off x="15437061" y="6189038"/>
              <a:ext cx="632304" cy="5296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3200" dirty="0"/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BD563CEA-FD97-2F37-2752-4E80B3D9CF64}"/>
              </a:ext>
            </a:extLst>
          </p:cNvPr>
          <p:cNvSpPr/>
          <p:nvPr/>
        </p:nvSpPr>
        <p:spPr>
          <a:xfrm>
            <a:off x="2769308" y="8952477"/>
            <a:ext cx="5440413" cy="945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Finite Variant Property</a:t>
            </a:r>
            <a:r>
              <a:rPr lang="zh-CN" altLang="en-US" sz="3600" b="1" dirty="0">
                <a:solidFill>
                  <a:srgbClr val="08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3600" b="1" dirty="0">
              <a:solidFill>
                <a:srgbClr val="082D6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8770BC1-33F7-AB48-2C54-B27348D2BAD4}"/>
              </a:ext>
            </a:extLst>
          </p:cNvPr>
          <p:cNvSpPr/>
          <p:nvPr/>
        </p:nvSpPr>
        <p:spPr>
          <a:xfrm>
            <a:off x="2256753" y="9699107"/>
            <a:ext cx="8728697" cy="2364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[Comon-Lundh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Delaune,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2005]</a:t>
            </a:r>
          </a:p>
          <a:p>
            <a:pPr marL="0" indent="0">
              <a:buNone/>
            </a:pP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one.</a:t>
            </a:r>
          </a:p>
          <a:p>
            <a:pPr marL="0" indent="0">
              <a:buNone/>
            </a:pP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</a:t>
            </a:r>
            <a:r>
              <a:rPr 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general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method,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non-expert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that.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3200" dirty="0"/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1AB37938-A2BC-982F-3A45-0887C2C7858F}"/>
              </a:ext>
            </a:extLst>
          </p:cNvPr>
          <p:cNvSpPr/>
          <p:nvPr/>
        </p:nvSpPr>
        <p:spPr>
          <a:xfrm>
            <a:off x="2264875" y="5246885"/>
            <a:ext cx="632304" cy="529653"/>
          </a:xfrm>
          <a:prstGeom prst="roundRect">
            <a:avLst>
              <a:gd name="adj" fmla="val 21429"/>
            </a:avLst>
          </a:prstGeom>
          <a:solidFill>
            <a:srgbClr val="082D63"/>
          </a:solidFill>
          <a:ln w="12700">
            <a:solidFill>
              <a:srgbClr val="082D63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8561A47E-D78E-14CE-8961-0C27A92E6A24}"/>
              </a:ext>
            </a:extLst>
          </p:cNvPr>
          <p:cNvSpPr/>
          <p:nvPr/>
        </p:nvSpPr>
        <p:spPr>
          <a:xfrm>
            <a:off x="2264875" y="5246885"/>
            <a:ext cx="632304" cy="529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3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5ABB0ED2-A9A0-4340-B771-C9CA8BD26D83}"/>
              </a:ext>
            </a:extLst>
          </p:cNvPr>
          <p:cNvSpPr/>
          <p:nvPr/>
        </p:nvSpPr>
        <p:spPr>
          <a:xfrm>
            <a:off x="2756502" y="7137861"/>
            <a:ext cx="4592527" cy="945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Ad-hoc algorithms</a:t>
            </a:r>
            <a:endParaRPr lang="en-US" sz="360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8A6C0688-FF2A-178B-6D81-5A776811C90D}"/>
              </a:ext>
            </a:extLst>
          </p:cNvPr>
          <p:cNvSpPr/>
          <p:nvPr/>
        </p:nvSpPr>
        <p:spPr>
          <a:xfrm>
            <a:off x="2275259" y="7863043"/>
            <a:ext cx="8339732" cy="1027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</a:t>
            </a:r>
            <a:r>
              <a:rPr 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special case</a:t>
            </a:r>
            <a:r>
              <a:rPr lang="en-US" altLang="zh-CN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s,</a:t>
            </a:r>
            <a:r>
              <a:rPr lang="zh-CN" alt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lack generality.</a:t>
            </a:r>
            <a:endParaRPr lang="en-US" sz="32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EEDE8C4-5421-0694-C670-826951A897AC}"/>
              </a:ext>
            </a:extLst>
          </p:cNvPr>
          <p:cNvGrpSpPr/>
          <p:nvPr/>
        </p:nvGrpSpPr>
        <p:grpSpPr>
          <a:xfrm>
            <a:off x="2264875" y="7345940"/>
            <a:ext cx="632304" cy="529653"/>
            <a:chOff x="8711446" y="5305646"/>
            <a:chExt cx="632304" cy="529653"/>
          </a:xfrm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E84A4D16-179A-1567-694A-09137FDF5DB9}"/>
                </a:ext>
              </a:extLst>
            </p:cNvPr>
            <p:cNvSpPr/>
            <p:nvPr/>
          </p:nvSpPr>
          <p:spPr>
            <a:xfrm>
              <a:off x="8711446" y="5305646"/>
              <a:ext cx="632304" cy="529653"/>
            </a:xfrm>
            <a:prstGeom prst="roundRect">
              <a:avLst>
                <a:gd name="adj" fmla="val 21429"/>
              </a:avLst>
            </a:prstGeom>
            <a:solidFill>
              <a:srgbClr val="082D63"/>
            </a:solidFill>
            <a:ln w="12700">
              <a:solidFill>
                <a:srgbClr val="082D63"/>
              </a:solidFill>
              <a:prstDash val="solid"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E7902EDF-8F89-968D-CF06-CBD8D1ABB96B}"/>
                </a:ext>
              </a:extLst>
            </p:cNvPr>
            <p:cNvSpPr/>
            <p:nvPr/>
          </p:nvSpPr>
          <p:spPr>
            <a:xfrm>
              <a:off x="8711446" y="5305646"/>
              <a:ext cx="632304" cy="5296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sz="320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2</a:t>
              </a:r>
              <a:endParaRPr lang="en-US" sz="3200" dirty="0"/>
            </a:p>
          </p:txBody>
        </p:sp>
      </p:grpSp>
      <p:sp>
        <p:nvSpPr>
          <p:cNvPr id="9" name="Text 7">
            <a:extLst>
              <a:ext uri="{FF2B5EF4-FFF2-40B4-BE49-F238E27FC236}">
                <a16:creationId xmlns:a16="http://schemas.microsoft.com/office/drawing/2014/main" id="{D7A4DE77-ADAB-C413-6FAE-05CB65964B76}"/>
              </a:ext>
            </a:extLst>
          </p:cNvPr>
          <p:cNvSpPr/>
          <p:nvPr/>
        </p:nvSpPr>
        <p:spPr>
          <a:xfrm>
            <a:off x="2512186" y="5038806"/>
            <a:ext cx="4592527" cy="945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narrowing</a:t>
            </a:r>
            <a:endParaRPr lang="en-US" sz="3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12D09AD-3B96-8EA9-0A0D-F05717531AED}"/>
              </a:ext>
            </a:extLst>
          </p:cNvPr>
          <p:cNvSpPr/>
          <p:nvPr/>
        </p:nvSpPr>
        <p:spPr>
          <a:xfrm>
            <a:off x="2321183" y="5246885"/>
            <a:ext cx="7851668" cy="2364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D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when the equational theory contains AC symbols.</a:t>
            </a:r>
            <a:endParaRPr lang="en-US" sz="3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4968C51-A569-E148-0E9F-E7E33FD3C18B}"/>
              </a:ext>
            </a:extLst>
          </p:cNvPr>
          <p:cNvSpPr/>
          <p:nvPr/>
        </p:nvSpPr>
        <p:spPr>
          <a:xfrm>
            <a:off x="12606904" y="4963970"/>
            <a:ext cx="4592527" cy="945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E45D8A4-3005-DCDF-0083-FD2C110F3E55}"/>
              </a:ext>
            </a:extLst>
          </p:cNvPr>
          <p:cNvGrpSpPr/>
          <p:nvPr/>
        </p:nvGrpSpPr>
        <p:grpSpPr>
          <a:xfrm>
            <a:off x="12084122" y="4120326"/>
            <a:ext cx="10024619" cy="8327019"/>
            <a:chOff x="12084122" y="4120326"/>
            <a:chExt cx="10024619" cy="832701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1865B24-3B9A-310D-41F3-85962780C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84122" y="4120326"/>
              <a:ext cx="10024619" cy="250901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D0057E4-1AF1-2539-4D02-7C18CDAB0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8416"/>
            <a:stretch>
              <a:fillRect/>
            </a:stretch>
          </p:blipFill>
          <p:spPr>
            <a:xfrm>
              <a:off x="13256994" y="6988566"/>
              <a:ext cx="8225154" cy="5458779"/>
            </a:xfrm>
            <a:prstGeom prst="rect">
              <a:avLst/>
            </a:prstGeom>
          </p:spPr>
        </p:pic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2C2B55-CA67-18CF-F36C-B4ADB7C84B3E}"/>
              </a:ext>
            </a:extLst>
          </p:cNvPr>
          <p:cNvCxnSpPr>
            <a:cxnSpLocks/>
          </p:cNvCxnSpPr>
          <p:nvPr/>
        </p:nvCxnSpPr>
        <p:spPr>
          <a:xfrm>
            <a:off x="18089218" y="10754156"/>
            <a:ext cx="331341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EE6180D-5198-751F-4327-C727E5A76105}"/>
              </a:ext>
            </a:extLst>
          </p:cNvPr>
          <p:cNvCxnSpPr>
            <a:cxnSpLocks/>
          </p:cNvCxnSpPr>
          <p:nvPr/>
        </p:nvCxnSpPr>
        <p:spPr>
          <a:xfrm>
            <a:off x="13470834" y="11085461"/>
            <a:ext cx="801131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818723E-147D-8607-ADC5-DB8D6822E642}"/>
              </a:ext>
            </a:extLst>
          </p:cNvPr>
          <p:cNvCxnSpPr>
            <a:cxnSpLocks/>
          </p:cNvCxnSpPr>
          <p:nvPr/>
        </p:nvCxnSpPr>
        <p:spPr>
          <a:xfrm>
            <a:off x="13470834" y="11342666"/>
            <a:ext cx="801131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EF86196-993F-0372-2652-49812A5FF755}"/>
              </a:ext>
            </a:extLst>
          </p:cNvPr>
          <p:cNvCxnSpPr>
            <a:cxnSpLocks/>
          </p:cNvCxnSpPr>
          <p:nvPr/>
        </p:nvCxnSpPr>
        <p:spPr>
          <a:xfrm>
            <a:off x="13401562" y="11653496"/>
            <a:ext cx="801131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16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6FB9C-6157-5049-913D-964E03FF6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1888BBC-F61A-0482-A816-33E463797E49}"/>
              </a:ext>
            </a:extLst>
          </p:cNvPr>
          <p:cNvSpPr/>
          <p:nvPr/>
        </p:nvSpPr>
        <p:spPr>
          <a:xfrm>
            <a:off x="7100050" y="5760128"/>
            <a:ext cx="4869073" cy="3193552"/>
          </a:xfrm>
          <a:prstGeom prst="roundRect">
            <a:avLst>
              <a:gd name="adj" fmla="val 4289"/>
            </a:avLst>
          </a:prstGeom>
          <a:ln w="762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3ED528-76E2-3095-23DF-263DD56E3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6870" y="1986255"/>
            <a:ext cx="20305929" cy="2362510"/>
          </a:xfrm>
        </p:spPr>
        <p:txBody>
          <a:bodyPr/>
          <a:lstStyle/>
          <a:p>
            <a:r>
              <a:rPr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FVPgen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An Algorithm for Automatically Proving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FVP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4E3998-EF64-6A9A-ADC2-36CE67B33836}"/>
              </a:ext>
            </a:extLst>
          </p:cNvPr>
          <p:cNvSpPr/>
          <p:nvPr/>
        </p:nvSpPr>
        <p:spPr>
          <a:xfrm>
            <a:off x="1310194" y="6146742"/>
            <a:ext cx="3939555" cy="2475508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4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BFEF64-6A97-06A3-2C8B-36F79F02D79D}"/>
              </a:ext>
            </a:extLst>
          </p:cNvPr>
          <p:cNvSpPr/>
          <p:nvPr/>
        </p:nvSpPr>
        <p:spPr>
          <a:xfrm>
            <a:off x="13815392" y="6146742"/>
            <a:ext cx="3566766" cy="2410381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4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086BE44-1F6C-4E7E-F6E1-B255AB437B45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249749" y="7384496"/>
            <a:ext cx="1807034" cy="0"/>
          </a:xfrm>
          <a:prstGeom prst="straightConnector1">
            <a:avLst/>
          </a:prstGeom>
          <a:ln w="571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924DEA7-019C-C382-E324-B695CD80775E}"/>
              </a:ext>
            </a:extLst>
          </p:cNvPr>
          <p:cNvCxnSpPr>
            <a:cxnSpLocks/>
          </p:cNvCxnSpPr>
          <p:nvPr/>
        </p:nvCxnSpPr>
        <p:spPr>
          <a:xfrm>
            <a:off x="11969123" y="7384496"/>
            <a:ext cx="1866147" cy="0"/>
          </a:xfrm>
          <a:prstGeom prst="straightConnector1">
            <a:avLst/>
          </a:prstGeom>
          <a:ln w="571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57C0EC1-241D-D9A5-E9F2-D9A78863693B}"/>
              </a:ext>
            </a:extLst>
          </p:cNvPr>
          <p:cNvSpPr txBox="1"/>
          <p:nvPr/>
        </p:nvSpPr>
        <p:spPr>
          <a:xfrm>
            <a:off x="2438723" y="6153625"/>
            <a:ext cx="1682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Input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1BB9B28-13B5-B1AA-D97C-CEB4159AD5ED}"/>
                  </a:ext>
                </a:extLst>
              </p:cNvPr>
              <p:cNvSpPr txBox="1"/>
              <p:nvPr/>
            </p:nvSpPr>
            <p:spPr>
              <a:xfrm>
                <a:off x="1652339" y="7024930"/>
                <a:ext cx="3255264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Source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theory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altLang="zh-CN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Target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theory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altLang="zh-CN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A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rewrite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order</a:t>
                </a:r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1BB9B28-13B5-B1AA-D97C-CEB4159AD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339" y="7024930"/>
                <a:ext cx="3255264" cy="1384995"/>
              </a:xfrm>
              <a:prstGeom prst="rect">
                <a:avLst/>
              </a:prstGeom>
              <a:blipFill>
                <a:blip r:embed="rId2"/>
                <a:stretch>
                  <a:fillRect l="-3502" t="-3604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01A281D5-C2F6-AB9B-7E07-ADDFE0B9CC9D}"/>
              </a:ext>
            </a:extLst>
          </p:cNvPr>
          <p:cNvSpPr txBox="1"/>
          <p:nvPr/>
        </p:nvSpPr>
        <p:spPr>
          <a:xfrm>
            <a:off x="14757527" y="6183318"/>
            <a:ext cx="22651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Out</a:t>
            </a:r>
            <a:r>
              <a:rPr lang="en-US" sz="4000" b="1" dirty="0"/>
              <a:t>put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162474-AFBF-7D06-9570-4CDD8A2307C5}"/>
              </a:ext>
            </a:extLst>
          </p:cNvPr>
          <p:cNvSpPr txBox="1"/>
          <p:nvPr/>
        </p:nvSpPr>
        <p:spPr>
          <a:xfrm>
            <a:off x="13971143" y="6959805"/>
            <a:ext cx="3255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</a:t>
            </a:r>
            <a:r>
              <a:rPr lang="zh-CN" altLang="en-US" sz="2800" dirty="0"/>
              <a:t> </a:t>
            </a:r>
            <a:r>
              <a:rPr lang="en-US" altLang="zh-CN" sz="2800" dirty="0"/>
              <a:t>rewrite</a:t>
            </a:r>
            <a:r>
              <a:rPr lang="zh-CN" altLang="en-US" sz="2800" dirty="0"/>
              <a:t> </a:t>
            </a:r>
            <a:r>
              <a:rPr lang="en-US" altLang="zh-CN" sz="2800" dirty="0"/>
              <a:t>theory</a:t>
            </a:r>
            <a:endParaRPr lang="en-US" sz="28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DC4E597-B459-A107-8683-97632BB8EBF8}"/>
              </a:ext>
            </a:extLst>
          </p:cNvPr>
          <p:cNvSpPr/>
          <p:nvPr/>
        </p:nvSpPr>
        <p:spPr>
          <a:xfrm>
            <a:off x="7074817" y="6813666"/>
            <a:ext cx="49487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Saturation</a:t>
            </a:r>
            <a:r>
              <a:rPr lang="zh-CN" altLang="en-US" sz="5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zh-CN" sz="5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loop</a:t>
            </a:r>
            <a:endParaRPr lang="en-GB" sz="54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95349C-D123-4B64-7373-367BC7E2B337}"/>
              </a:ext>
            </a:extLst>
          </p:cNvPr>
          <p:cNvSpPr txBox="1"/>
          <p:nvPr/>
        </p:nvSpPr>
        <p:spPr>
          <a:xfrm>
            <a:off x="4224188" y="10456803"/>
            <a:ext cx="173560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I</a:t>
            </a:r>
            <a:r>
              <a:rPr lang="en-US" altLang="zh-CN" sz="3600" b="1" dirty="0"/>
              <a:t>f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the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algorithm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terminates,</a:t>
            </a:r>
            <a:r>
              <a:rPr lang="zh-CN" altLang="en-US" sz="3600" b="1" dirty="0"/>
              <a:t> </a:t>
            </a:r>
            <a:r>
              <a:rPr lang="en-GB" altLang="zh-CN" sz="3600" b="1" dirty="0"/>
              <a:t>then </a:t>
            </a:r>
            <a:r>
              <a:rPr lang="en-US" altLang="zh-CN" sz="3600" b="1" dirty="0"/>
              <a:t>E-unification</a:t>
            </a:r>
            <a:r>
              <a:rPr lang="zh-CN" altLang="en-US" sz="3600" b="1" dirty="0"/>
              <a:t> </a:t>
            </a:r>
            <a:r>
              <a:rPr lang="en-GB" altLang="zh-CN" sz="3600" b="1" dirty="0"/>
              <a:t>can be reduced </a:t>
            </a:r>
            <a:r>
              <a:rPr lang="en-US" altLang="zh-CN" sz="3600" b="1" dirty="0"/>
              <a:t>to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E’-unification</a:t>
            </a:r>
          </a:p>
          <a:p>
            <a:r>
              <a:rPr lang="en-US" altLang="zh-CN" sz="3600" b="1" dirty="0"/>
              <a:t>Example: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XOR-unification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(source)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-&gt;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AC-unification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(target)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C3B5929-5549-D204-C485-F41D62DD1CEC}"/>
              </a:ext>
            </a:extLst>
          </p:cNvPr>
          <p:cNvGrpSpPr/>
          <p:nvPr/>
        </p:nvGrpSpPr>
        <p:grpSpPr>
          <a:xfrm>
            <a:off x="17382701" y="6183318"/>
            <a:ext cx="5742370" cy="2373805"/>
            <a:chOff x="17382701" y="6183318"/>
            <a:chExt cx="5742370" cy="2373805"/>
          </a:xfrm>
        </p:grpSpPr>
        <p:sp>
          <p:nvSpPr>
            <p:cNvPr id="14" name="Down Arrow 13">
              <a:extLst>
                <a:ext uri="{FF2B5EF4-FFF2-40B4-BE49-F238E27FC236}">
                  <a16:creationId xmlns:a16="http://schemas.microsoft.com/office/drawing/2014/main" id="{8BE8C886-0957-9945-7302-9D2865A1E9F8}"/>
                </a:ext>
              </a:extLst>
            </p:cNvPr>
            <p:cNvSpPr/>
            <p:nvPr/>
          </p:nvSpPr>
          <p:spPr>
            <a:xfrm rot="16200000">
              <a:off x="17810084" y="6594305"/>
              <a:ext cx="695739" cy="1550505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9E79C64-8A22-2BA1-2D93-D6E0AB949EF2}"/>
                </a:ext>
              </a:extLst>
            </p:cNvPr>
            <p:cNvSpPr/>
            <p:nvPr/>
          </p:nvSpPr>
          <p:spPr>
            <a:xfrm>
              <a:off x="18933205" y="6183318"/>
              <a:ext cx="4160525" cy="2373805"/>
            </a:xfrm>
            <a:prstGeom prst="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4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854FD09-DB3C-C5AD-D22E-BF822297B6AA}"/>
                </a:ext>
              </a:extLst>
            </p:cNvPr>
            <p:cNvSpPr txBox="1"/>
            <p:nvPr/>
          </p:nvSpPr>
          <p:spPr>
            <a:xfrm>
              <a:off x="18964546" y="6183318"/>
              <a:ext cx="41605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b="1" dirty="0" err="1"/>
                <a:t>ProVerif</a:t>
              </a:r>
              <a:endParaRPr lang="en-US" sz="40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49C625A-1376-0FBD-F7F6-3F9AF77605DA}"/>
                    </a:ext>
                  </a:extLst>
                </p:cNvPr>
                <p:cNvSpPr txBox="1"/>
                <p:nvPr/>
              </p:nvSpPr>
              <p:spPr>
                <a:xfrm>
                  <a:off x="19052472" y="6811610"/>
                  <a:ext cx="4041258" cy="1384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zh-CN" sz="2800" dirty="0"/>
                    <a:t>Support</a:t>
                  </a:r>
                  <a:r>
                    <a:rPr lang="zh-CN" altLang="en-US" sz="28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’</m:t>
                      </m:r>
                    </m:oMath>
                  </a14:m>
                  <a:r>
                    <a:rPr lang="en-US" altLang="zh-CN" sz="2800" dirty="0"/>
                    <a:t>-unification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zh-CN" sz="2800" dirty="0"/>
                    <a:t>From</a:t>
                  </a:r>
                  <a:r>
                    <a:rPr lang="zh-CN" altLang="en-US" sz="2800" dirty="0"/>
                    <a:t> </a:t>
                  </a:r>
                  <a:r>
                    <a:rPr lang="en-US" altLang="zh-CN" sz="2800" dirty="0"/>
                    <a:t>open</a:t>
                  </a:r>
                  <a:r>
                    <a:rPr lang="zh-CN" altLang="en-US" sz="2800" dirty="0"/>
                    <a:t> </a:t>
                  </a:r>
                  <a:r>
                    <a:rPr lang="en-US" altLang="zh-CN" sz="2800" dirty="0"/>
                    <a:t>evaluation</a:t>
                  </a:r>
                  <a:r>
                    <a:rPr lang="zh-CN" altLang="en-US" sz="2800" dirty="0"/>
                    <a:t> </a:t>
                  </a:r>
                  <a:r>
                    <a:rPr lang="en-US" altLang="zh-CN" sz="2800" dirty="0"/>
                    <a:t>to</a:t>
                  </a:r>
                  <a:r>
                    <a:rPr lang="zh-CN" altLang="en-US" sz="28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a14:m>
                  <a:r>
                    <a:rPr lang="en-US" altLang="zh-CN" sz="2800" dirty="0"/>
                    <a:t>-MGUs</a:t>
                  </a:r>
                  <a:r>
                    <a:rPr lang="zh-CN" altLang="en-US" sz="2800" dirty="0"/>
                    <a:t> </a:t>
                  </a:r>
                  <a:endParaRPr lang="en-US" sz="28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49C625A-1376-0FBD-F7F6-3F9AF77605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52472" y="6811610"/>
                  <a:ext cx="4041258" cy="1384995"/>
                </a:xfrm>
                <a:prstGeom prst="rect">
                  <a:avLst/>
                </a:prstGeom>
                <a:blipFill>
                  <a:blip r:embed="rId3"/>
                  <a:stretch>
                    <a:fillRect l="-2821" t="-4545" b="-11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CB8B3D4-672F-F223-989D-1B1A532E8470}"/>
              </a:ext>
            </a:extLst>
          </p:cNvPr>
          <p:cNvSpPr txBox="1"/>
          <p:nvPr/>
        </p:nvSpPr>
        <p:spPr>
          <a:xfrm>
            <a:off x="17405964" y="6726089"/>
            <a:ext cx="158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NEXT</a:t>
            </a:r>
            <a:r>
              <a:rPr lang="zh-CN" altLang="en-US" b="1" dirty="0"/>
              <a:t> </a:t>
            </a:r>
            <a:r>
              <a:rPr lang="en-US" altLang="zh-CN" b="1" dirty="0"/>
              <a:t>STEP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20905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C87B-E591-48CB-2FA9-0D97C8D7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886" y="3250558"/>
            <a:ext cx="16668750" cy="1107006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Does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FVP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Mean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Algorithm?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88477A-3B0F-85A7-ACBB-7FD68C3CB5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6732" y="5282056"/>
                <a:ext cx="22927268" cy="3844360"/>
              </a:xfrm>
            </p:spPr>
            <p:txBody>
              <a:bodyPr/>
              <a:lstStyle/>
              <a:p>
                <a:r>
                  <a:rPr lang="en-US" altLang="zh-CN" sz="4000" dirty="0"/>
                  <a:t>For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any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terms</a:t>
                </a:r>
                <a:r>
                  <a:rPr lang="zh-CN" altLang="en-US" sz="4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4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4000" dirty="0"/>
                  <a:t>,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if</a:t>
                </a:r>
                <a:r>
                  <a:rPr lang="zh-CN" altLang="en-US" sz="4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sub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4000" b="0" dirty="0"/>
                  <a:t>,</a:t>
                </a:r>
                <a:r>
                  <a:rPr lang="zh-CN" altLang="en-US" sz="4000" b="0" dirty="0"/>
                  <a:t> </a:t>
                </a:r>
                <a:r>
                  <a:rPr lang="en-US" altLang="zh-CN" sz="4000" b="0" dirty="0"/>
                  <a:t>then</a:t>
                </a:r>
                <a:r>
                  <a:rPr lang="zh-CN" altLang="en-US" sz="4000" b="0" dirty="0"/>
                  <a:t> </a:t>
                </a:r>
                <a:r>
                  <a:rPr lang="en-US" altLang="zh-CN" sz="4000" b="0" dirty="0"/>
                  <a:t>there</a:t>
                </a:r>
                <a:r>
                  <a:rPr lang="zh-CN" altLang="en-US" sz="4000" b="0" dirty="0"/>
                  <a:t> </a:t>
                </a:r>
                <a:r>
                  <a:rPr lang="en-US" altLang="zh-CN" sz="4000" b="0" dirty="0"/>
                  <a:t>exists</a:t>
                </a:r>
                <a:r>
                  <a:rPr lang="zh-CN" altLang="en-US" sz="4000" b="0" dirty="0"/>
                  <a:t> </a:t>
                </a:r>
                <a:r>
                  <a:rPr lang="en-US" altLang="zh-CN" sz="4000" b="0" dirty="0"/>
                  <a:t>a</a:t>
                </a:r>
                <a:r>
                  <a:rPr lang="zh-CN" altLang="en-US" sz="4000" b="0" dirty="0"/>
                  <a:t> </a:t>
                </a:r>
                <a:r>
                  <a:rPr lang="en-US" altLang="zh-CN" sz="4000" b="0" dirty="0"/>
                  <a:t>finite</a:t>
                </a:r>
                <a:r>
                  <a:rPr lang="zh-CN" altLang="en-US" sz="4000" b="0" dirty="0"/>
                  <a:t> </a:t>
                </a:r>
                <a:r>
                  <a:rPr lang="en-US" altLang="zh-CN" sz="4000" b="0" dirty="0"/>
                  <a:t>rewriting</a:t>
                </a:r>
                <a:r>
                  <a:rPr lang="zh-CN" altLang="en-US" sz="4000" b="0" dirty="0"/>
                  <a:t> </a:t>
                </a:r>
                <a:r>
                  <a:rPr lang="en-US" altLang="zh-CN" sz="4000" b="0" dirty="0"/>
                  <a:t>sequence</a:t>
                </a:r>
                <a:r>
                  <a:rPr lang="zh-CN" altLang="en-US" sz="40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sSub>
                      <m:sSubPr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4000" b="0" dirty="0"/>
                  <a:t>.</a:t>
                </a:r>
              </a:p>
              <a:p>
                <a:endParaRPr lang="en-US" altLang="zh-CN" sz="100" dirty="0"/>
              </a:p>
              <a:p>
                <a:endParaRPr lang="en-US" sz="4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88477A-3B0F-85A7-ACBB-7FD68C3CB5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6732" y="5282056"/>
                <a:ext cx="22927268" cy="3844360"/>
              </a:xfrm>
              <a:blipFill>
                <a:blip r:embed="rId3"/>
                <a:stretch>
                  <a:fillRect l="-1328" t="-5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7D55E13F-5583-9E01-0595-C97BFDBA15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206" y="6540151"/>
            <a:ext cx="15517587" cy="517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29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82403-4C5A-7C8D-C9F7-910C8D35A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9C5FFB0-F6F4-8FAA-D12C-5F21F3BB7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325" y="7813383"/>
            <a:ext cx="13130958" cy="43769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A57F26-6416-90F6-9EB8-711C971D6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886" y="3250558"/>
            <a:ext cx="16668750" cy="1107006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Does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FVP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Mean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Algorithm?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ABCE98A-5DED-7A0F-458B-BAE28474410F}"/>
              </a:ext>
            </a:extLst>
          </p:cNvPr>
          <p:cNvCxnSpPr>
            <a:cxnSpLocks/>
          </p:cNvCxnSpPr>
          <p:nvPr/>
        </p:nvCxnSpPr>
        <p:spPr>
          <a:xfrm>
            <a:off x="7096204" y="10001876"/>
            <a:ext cx="10429796" cy="15152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440A9C-5ED9-786C-A75A-50011F39AF20}"/>
                  </a:ext>
                </a:extLst>
              </p:cNvPr>
              <p:cNvSpPr txBox="1"/>
              <p:nvPr/>
            </p:nvSpPr>
            <p:spPr>
              <a:xfrm>
                <a:off x="2042886" y="5096648"/>
                <a:ext cx="20447837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0" dirty="0"/>
                  <a:t>If</a:t>
                </a:r>
                <a:r>
                  <a:rPr lang="zh-CN" altLang="en-US" sz="4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400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4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400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4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400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40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4000" dirty="0"/>
                  <a:t>,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and</a:t>
                </a:r>
                <a:r>
                  <a:rPr lang="zh-CN" altLang="en-US" sz="4000" dirty="0"/>
                  <a:t>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400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4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400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40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40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4000"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lit/>
                      </m:rPr>
                      <a:rPr lang="en-US" altLang="zh-CN" sz="40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4000" dirty="0"/>
                  <a:t> </a:t>
                </a:r>
                <a:r>
                  <a:rPr lang="en-US" altLang="zh-CN" sz="4000" dirty="0"/>
                  <a:t>are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in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normal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form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(irreducible),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then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FVP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guarantees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that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among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all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possible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mountains,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there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exists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one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mountain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which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only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contains</a:t>
                </a:r>
                <a:r>
                  <a:rPr lang="zh-CN" altLang="en-US" sz="4000" dirty="0"/>
                  <a:t> </a:t>
                </a:r>
                <a:r>
                  <a:rPr lang="en-US" altLang="zh-CN" sz="4000" u="sng" dirty="0"/>
                  <a:t>one</a:t>
                </a:r>
                <a:r>
                  <a:rPr lang="zh-CN" altLang="en-US" sz="4000" u="sng" dirty="0"/>
                  <a:t> </a:t>
                </a:r>
                <a:r>
                  <a:rPr lang="en-US" altLang="zh-CN" sz="4000" u="sng" dirty="0"/>
                  <a:t>step</a:t>
                </a:r>
                <a:r>
                  <a:rPr lang="en-US" altLang="zh-CN" sz="4000" dirty="0"/>
                  <a:t> and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the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rule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is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applied</a:t>
                </a:r>
                <a:r>
                  <a:rPr lang="zh-CN" altLang="en-US" sz="4000" dirty="0"/>
                  <a:t> </a:t>
                </a:r>
                <a:r>
                  <a:rPr lang="en-US" altLang="zh-CN" sz="4000" u="sng" dirty="0"/>
                  <a:t>at</a:t>
                </a:r>
                <a:r>
                  <a:rPr lang="zh-CN" altLang="en-US" sz="4000" u="sng" dirty="0"/>
                  <a:t> </a:t>
                </a:r>
                <a:r>
                  <a:rPr lang="en-US" altLang="zh-CN" sz="4000" u="sng" dirty="0"/>
                  <a:t>root</a:t>
                </a:r>
                <a:r>
                  <a:rPr lang="zh-CN" altLang="en-US" sz="4000" u="sng" dirty="0"/>
                  <a:t> </a:t>
                </a:r>
                <a:r>
                  <a:rPr lang="en-US" altLang="zh-CN" sz="4000" u="sng" dirty="0"/>
                  <a:t>level</a:t>
                </a:r>
                <a:r>
                  <a:rPr lang="en-US" altLang="zh-CN" sz="4000" dirty="0"/>
                  <a:t>,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such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that</a:t>
                </a:r>
                <a:r>
                  <a:rPr lang="zh-CN" altLang="en-US" sz="4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400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4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400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40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altLang="zh-CN" sz="4000" b="0" i="0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altLang="zh-CN" sz="40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4000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440A9C-5ED9-786C-A75A-50011F39A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886" y="5096648"/>
                <a:ext cx="20447837" cy="2215991"/>
              </a:xfrm>
              <a:prstGeom prst="rect">
                <a:avLst/>
              </a:prstGeom>
              <a:blipFill>
                <a:blip r:embed="rId3"/>
                <a:stretch>
                  <a:fillRect l="-993" t="-5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176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E4B4254-5F59-BBEB-98F0-25DAC8AC5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886" y="2111682"/>
            <a:ext cx="16668750" cy="2362510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Inside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Saturation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Loop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257BA38-02B5-C177-356A-E3B47B55E4E5}"/>
              </a:ext>
            </a:extLst>
          </p:cNvPr>
          <p:cNvSpPr/>
          <p:nvPr/>
        </p:nvSpPr>
        <p:spPr>
          <a:xfrm>
            <a:off x="1667435" y="5373554"/>
            <a:ext cx="7506556" cy="6352749"/>
          </a:xfrm>
          <a:prstGeom prst="roundRect">
            <a:avLst>
              <a:gd name="adj" fmla="val 538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3049C58-193F-4D6F-6107-07A987F72864}"/>
              </a:ext>
            </a:extLst>
          </p:cNvPr>
          <p:cNvCxnSpPr>
            <a:cxnSpLocks/>
          </p:cNvCxnSpPr>
          <p:nvPr/>
        </p:nvCxnSpPr>
        <p:spPr>
          <a:xfrm>
            <a:off x="5186522" y="7034705"/>
            <a:ext cx="0" cy="3721119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31D9662-B95A-E815-8453-3D4F7BD70C2E}"/>
              </a:ext>
            </a:extLst>
          </p:cNvPr>
          <p:cNvSpPr/>
          <p:nvPr/>
        </p:nvSpPr>
        <p:spPr>
          <a:xfrm>
            <a:off x="1667414" y="5371803"/>
            <a:ext cx="7506547" cy="153257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 err="1">
                <a:solidFill>
                  <a:schemeClr val="bg1"/>
                </a:solidFill>
              </a:rPr>
              <a:t>Normalisation</a:t>
            </a:r>
            <a:r>
              <a:rPr lang="zh-CN" altLang="en-US" sz="4000" b="1" dirty="0">
                <a:solidFill>
                  <a:schemeClr val="bg1"/>
                </a:solidFill>
              </a:rPr>
              <a:t> </a:t>
            </a:r>
            <a:r>
              <a:rPr lang="en-US" altLang="zh-CN" sz="4000" b="1" dirty="0">
                <a:solidFill>
                  <a:schemeClr val="bg1"/>
                </a:solidFill>
              </a:rPr>
              <a:t>procedure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2EA5F7-592C-3E6D-6B47-BE3646ADDD1F}"/>
              </a:ext>
            </a:extLst>
          </p:cNvPr>
          <p:cNvSpPr txBox="1"/>
          <p:nvPr/>
        </p:nvSpPr>
        <p:spPr>
          <a:xfrm>
            <a:off x="1951110" y="7133404"/>
            <a:ext cx="28275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NORMR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NORML</a:t>
            </a:r>
            <a:endParaRPr 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DC95CC-AD3C-DFB9-55C2-B98ACBBB4F7B}"/>
              </a:ext>
            </a:extLst>
          </p:cNvPr>
          <p:cNvSpPr txBox="1"/>
          <p:nvPr/>
        </p:nvSpPr>
        <p:spPr>
          <a:xfrm>
            <a:off x="1752679" y="10888168"/>
            <a:ext cx="38576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Improve</a:t>
            </a:r>
            <a:r>
              <a:rPr lang="zh-CN" altLang="en-US" sz="2800" dirty="0"/>
              <a:t> </a:t>
            </a:r>
            <a:r>
              <a:rPr lang="en-US" altLang="zh-CN" sz="2800" dirty="0"/>
              <a:t>termination</a:t>
            </a:r>
            <a:r>
              <a:rPr lang="zh-CN" altLang="en-US" sz="2800" dirty="0"/>
              <a:t> </a:t>
            </a:r>
            <a:r>
              <a:rPr lang="en-US" altLang="zh-CN" sz="2800" dirty="0"/>
              <a:t>+</a:t>
            </a:r>
            <a:endParaRPr lang="en-US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C156B1-7E89-5160-E8D0-A6956CAB7920}"/>
              </a:ext>
            </a:extLst>
          </p:cNvPr>
          <p:cNvSpPr txBox="1"/>
          <p:nvPr/>
        </p:nvSpPr>
        <p:spPr>
          <a:xfrm>
            <a:off x="5488312" y="7113526"/>
            <a:ext cx="24965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SUB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EQ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C21278-37A2-4C7A-2AB3-F026D57EB8FE}"/>
              </a:ext>
            </a:extLst>
          </p:cNvPr>
          <p:cNvSpPr txBox="1"/>
          <p:nvPr/>
        </p:nvSpPr>
        <p:spPr>
          <a:xfrm>
            <a:off x="5272510" y="10888168"/>
            <a:ext cx="4187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Remove</a:t>
            </a:r>
            <a:r>
              <a:rPr lang="zh-CN" altLang="en-US" sz="2800" dirty="0"/>
              <a:t> </a:t>
            </a:r>
            <a:r>
              <a:rPr lang="en-US" altLang="zh-CN" sz="2800" dirty="0"/>
              <a:t>redundant</a:t>
            </a:r>
            <a:r>
              <a:rPr lang="zh-CN" altLang="en-US" sz="2800" dirty="0"/>
              <a:t> </a:t>
            </a:r>
            <a:r>
              <a:rPr lang="en-US" altLang="zh-CN" sz="2800" dirty="0"/>
              <a:t>rules</a:t>
            </a:r>
            <a:endParaRPr lang="en-US" sz="28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471E72C-8C0E-1924-C010-2030DA5492A6}"/>
              </a:ext>
            </a:extLst>
          </p:cNvPr>
          <p:cNvSpPr/>
          <p:nvPr/>
        </p:nvSpPr>
        <p:spPr>
          <a:xfrm>
            <a:off x="14566448" y="5373553"/>
            <a:ext cx="7866442" cy="6352749"/>
          </a:xfrm>
          <a:prstGeom prst="roundRect">
            <a:avLst>
              <a:gd name="adj" fmla="val 538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D93B3E6-D132-7DC0-2545-447A3EAF17ED}"/>
              </a:ext>
            </a:extLst>
          </p:cNvPr>
          <p:cNvSpPr/>
          <p:nvPr/>
        </p:nvSpPr>
        <p:spPr>
          <a:xfrm>
            <a:off x="14566428" y="5373554"/>
            <a:ext cx="7866442" cy="15308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Overlapping</a:t>
            </a:r>
            <a:r>
              <a:rPr lang="zh-CN" altLang="en-US" sz="4000" b="1" dirty="0">
                <a:solidFill>
                  <a:schemeClr val="bg1"/>
                </a:solidFill>
              </a:rPr>
              <a:t> </a:t>
            </a:r>
            <a:r>
              <a:rPr lang="en-US" altLang="zh-CN" sz="4000" b="1" dirty="0">
                <a:solidFill>
                  <a:schemeClr val="bg1"/>
                </a:solidFill>
              </a:rPr>
              <a:t>procedure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1DBC9D-3D3B-940F-DA63-8C2322B8FD08}"/>
              </a:ext>
            </a:extLst>
          </p:cNvPr>
          <p:cNvSpPr txBox="1"/>
          <p:nvPr/>
        </p:nvSpPr>
        <p:spPr>
          <a:xfrm>
            <a:off x="15064514" y="7082118"/>
            <a:ext cx="731718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dirty="0"/>
              <a:t>Similar</a:t>
            </a:r>
            <a:r>
              <a:rPr lang="zh-CN" altLang="en-US" sz="2800" dirty="0"/>
              <a:t> </a:t>
            </a:r>
            <a:r>
              <a:rPr lang="en-US" altLang="zh-CN" sz="2800" dirty="0"/>
              <a:t>to</a:t>
            </a:r>
            <a:r>
              <a:rPr lang="zh-CN" altLang="en-US" sz="2800" dirty="0"/>
              <a:t> </a:t>
            </a:r>
            <a:r>
              <a:rPr lang="en-US" altLang="zh-CN" sz="2800" dirty="0"/>
              <a:t>critical</a:t>
            </a:r>
            <a:r>
              <a:rPr lang="zh-CN" altLang="en-US" sz="2800" dirty="0"/>
              <a:t> </a:t>
            </a:r>
            <a:r>
              <a:rPr lang="en-US" altLang="zh-CN" sz="2800" dirty="0"/>
              <a:t>pair</a:t>
            </a:r>
            <a:r>
              <a:rPr lang="zh-CN" altLang="en-US" sz="2800" dirty="0"/>
              <a:t> </a:t>
            </a:r>
            <a:r>
              <a:rPr lang="en-US" altLang="zh-CN" sz="2800" dirty="0"/>
              <a:t>in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Knuth-Bendix</a:t>
            </a:r>
            <a:r>
              <a:rPr lang="zh-CN" altLang="en-US" sz="2800" dirty="0"/>
              <a:t> </a:t>
            </a:r>
            <a:r>
              <a:rPr lang="en-US" altLang="zh-CN" sz="2800" dirty="0"/>
              <a:t>algorithm</a:t>
            </a:r>
          </a:p>
          <a:p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dirty="0"/>
              <a:t>Used</a:t>
            </a:r>
            <a:r>
              <a:rPr lang="zh-CN" altLang="en-US" sz="2800" dirty="0"/>
              <a:t> </a:t>
            </a:r>
            <a:r>
              <a:rPr lang="en-US" altLang="zh-CN" sz="2800" dirty="0"/>
              <a:t>to</a:t>
            </a:r>
            <a:r>
              <a:rPr lang="zh-CN" altLang="en-US" sz="2800" dirty="0"/>
              <a:t> </a:t>
            </a:r>
            <a:r>
              <a:rPr lang="en-US" altLang="zh-CN" sz="2800" dirty="0"/>
              <a:t>generate</a:t>
            </a:r>
            <a:r>
              <a:rPr lang="zh-CN" altLang="en-US" sz="2800" dirty="0"/>
              <a:t> </a:t>
            </a:r>
            <a:r>
              <a:rPr lang="en-US" altLang="zh-CN" sz="2800" dirty="0"/>
              <a:t>new</a:t>
            </a:r>
            <a:r>
              <a:rPr lang="zh-CN" altLang="en-US" sz="2800" dirty="0"/>
              <a:t> </a:t>
            </a:r>
            <a:r>
              <a:rPr lang="en-US" altLang="zh-CN" sz="2800" dirty="0"/>
              <a:t>rules</a:t>
            </a:r>
            <a:r>
              <a:rPr lang="zh-CN" altLang="en-US" sz="2800" dirty="0"/>
              <a:t> </a:t>
            </a:r>
            <a:r>
              <a:rPr lang="en-US" altLang="zh-CN" sz="2800" dirty="0"/>
              <a:t>to</a:t>
            </a:r>
            <a:r>
              <a:rPr lang="zh-CN" altLang="en-US" sz="2800" dirty="0"/>
              <a:t> </a:t>
            </a:r>
            <a:r>
              <a:rPr lang="en-US" altLang="zh-CN" sz="2800" dirty="0"/>
              <a:t>guarantee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FVP</a:t>
            </a:r>
            <a:endParaRPr lang="en-US" sz="2800" dirty="0"/>
          </a:p>
        </p:txBody>
      </p:sp>
      <p:sp>
        <p:nvSpPr>
          <p:cNvPr id="9" name="Curved Down Arrow 8">
            <a:extLst>
              <a:ext uri="{FF2B5EF4-FFF2-40B4-BE49-F238E27FC236}">
                <a16:creationId xmlns:a16="http://schemas.microsoft.com/office/drawing/2014/main" id="{C23B7016-1AAF-01BE-748E-5D8461490BFE}"/>
              </a:ext>
            </a:extLst>
          </p:cNvPr>
          <p:cNvSpPr/>
          <p:nvPr/>
        </p:nvSpPr>
        <p:spPr>
          <a:xfrm>
            <a:off x="9573681" y="5325258"/>
            <a:ext cx="4416724" cy="1276710"/>
          </a:xfrm>
          <a:prstGeom prst="curvedDownArrow">
            <a:avLst>
              <a:gd name="adj1" fmla="val 19679"/>
              <a:gd name="adj2" fmla="val 36325"/>
              <a:gd name="adj3" fmla="val 3040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urved Down Arrow 9">
            <a:extLst>
              <a:ext uri="{FF2B5EF4-FFF2-40B4-BE49-F238E27FC236}">
                <a16:creationId xmlns:a16="http://schemas.microsoft.com/office/drawing/2014/main" id="{36C88AC2-B8A0-0BA3-B171-C402A8C4B7A3}"/>
              </a:ext>
            </a:extLst>
          </p:cNvPr>
          <p:cNvSpPr/>
          <p:nvPr/>
        </p:nvSpPr>
        <p:spPr>
          <a:xfrm rot="10800000">
            <a:off x="9573681" y="10449592"/>
            <a:ext cx="4416724" cy="1276710"/>
          </a:xfrm>
          <a:prstGeom prst="curvedDownArrow">
            <a:avLst>
              <a:gd name="adj1" fmla="val 19679"/>
              <a:gd name="adj2" fmla="val 36325"/>
              <a:gd name="adj3" fmla="val 3040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A7558E-91A0-DA54-C7D2-C8003DBF68F5}"/>
                  </a:ext>
                </a:extLst>
              </p:cNvPr>
              <p:cNvSpPr txBox="1"/>
              <p:nvPr/>
            </p:nvSpPr>
            <p:spPr>
              <a:xfrm>
                <a:off x="1752680" y="8340384"/>
                <a:ext cx="351983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Example: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	</a:t>
                </a:r>
              </a:p>
              <a:p>
                <a:r>
                  <a:rPr lang="en-US" sz="2800" dirty="0"/>
                  <a:t>	</a:t>
                </a:r>
                <a:r>
                  <a:rPr lang="en-US" altLang="zh-CN" sz="2800" dirty="0"/>
                  <a:t>Given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ℓ→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800" b="0" dirty="0"/>
                  <a:t>,</a:t>
                </a:r>
                <a:r>
                  <a:rPr lang="zh-CN" altLang="en-US" sz="2800" b="0" dirty="0"/>
                  <a:t>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altLang="zh-CN" sz="2800" b="0" dirty="0"/>
                  <a:t>,</a:t>
                </a:r>
                <a:r>
                  <a:rPr lang="zh-CN" altLang="en-US" sz="2800" b="0" dirty="0"/>
                  <a:t> </a:t>
                </a:r>
                <a:r>
                  <a:rPr lang="en-US" altLang="zh-CN" sz="2800" b="0" dirty="0"/>
                  <a:t>and</a:t>
                </a:r>
                <a:r>
                  <a:rPr lang="zh-CN" alt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zh-CN" alt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altLang="zh-CN" sz="2800" b="0" dirty="0"/>
                  <a:t>then</a:t>
                </a:r>
                <a:r>
                  <a:rPr lang="zh-CN" altLang="en-US" sz="2800" b="0" dirty="0"/>
                  <a:t> </a:t>
                </a:r>
                <a:r>
                  <a:rPr lang="en-US" altLang="zh-CN" sz="2800" dirty="0"/>
                  <a:t>replace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rule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ℓ→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with</a:t>
                </a:r>
                <a:r>
                  <a:rPr lang="zh-CN" alt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ℓ→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GB" altLang="zh-CN" sz="2800" b="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A7558E-91A0-DA54-C7D2-C8003DBF6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80" y="8340384"/>
                <a:ext cx="3519830" cy="2677656"/>
              </a:xfrm>
              <a:prstGeom prst="rect">
                <a:avLst/>
              </a:prstGeom>
              <a:blipFill>
                <a:blip r:embed="rId3"/>
                <a:stretch>
                  <a:fillRect l="-3597" t="-2358" b="-4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08EC29-6694-683B-EE15-D29903780D1E}"/>
                  </a:ext>
                </a:extLst>
              </p:cNvPr>
              <p:cNvSpPr txBox="1"/>
              <p:nvPr/>
            </p:nvSpPr>
            <p:spPr>
              <a:xfrm>
                <a:off x="5272510" y="8407397"/>
                <a:ext cx="4215452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Example: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	</a:t>
                </a:r>
              </a:p>
              <a:p>
                <a:r>
                  <a:rPr lang="en-US" sz="2800" dirty="0"/>
                  <a:t>	</a:t>
                </a:r>
                <a:r>
                  <a:rPr lang="en-US" altLang="zh-CN" sz="2800" dirty="0"/>
                  <a:t>Given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800" b="0" dirty="0"/>
                  <a:t> </a:t>
                </a:r>
                <a:r>
                  <a:rPr lang="en-US" altLang="zh-CN" sz="2800" b="0" dirty="0"/>
                  <a:t>and</a:t>
                </a:r>
                <a:r>
                  <a:rPr lang="zh-CN" alt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CN" sz="2800" b="0" dirty="0"/>
                  <a:t>,</a:t>
                </a:r>
                <a:r>
                  <a:rPr lang="zh-CN" altLang="en-US" sz="2800" b="0" dirty="0"/>
                  <a:t> </a:t>
                </a:r>
                <a:r>
                  <a:rPr lang="en-US" altLang="zh-CN" sz="2800" b="0" dirty="0"/>
                  <a:t>then</a:t>
                </a:r>
                <a:r>
                  <a:rPr lang="zh-CN" altLang="en-US" sz="2800" b="0" dirty="0"/>
                  <a:t> </a:t>
                </a:r>
                <a:r>
                  <a:rPr lang="en-US" altLang="zh-CN" sz="2800" dirty="0"/>
                  <a:t>remove</a:t>
                </a:r>
                <a:r>
                  <a:rPr lang="zh-CN" alt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GB" altLang="zh-CN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08EC29-6694-683B-EE15-D29903780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510" y="8407397"/>
                <a:ext cx="4215452" cy="1815882"/>
              </a:xfrm>
              <a:prstGeom prst="rect">
                <a:avLst/>
              </a:prstGeom>
              <a:blipFill>
                <a:blip r:embed="rId4"/>
                <a:stretch>
                  <a:fillRect l="-3012" t="-3472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Content Placeholder 3">
            <a:extLst>
              <a:ext uri="{FF2B5EF4-FFF2-40B4-BE49-F238E27FC236}">
                <a16:creationId xmlns:a16="http://schemas.microsoft.com/office/drawing/2014/main" id="{664AED9E-A37B-5066-32E1-8C44ADFDD4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l="4721" t="1" r="15126" b="59638"/>
          <a:stretch>
            <a:fillRect/>
          </a:stretch>
        </p:blipFill>
        <p:spPr>
          <a:xfrm>
            <a:off x="15064514" y="9223266"/>
            <a:ext cx="7046332" cy="245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188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B4758-EF14-A000-3304-69CE46FF1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B3C8A-91C9-96C3-0071-16F1B6D7A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886" y="2798132"/>
            <a:ext cx="19130927" cy="2362510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</a:t>
            </a:r>
            <a:br>
              <a:rPr lang="zh-CN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GB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C4BF79-CB2A-4CD5-E129-56DC45EC848B}"/>
                  </a:ext>
                </a:extLst>
              </p:cNvPr>
              <p:cNvSpPr txBox="1"/>
              <p:nvPr/>
            </p:nvSpPr>
            <p:spPr>
              <a:xfrm>
                <a:off x="2758580" y="9636897"/>
                <a:ext cx="188668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/>
                  <a:t>Limitation</a:t>
                </a:r>
                <a:r>
                  <a:rPr lang="zh-CN" altLang="en-US" sz="3600" b="1" dirty="0"/>
                  <a:t> </a:t>
                </a:r>
                <a:r>
                  <a:rPr lang="en-US" altLang="zh-CN" sz="3600" b="1" dirty="0"/>
                  <a:t>1:</a:t>
                </a:r>
                <a:r>
                  <a:rPr lang="zh-CN" altLang="en-US" sz="3600" b="1" dirty="0"/>
                  <a:t> </a:t>
                </a:r>
                <a:r>
                  <a:rPr lang="en-US" altLang="zh-CN" sz="3600" dirty="0"/>
                  <a:t>Too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many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AC-redundant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rules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during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the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computation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3600" i="1" dirty="0" err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600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600" i="1" dirty="0" err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3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360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60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360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3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360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60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360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</m:t>
                      </m:r>
                      <m:r>
                        <a:rPr lang="en-US" altLang="zh-CN" sz="3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3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3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3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en-US" altLang="zh-CN" sz="360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60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360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3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), (</m:t>
                      </m:r>
                      <m:r>
                        <a:rPr lang="en-US" altLang="zh-CN" sz="360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60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360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3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</m:t>
                      </m:r>
                      <m:r>
                        <a:rPr lang="en-US" altLang="zh-CN" sz="3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</m:t>
                      </m:r>
                      <m:r>
                        <a:rPr lang="en-US" altLang="zh-CN" sz="3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en-US" altLang="zh-CN" sz="360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360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360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360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3600" dirty="0"/>
              </a:p>
              <a:p>
                <a:endParaRPr lang="en-GB" altLang="zh-CN" b="0" dirty="0"/>
              </a:p>
              <a:p>
                <a:endParaRPr lang="en-GB" altLang="zh-CN" dirty="0"/>
              </a:p>
              <a:p>
                <a:endParaRPr lang="en-GB" altLang="zh-C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C4BF79-CB2A-4CD5-E129-56DC45EC8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580" y="9636897"/>
                <a:ext cx="18866840" cy="2031325"/>
              </a:xfrm>
              <a:prstGeom prst="rect">
                <a:avLst/>
              </a:prstGeom>
              <a:blipFill>
                <a:blip r:embed="rId3"/>
                <a:stretch>
                  <a:fillRect l="-1009" t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958C92-B557-EAB5-FF2A-4372B35DC5AC}"/>
              </a:ext>
            </a:extLst>
          </p:cNvPr>
          <p:cNvCxnSpPr>
            <a:cxnSpLocks/>
          </p:cNvCxnSpPr>
          <p:nvPr/>
        </p:nvCxnSpPr>
        <p:spPr>
          <a:xfrm>
            <a:off x="14109331" y="10296338"/>
            <a:ext cx="4837037" cy="560137"/>
          </a:xfrm>
          <a:prstGeom prst="line">
            <a:avLst/>
          </a:prstGeom>
          <a:ln w="28575">
            <a:solidFill>
              <a:schemeClr val="bg2">
                <a:lumMod val="1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3579BBC-7066-AA3F-1F3C-9CEFE4731A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1831706"/>
                  </p:ext>
                </p:extLst>
              </p:nvPr>
            </p:nvGraphicFramePr>
            <p:xfrm>
              <a:off x="2266120" y="4896927"/>
              <a:ext cx="20713150" cy="4471509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260037">
                      <a:extLst>
                        <a:ext uri="{9D8B030D-6E8A-4147-A177-3AD203B41FA5}">
                          <a16:colId xmlns:a16="http://schemas.microsoft.com/office/drawing/2014/main" val="3681444587"/>
                        </a:ext>
                      </a:extLst>
                    </a:gridCol>
                    <a:gridCol w="7156174">
                      <a:extLst>
                        <a:ext uri="{9D8B030D-6E8A-4147-A177-3AD203B41FA5}">
                          <a16:colId xmlns:a16="http://schemas.microsoft.com/office/drawing/2014/main" val="4122403583"/>
                        </a:ext>
                      </a:extLst>
                    </a:gridCol>
                    <a:gridCol w="4075043">
                      <a:extLst>
                        <a:ext uri="{9D8B030D-6E8A-4147-A177-3AD203B41FA5}">
                          <a16:colId xmlns:a16="http://schemas.microsoft.com/office/drawing/2014/main" val="2851317090"/>
                        </a:ext>
                      </a:extLst>
                    </a:gridCol>
                    <a:gridCol w="4075043">
                      <a:extLst>
                        <a:ext uri="{9D8B030D-6E8A-4147-A177-3AD203B41FA5}">
                          <a16:colId xmlns:a16="http://schemas.microsoft.com/office/drawing/2014/main" val="251954192"/>
                        </a:ext>
                      </a:extLst>
                    </a:gridCol>
                    <a:gridCol w="2146853">
                      <a:extLst>
                        <a:ext uri="{9D8B030D-6E8A-4147-A177-3AD203B41FA5}">
                          <a16:colId xmlns:a16="http://schemas.microsoft.com/office/drawing/2014/main" val="2592532843"/>
                        </a:ext>
                      </a:extLst>
                    </a:gridCol>
                  </a:tblGrid>
                  <a:tr h="63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Source</a:t>
                          </a:r>
                          <a:r>
                            <a:rPr lang="zh-CN" altLang="en-US" sz="3200" dirty="0"/>
                            <a:t> </a:t>
                          </a:r>
                          <a:r>
                            <a:rPr lang="en-US" sz="3200" dirty="0"/>
                            <a:t>Theory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Rules generated during computation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Final</a:t>
                          </a:r>
                          <a:r>
                            <a:rPr lang="zh-CN" altLang="en-US" sz="3200" dirty="0"/>
                            <a:t> </a:t>
                          </a:r>
                          <a:r>
                            <a:rPr lang="en-US" altLang="zh-CN" sz="3200" dirty="0"/>
                            <a:t>o</a:t>
                          </a:r>
                          <a:r>
                            <a:rPr lang="en-GB" sz="3200" dirty="0" err="1"/>
                            <a:t>utput</a:t>
                          </a:r>
                          <a:r>
                            <a:rPr lang="en-GB" sz="3200" dirty="0"/>
                            <a:t> size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User-provided</a:t>
                          </a:r>
                          <a:r>
                            <a:rPr lang="zh-CN" altLang="en-US" sz="320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altLang="zh-CN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3200" b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3200" b="1" i="0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3200" dirty="0"/>
                            <a:t>?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Time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21937140"/>
                      </a:ext>
                    </a:extLst>
                  </a:tr>
                  <a:tr h="63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AC</a:t>
                          </a:r>
                          <a:r>
                            <a:rPr lang="en-US" altLang="zh-CN" sz="3200" dirty="0"/>
                            <a:t>I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54k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6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NO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5s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97561279"/>
                      </a:ext>
                    </a:extLst>
                  </a:tr>
                  <a:tr h="63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ACN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399k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14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NO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35s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87669926"/>
                      </a:ext>
                    </a:extLst>
                  </a:tr>
                  <a:tr h="63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XOR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38k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8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NO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1s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13247886"/>
                      </a:ext>
                    </a:extLst>
                  </a:tr>
                  <a:tr h="63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AG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530k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52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YES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7min</a:t>
                          </a:r>
                          <a:r>
                            <a:rPr lang="zh-CN" altLang="en-US" sz="3200" dirty="0"/>
                            <a:t> </a:t>
                          </a:r>
                          <a:r>
                            <a:rPr lang="en-US" altLang="zh-CN" sz="3200" dirty="0"/>
                            <a:t>26s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708137"/>
                      </a:ext>
                    </a:extLst>
                  </a:tr>
                  <a:tr h="63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DH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828k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99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YES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17min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71900046"/>
                      </a:ext>
                    </a:extLst>
                  </a:tr>
                  <a:tr h="63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Bilinear</a:t>
                          </a:r>
                          <a:r>
                            <a:rPr lang="zh-CN" altLang="en-US" sz="3200" dirty="0"/>
                            <a:t> </a:t>
                          </a:r>
                          <a:r>
                            <a:rPr lang="en-US" altLang="zh-CN" sz="3200" dirty="0"/>
                            <a:t>Pairing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1402k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194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YES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1h</a:t>
                          </a:r>
                          <a:r>
                            <a:rPr lang="zh-CN" altLang="en-US" sz="3200" dirty="0"/>
                            <a:t> </a:t>
                          </a:r>
                          <a:r>
                            <a:rPr lang="en-US" altLang="zh-CN" sz="3200" dirty="0"/>
                            <a:t>14min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53755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3579BBC-7066-AA3F-1F3C-9CEFE4731A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1831706"/>
                  </p:ext>
                </p:extLst>
              </p:nvPr>
            </p:nvGraphicFramePr>
            <p:xfrm>
              <a:off x="2266120" y="4896927"/>
              <a:ext cx="20713150" cy="4471509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260037">
                      <a:extLst>
                        <a:ext uri="{9D8B030D-6E8A-4147-A177-3AD203B41FA5}">
                          <a16:colId xmlns:a16="http://schemas.microsoft.com/office/drawing/2014/main" val="3681444587"/>
                        </a:ext>
                      </a:extLst>
                    </a:gridCol>
                    <a:gridCol w="7156174">
                      <a:extLst>
                        <a:ext uri="{9D8B030D-6E8A-4147-A177-3AD203B41FA5}">
                          <a16:colId xmlns:a16="http://schemas.microsoft.com/office/drawing/2014/main" val="4122403583"/>
                        </a:ext>
                      </a:extLst>
                    </a:gridCol>
                    <a:gridCol w="4075043">
                      <a:extLst>
                        <a:ext uri="{9D8B030D-6E8A-4147-A177-3AD203B41FA5}">
                          <a16:colId xmlns:a16="http://schemas.microsoft.com/office/drawing/2014/main" val="2851317090"/>
                        </a:ext>
                      </a:extLst>
                    </a:gridCol>
                    <a:gridCol w="4075043">
                      <a:extLst>
                        <a:ext uri="{9D8B030D-6E8A-4147-A177-3AD203B41FA5}">
                          <a16:colId xmlns:a16="http://schemas.microsoft.com/office/drawing/2014/main" val="251954192"/>
                        </a:ext>
                      </a:extLst>
                    </a:gridCol>
                    <a:gridCol w="2146853">
                      <a:extLst>
                        <a:ext uri="{9D8B030D-6E8A-4147-A177-3AD203B41FA5}">
                          <a16:colId xmlns:a16="http://schemas.microsoft.com/office/drawing/2014/main" val="2592532843"/>
                        </a:ext>
                      </a:extLst>
                    </a:gridCol>
                  </a:tblGrid>
                  <a:tr h="63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Source</a:t>
                          </a:r>
                          <a:r>
                            <a:rPr lang="zh-CN" altLang="en-US" sz="3200" dirty="0"/>
                            <a:t> </a:t>
                          </a:r>
                          <a:r>
                            <a:rPr lang="en-US" sz="3200" dirty="0"/>
                            <a:t>Theory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Rules generated during computation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dirty="0"/>
                            <a:t>Final</a:t>
                          </a:r>
                          <a:r>
                            <a:rPr lang="zh-CN" altLang="en-US" sz="3200" dirty="0"/>
                            <a:t> </a:t>
                          </a:r>
                          <a:r>
                            <a:rPr lang="en-US" altLang="zh-CN" sz="3200" dirty="0"/>
                            <a:t>o</a:t>
                          </a:r>
                          <a:r>
                            <a:rPr lang="en-GB" sz="3200" dirty="0" err="1"/>
                            <a:t>utput</a:t>
                          </a:r>
                          <a:r>
                            <a:rPr lang="en-GB" sz="3200" dirty="0"/>
                            <a:t> size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6075" t="-12000" r="-52960" b="-6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Time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21937140"/>
                      </a:ext>
                    </a:extLst>
                  </a:tr>
                  <a:tr h="63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AC</a:t>
                          </a:r>
                          <a:r>
                            <a:rPr lang="en-US" altLang="zh-CN" sz="3200" dirty="0"/>
                            <a:t>I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54k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6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NO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5s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97561279"/>
                      </a:ext>
                    </a:extLst>
                  </a:tr>
                  <a:tr h="63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ACN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399k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14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NO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35s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87669926"/>
                      </a:ext>
                    </a:extLst>
                  </a:tr>
                  <a:tr h="63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XOR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38k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8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NO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1s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13247886"/>
                      </a:ext>
                    </a:extLst>
                  </a:tr>
                  <a:tr h="63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AG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530k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52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YES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7min</a:t>
                          </a:r>
                          <a:r>
                            <a:rPr lang="zh-CN" altLang="en-US" sz="3200" dirty="0"/>
                            <a:t> </a:t>
                          </a:r>
                          <a:r>
                            <a:rPr lang="en-US" altLang="zh-CN" sz="3200" dirty="0"/>
                            <a:t>26s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708137"/>
                      </a:ext>
                    </a:extLst>
                  </a:tr>
                  <a:tr h="63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DH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828k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99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YES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17min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71900046"/>
                      </a:ext>
                    </a:extLst>
                  </a:tr>
                  <a:tr h="6387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Bilinear</a:t>
                          </a:r>
                          <a:r>
                            <a:rPr lang="zh-CN" altLang="en-US" sz="3200" dirty="0"/>
                            <a:t> </a:t>
                          </a:r>
                          <a:r>
                            <a:rPr lang="en-US" altLang="zh-CN" sz="3200" dirty="0"/>
                            <a:t>Pairing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1402k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194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YES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/>
                            <a:t>1h</a:t>
                          </a:r>
                          <a:r>
                            <a:rPr lang="zh-CN" altLang="en-US" sz="3200" dirty="0"/>
                            <a:t> </a:t>
                          </a:r>
                          <a:r>
                            <a:rPr lang="en-US" altLang="zh-CN" sz="3200" dirty="0"/>
                            <a:t>14min</a:t>
                          </a:r>
                          <a:endParaRPr lang="en-US" sz="3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53755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D66132-8F49-4FF2-866B-9331FFB636D0}"/>
                  </a:ext>
                </a:extLst>
              </p:cNvPr>
              <p:cNvSpPr txBox="1"/>
              <p:nvPr/>
            </p:nvSpPr>
            <p:spPr>
              <a:xfrm>
                <a:off x="2758580" y="11130677"/>
                <a:ext cx="18415233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600" b="1" dirty="0"/>
                  <a:t>Limitation</a:t>
                </a:r>
                <a:r>
                  <a:rPr lang="zh-CN" altLang="en-US" sz="3600" b="1" dirty="0"/>
                  <a:t> </a:t>
                </a:r>
                <a:r>
                  <a:rPr lang="en-US" altLang="zh-CN" sz="3600" b="1" dirty="0"/>
                  <a:t>2:</a:t>
                </a:r>
                <a:r>
                  <a:rPr lang="zh-CN" altLang="en-US" sz="3600" b="1" dirty="0"/>
                  <a:t> </a:t>
                </a:r>
                <a:r>
                  <a:rPr lang="en-US" altLang="zh-CN" sz="3600" dirty="0"/>
                  <a:t>Require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an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extra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input</a:t>
                </a:r>
                <a:r>
                  <a:rPr lang="zh-CN" altLang="en-US" sz="3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6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36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zh-CN" altLang="en-US" sz="3600" dirty="0"/>
                  <a:t> </a:t>
                </a:r>
                <a:r>
                  <a:rPr lang="en-US" altLang="zh-CN" sz="3600" dirty="0"/>
                  <a:t>for the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algorithm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to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terminate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in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some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examples,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which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the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user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may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not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know.</a:t>
                </a:r>
                <a:endParaRPr lang="en-GB" altLang="zh-CN" sz="3600" dirty="0"/>
              </a:p>
              <a:p>
                <a:endParaRPr lang="en-GB" altLang="zh-CN" sz="3600" dirty="0"/>
              </a:p>
              <a:p>
                <a:endParaRPr lang="en-GB" altLang="zh-CN" sz="3600" dirty="0"/>
              </a:p>
              <a:p>
                <a:endParaRPr lang="en-GB" altLang="zh-C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D66132-8F49-4FF2-866B-9331FFB63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580" y="11130677"/>
                <a:ext cx="18415233" cy="2585323"/>
              </a:xfrm>
              <a:prstGeom prst="rect">
                <a:avLst/>
              </a:prstGeom>
              <a:blipFill>
                <a:blip r:embed="rId5"/>
                <a:stretch>
                  <a:fillRect l="-1034" t="-3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326826C-7EB0-FCEA-68D5-49FF842091B3}"/>
              </a:ext>
            </a:extLst>
          </p:cNvPr>
          <p:cNvSpPr txBox="1"/>
          <p:nvPr/>
        </p:nvSpPr>
        <p:spPr>
          <a:xfrm>
            <a:off x="2266120" y="4312152"/>
            <a:ext cx="34499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/>
              <a:t>Target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theory: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AC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C719EB-B6E4-DEDF-3029-6B8211B62B31}"/>
                  </a:ext>
                </a:extLst>
              </p:cNvPr>
              <p:cNvSpPr txBox="1"/>
              <p:nvPr/>
            </p:nvSpPr>
            <p:spPr>
              <a:xfrm>
                <a:off x="8416084" y="4330337"/>
                <a:ext cx="1478642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3200" b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zh-CN" altLang="en-US" sz="3200" b="1" dirty="0"/>
                  <a:t> </a:t>
                </a:r>
                <a:r>
                  <a:rPr lang="en-US" altLang="zh-CN" sz="3200" b="1" dirty="0"/>
                  <a:t>is</a:t>
                </a:r>
                <a:r>
                  <a:rPr lang="zh-CN" altLang="en-US" sz="3200" b="1" dirty="0"/>
                  <a:t> </a:t>
                </a:r>
                <a:r>
                  <a:rPr lang="en-US" altLang="zh-CN" sz="3200" b="1" dirty="0"/>
                  <a:t>the</a:t>
                </a:r>
                <a:r>
                  <a:rPr lang="zh-CN" altLang="en-US" sz="3200" b="1" dirty="0"/>
                  <a:t> </a:t>
                </a:r>
                <a:r>
                  <a:rPr lang="en-US" altLang="zh-CN" sz="3200" b="1" dirty="0"/>
                  <a:t>AC</a:t>
                </a:r>
                <a:r>
                  <a:rPr lang="zh-CN" altLang="en-US" sz="3200" b="1" dirty="0"/>
                  <a:t> </a:t>
                </a:r>
                <a:r>
                  <a:rPr lang="en-US" altLang="zh-CN" sz="3200" b="1" dirty="0"/>
                  <a:t>convergent</a:t>
                </a:r>
                <a:r>
                  <a:rPr lang="zh-CN" altLang="en-US" sz="3200" b="1" dirty="0"/>
                  <a:t> </a:t>
                </a:r>
                <a:r>
                  <a:rPr lang="en-US" altLang="zh-CN" sz="3200" b="1" dirty="0"/>
                  <a:t>rewrite</a:t>
                </a:r>
                <a:r>
                  <a:rPr lang="zh-CN" altLang="en-US" sz="3200" b="1" dirty="0"/>
                  <a:t> </a:t>
                </a:r>
                <a:r>
                  <a:rPr lang="en-US" altLang="zh-CN" sz="3200" b="1" dirty="0"/>
                  <a:t>system</a:t>
                </a:r>
                <a:r>
                  <a:rPr lang="zh-CN" altLang="en-US" sz="3200" b="1" dirty="0"/>
                  <a:t> </a:t>
                </a:r>
                <a:r>
                  <a:rPr lang="en-US" altLang="zh-CN" sz="3200" b="1" dirty="0"/>
                  <a:t>modelling</a:t>
                </a:r>
                <a:r>
                  <a:rPr lang="zh-CN" altLang="en-US" sz="3200" b="1" dirty="0"/>
                  <a:t> </a:t>
                </a:r>
                <a:r>
                  <a:rPr lang="en-US" altLang="zh-CN" sz="3200" b="1" dirty="0"/>
                  <a:t>the</a:t>
                </a:r>
                <a:r>
                  <a:rPr lang="zh-CN" altLang="en-US" sz="3200" b="1" dirty="0"/>
                  <a:t> </a:t>
                </a:r>
                <a:r>
                  <a:rPr lang="en-GB" altLang="zh-CN" sz="3200" b="1" dirty="0"/>
                  <a:t>source </a:t>
                </a:r>
                <a:r>
                  <a:rPr lang="en-US" altLang="zh-CN" sz="3200" b="1" dirty="0"/>
                  <a:t>equational</a:t>
                </a:r>
                <a:r>
                  <a:rPr lang="zh-CN" altLang="en-US" sz="3200" b="1" dirty="0"/>
                  <a:t> </a:t>
                </a:r>
                <a:r>
                  <a:rPr lang="en-US" altLang="zh-CN" sz="3200" b="1" dirty="0"/>
                  <a:t>theory</a:t>
                </a:r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C719EB-B6E4-DEDF-3029-6B8211B62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6084" y="4330337"/>
                <a:ext cx="14786420" cy="584775"/>
              </a:xfrm>
              <a:prstGeom prst="rect">
                <a:avLst/>
              </a:prstGeom>
              <a:blipFill>
                <a:blip r:embed="rId6"/>
                <a:stretch>
                  <a:fillRect l="-258" t="-10638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304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6708F-BC76-70ED-9238-775135484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26D53-EAF4-DF45-DBE1-51DFD9DFA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387" y="3040176"/>
            <a:ext cx="19866970" cy="2362510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Improvement: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Classic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Terms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Flattened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Terms</a:t>
            </a:r>
            <a:b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C02F5DC-1E42-5178-A7AA-D5164A914B0D}"/>
              </a:ext>
            </a:extLst>
          </p:cNvPr>
          <p:cNvGrpSpPr/>
          <p:nvPr/>
        </p:nvGrpSpPr>
        <p:grpSpPr>
          <a:xfrm>
            <a:off x="4256015" y="5402686"/>
            <a:ext cx="15871970" cy="4027062"/>
            <a:chOff x="2261613" y="3598878"/>
            <a:chExt cx="7246313" cy="189513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5686267-F0B2-D1F1-AC6B-D6AF9C916947}"/>
                </a:ext>
              </a:extLst>
            </p:cNvPr>
            <p:cNvSpPr/>
            <p:nvPr/>
          </p:nvSpPr>
          <p:spPr>
            <a:xfrm>
              <a:off x="3070372" y="3598878"/>
              <a:ext cx="272642" cy="28942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/>
                <a:t>f</a:t>
              </a:r>
              <a:endParaRPr lang="zh-CN" altLang="en-US" sz="2400" b="1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162FDA1-05A5-28E1-47E2-34C504B388BF}"/>
                </a:ext>
              </a:extLst>
            </p:cNvPr>
            <p:cNvSpPr/>
            <p:nvPr/>
          </p:nvSpPr>
          <p:spPr>
            <a:xfrm>
              <a:off x="2554181" y="4111877"/>
              <a:ext cx="272642" cy="28942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/>
                <a:t>f</a:t>
              </a:r>
              <a:endParaRPr lang="zh-CN" altLang="en-US" sz="2400" b="1" dirty="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DA60FDA-6616-1C32-3AA6-206F4B28996B}"/>
                </a:ext>
              </a:extLst>
            </p:cNvPr>
            <p:cNvCxnSpPr>
              <a:stCxn id="5" idx="3"/>
              <a:endCxn id="6" idx="7"/>
            </p:cNvCxnSpPr>
            <p:nvPr/>
          </p:nvCxnSpPr>
          <p:spPr>
            <a:xfrm flipH="1">
              <a:off x="2786896" y="3845913"/>
              <a:ext cx="323403" cy="3083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3EEFE49-3F8A-2932-7024-2540561FDD5E}"/>
                </a:ext>
              </a:extLst>
            </p:cNvPr>
            <p:cNvSpPr/>
            <p:nvPr/>
          </p:nvSpPr>
          <p:spPr>
            <a:xfrm>
              <a:off x="3560163" y="4113148"/>
              <a:ext cx="272642" cy="289420"/>
            </a:xfrm>
            <a:prstGeom prst="ellipse">
              <a:avLst/>
            </a:prstGeom>
            <a:solidFill>
              <a:schemeClr val="accent2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+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71A7BBB-B0B8-5611-9F61-572FC84498E9}"/>
                </a:ext>
              </a:extLst>
            </p:cNvPr>
            <p:cNvCxnSpPr>
              <a:cxnSpLocks/>
              <a:stCxn id="5" idx="5"/>
              <a:endCxn id="8" idx="1"/>
            </p:cNvCxnSpPr>
            <p:nvPr/>
          </p:nvCxnSpPr>
          <p:spPr>
            <a:xfrm>
              <a:off x="3303087" y="3845913"/>
              <a:ext cx="297003" cy="30962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2A99924-7FAC-61C4-79DB-66F9DBD7FB42}"/>
                </a:ext>
              </a:extLst>
            </p:cNvPr>
            <p:cNvSpPr/>
            <p:nvPr/>
          </p:nvSpPr>
          <p:spPr>
            <a:xfrm>
              <a:off x="3233804" y="4658429"/>
              <a:ext cx="272642" cy="289420"/>
            </a:xfrm>
            <a:prstGeom prst="ellipse">
              <a:avLst/>
            </a:prstGeom>
            <a:solidFill>
              <a:schemeClr val="accent2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+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5D90ADE-769A-780C-BF1C-88D70773BF3A}"/>
                </a:ext>
              </a:extLst>
            </p:cNvPr>
            <p:cNvCxnSpPr>
              <a:cxnSpLocks/>
              <a:stCxn id="8" idx="3"/>
              <a:endCxn id="10" idx="7"/>
            </p:cNvCxnSpPr>
            <p:nvPr/>
          </p:nvCxnSpPr>
          <p:spPr>
            <a:xfrm flipH="1">
              <a:off x="3466519" y="4360183"/>
              <a:ext cx="133571" cy="3406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202A335-59B9-3D52-C8B3-1CA3A7A696A7}"/>
                </a:ext>
              </a:extLst>
            </p:cNvPr>
            <p:cNvSpPr/>
            <p:nvPr/>
          </p:nvSpPr>
          <p:spPr>
            <a:xfrm>
              <a:off x="2261613" y="4658429"/>
              <a:ext cx="272642" cy="289420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2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98B169B-7CCE-6FAB-DF75-1F24B5535E1E}"/>
                </a:ext>
              </a:extLst>
            </p:cNvPr>
            <p:cNvSpPr/>
            <p:nvPr/>
          </p:nvSpPr>
          <p:spPr>
            <a:xfrm>
              <a:off x="2826823" y="4658429"/>
              <a:ext cx="272642" cy="289420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1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35CF582-34A8-59D1-48C5-ABCDE8678EF6}"/>
                </a:ext>
              </a:extLst>
            </p:cNvPr>
            <p:cNvSpPr/>
            <p:nvPr/>
          </p:nvSpPr>
          <p:spPr>
            <a:xfrm>
              <a:off x="2973980" y="5204597"/>
              <a:ext cx="272642" cy="289420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2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77B3798-60D3-1900-536A-F64C55373223}"/>
                </a:ext>
              </a:extLst>
            </p:cNvPr>
            <p:cNvSpPr/>
            <p:nvPr/>
          </p:nvSpPr>
          <p:spPr>
            <a:xfrm>
              <a:off x="3504504" y="5204597"/>
              <a:ext cx="272642" cy="289420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3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403D751-94D1-93BA-7E3B-BE14D89623CC}"/>
                </a:ext>
              </a:extLst>
            </p:cNvPr>
            <p:cNvSpPr/>
            <p:nvPr/>
          </p:nvSpPr>
          <p:spPr>
            <a:xfrm>
              <a:off x="3857809" y="4658429"/>
              <a:ext cx="272642" cy="289420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1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36D7EA5-7B44-F27B-CE03-E0E41DD0DCF0}"/>
                </a:ext>
              </a:extLst>
            </p:cNvPr>
            <p:cNvCxnSpPr>
              <a:stCxn id="6" idx="3"/>
              <a:endCxn id="12" idx="7"/>
            </p:cNvCxnSpPr>
            <p:nvPr/>
          </p:nvCxnSpPr>
          <p:spPr>
            <a:xfrm flipH="1">
              <a:off x="2494328" y="4358912"/>
              <a:ext cx="99780" cy="3419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F29A398-ABE1-32C8-1399-CC74C6C0508A}"/>
                </a:ext>
              </a:extLst>
            </p:cNvPr>
            <p:cNvCxnSpPr>
              <a:stCxn id="6" idx="5"/>
              <a:endCxn id="13" idx="1"/>
            </p:cNvCxnSpPr>
            <p:nvPr/>
          </p:nvCxnSpPr>
          <p:spPr>
            <a:xfrm>
              <a:off x="2786896" y="4358912"/>
              <a:ext cx="79854" cy="3419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E0C155-193E-34AA-D370-FF0F263154FA}"/>
                </a:ext>
              </a:extLst>
            </p:cNvPr>
            <p:cNvCxnSpPr>
              <a:cxnSpLocks/>
              <a:stCxn id="8" idx="5"/>
              <a:endCxn id="16" idx="1"/>
            </p:cNvCxnSpPr>
            <p:nvPr/>
          </p:nvCxnSpPr>
          <p:spPr>
            <a:xfrm>
              <a:off x="3792878" y="4360183"/>
              <a:ext cx="104858" cy="3406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88430C2-945F-4A88-5D26-DCF9563E98BB}"/>
                </a:ext>
              </a:extLst>
            </p:cNvPr>
            <p:cNvCxnSpPr>
              <a:stCxn id="10" idx="3"/>
              <a:endCxn id="14" idx="7"/>
            </p:cNvCxnSpPr>
            <p:nvPr/>
          </p:nvCxnSpPr>
          <p:spPr>
            <a:xfrm flipH="1">
              <a:off x="3206695" y="4905464"/>
              <a:ext cx="67037" cy="34151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ACD3891-A632-3777-8AA0-716F133D3D8C}"/>
                </a:ext>
              </a:extLst>
            </p:cNvPr>
            <p:cNvCxnSpPr>
              <a:stCxn id="10" idx="5"/>
              <a:endCxn id="15" idx="1"/>
            </p:cNvCxnSpPr>
            <p:nvPr/>
          </p:nvCxnSpPr>
          <p:spPr>
            <a:xfrm>
              <a:off x="3466519" y="4905464"/>
              <a:ext cx="77913" cy="34151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22420F0-8759-612C-1C03-866F272E257C}"/>
                </a:ext>
              </a:extLst>
            </p:cNvPr>
            <p:cNvSpPr/>
            <p:nvPr/>
          </p:nvSpPr>
          <p:spPr>
            <a:xfrm>
              <a:off x="8043457" y="3598878"/>
              <a:ext cx="272642" cy="28942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/>
                <a:t>f</a:t>
              </a:r>
              <a:endParaRPr lang="zh-CN" altLang="en-US" sz="2400" b="1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C1E757A-B0AC-6244-1C4C-9B2A584AC2E6}"/>
                </a:ext>
              </a:extLst>
            </p:cNvPr>
            <p:cNvSpPr/>
            <p:nvPr/>
          </p:nvSpPr>
          <p:spPr>
            <a:xfrm>
              <a:off x="7452934" y="4123690"/>
              <a:ext cx="272642" cy="28942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/>
                <a:t>f</a:t>
              </a:r>
              <a:endParaRPr lang="zh-CN" altLang="en-US" sz="2400" b="1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71EC0C9-67AF-F3E6-87DC-985046498CB6}"/>
                </a:ext>
              </a:extLst>
            </p:cNvPr>
            <p:cNvCxnSpPr>
              <a:stCxn id="22" idx="3"/>
              <a:endCxn id="23" idx="7"/>
            </p:cNvCxnSpPr>
            <p:nvPr/>
          </p:nvCxnSpPr>
          <p:spPr>
            <a:xfrm flipH="1">
              <a:off x="7685649" y="3845913"/>
              <a:ext cx="397736" cy="32016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DBE97AE-46BA-59C3-C24D-980DBE1F7728}"/>
                </a:ext>
              </a:extLst>
            </p:cNvPr>
            <p:cNvSpPr/>
            <p:nvPr/>
          </p:nvSpPr>
          <p:spPr>
            <a:xfrm>
              <a:off x="8694704" y="4135742"/>
              <a:ext cx="272642" cy="289420"/>
            </a:xfrm>
            <a:prstGeom prst="ellipse">
              <a:avLst/>
            </a:prstGeom>
            <a:solidFill>
              <a:schemeClr val="accent2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+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02602EA-F9B1-8C92-4424-CA12011F6D43}"/>
                </a:ext>
              </a:extLst>
            </p:cNvPr>
            <p:cNvCxnSpPr>
              <a:stCxn id="22" idx="5"/>
              <a:endCxn id="25" idx="1"/>
            </p:cNvCxnSpPr>
            <p:nvPr/>
          </p:nvCxnSpPr>
          <p:spPr>
            <a:xfrm>
              <a:off x="8276172" y="3845913"/>
              <a:ext cx="458459" cy="3322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AC6F182-F5AB-00A5-2D10-1C75CB51EE89}"/>
                </a:ext>
              </a:extLst>
            </p:cNvPr>
            <p:cNvCxnSpPr>
              <a:cxnSpLocks/>
              <a:stCxn id="25" idx="3"/>
              <a:endCxn id="30" idx="7"/>
            </p:cNvCxnSpPr>
            <p:nvPr/>
          </p:nvCxnSpPr>
          <p:spPr>
            <a:xfrm flipH="1">
              <a:off x="8412493" y="4382777"/>
              <a:ext cx="322138" cy="3361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85FA9E2-D56F-8714-AF34-B4D1DD3F9268}"/>
                </a:ext>
              </a:extLst>
            </p:cNvPr>
            <p:cNvSpPr/>
            <p:nvPr/>
          </p:nvSpPr>
          <p:spPr>
            <a:xfrm>
              <a:off x="7151888" y="4658429"/>
              <a:ext cx="272642" cy="289420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2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1D5A80B-E9DE-C2DC-6C95-E51115E42180}"/>
                </a:ext>
              </a:extLst>
            </p:cNvPr>
            <p:cNvSpPr/>
            <p:nvPr/>
          </p:nvSpPr>
          <p:spPr>
            <a:xfrm>
              <a:off x="7717098" y="4658429"/>
              <a:ext cx="272642" cy="289420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1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4FB5655-066C-9283-8BB6-3D2227158FD6}"/>
                </a:ext>
              </a:extLst>
            </p:cNvPr>
            <p:cNvSpPr/>
            <p:nvPr/>
          </p:nvSpPr>
          <p:spPr>
            <a:xfrm>
              <a:off x="8179778" y="4676532"/>
              <a:ext cx="272642" cy="289420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solidFill>
                    <a:schemeClr val="tx1"/>
                  </a:solidFill>
                </a:rPr>
                <a:t>1</a:t>
              </a:r>
              <a:endParaRPr lang="zh-CN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46B051D-F3DA-DDA1-B15C-BA831641BEFF}"/>
                </a:ext>
              </a:extLst>
            </p:cNvPr>
            <p:cNvSpPr/>
            <p:nvPr/>
          </p:nvSpPr>
          <p:spPr>
            <a:xfrm>
              <a:off x="8710139" y="4682382"/>
              <a:ext cx="272642" cy="289420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2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71848A5-3A0C-C9C5-5E71-5B1888077278}"/>
                </a:ext>
              </a:extLst>
            </p:cNvPr>
            <p:cNvSpPr/>
            <p:nvPr/>
          </p:nvSpPr>
          <p:spPr>
            <a:xfrm>
              <a:off x="9235284" y="4682382"/>
              <a:ext cx="272642" cy="289420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3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BC31843-BA94-588C-89D4-D7E7513954F1}"/>
                </a:ext>
              </a:extLst>
            </p:cNvPr>
            <p:cNvCxnSpPr>
              <a:stCxn id="23" idx="3"/>
              <a:endCxn id="28" idx="7"/>
            </p:cNvCxnSpPr>
            <p:nvPr/>
          </p:nvCxnSpPr>
          <p:spPr>
            <a:xfrm flipH="1">
              <a:off x="7384603" y="4370725"/>
              <a:ext cx="108259" cy="3300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EADC16A-15E3-8D0D-B989-BFD551826302}"/>
                </a:ext>
              </a:extLst>
            </p:cNvPr>
            <p:cNvCxnSpPr>
              <a:stCxn id="23" idx="5"/>
              <a:endCxn id="29" idx="1"/>
            </p:cNvCxnSpPr>
            <p:nvPr/>
          </p:nvCxnSpPr>
          <p:spPr>
            <a:xfrm>
              <a:off x="7685649" y="4370725"/>
              <a:ext cx="71377" cy="3300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06D768B-70F0-DE1C-5BA2-D28A6A65519E}"/>
                </a:ext>
              </a:extLst>
            </p:cNvPr>
            <p:cNvCxnSpPr>
              <a:stCxn id="25" idx="5"/>
              <a:endCxn id="32" idx="1"/>
            </p:cNvCxnSpPr>
            <p:nvPr/>
          </p:nvCxnSpPr>
          <p:spPr>
            <a:xfrm>
              <a:off x="8927419" y="4382777"/>
              <a:ext cx="347793" cy="3419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BA376DD-9018-FEC1-4D35-31924B4F122D}"/>
                </a:ext>
              </a:extLst>
            </p:cNvPr>
            <p:cNvCxnSpPr>
              <a:stCxn id="25" idx="4"/>
              <a:endCxn id="31" idx="0"/>
            </p:cNvCxnSpPr>
            <p:nvPr/>
          </p:nvCxnSpPr>
          <p:spPr>
            <a:xfrm>
              <a:off x="8831025" y="4425162"/>
              <a:ext cx="15435" cy="25722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4A0DE91D-2873-F95C-7780-F33598D9CCA8}"/>
                </a:ext>
              </a:extLst>
            </p:cNvPr>
            <p:cNvSpPr/>
            <p:nvPr/>
          </p:nvSpPr>
          <p:spPr>
            <a:xfrm>
              <a:off x="4624739" y="4136159"/>
              <a:ext cx="2134922" cy="564655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0" dirty="0">
                <a:solidFill>
                  <a:schemeClr val="tx1"/>
                </a:solidFill>
                <a:ea typeface="Cambria Math" panose="02040503050406030204" pitchFamily="18" charset="0"/>
              </a:endParaRPr>
            </a:p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912AA8B7-96CA-47B5-C0B4-ED78F949F700}"/>
                    </a:ext>
                  </a:extLst>
                </p:cNvPr>
                <p:cNvSpPr txBox="1"/>
                <p:nvPr/>
              </p:nvSpPr>
              <p:spPr>
                <a:xfrm>
                  <a:off x="5158345" y="4289097"/>
                  <a:ext cx="914400" cy="3025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𝒇𝒍𝒂</m:t>
                        </m:r>
                        <m:sSub>
                          <m:sSubPr>
                            <m:ctrlP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↓</m:t>
                            </m:r>
                          </m:sub>
                        </m:sSub>
                      </m:oMath>
                    </m:oMathPara>
                  </a14:m>
                  <a:endParaRPr lang="zh-CN" altLang="en-US" sz="3200" b="1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912AA8B7-96CA-47B5-C0B4-ED78F949F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8345" y="4289097"/>
                  <a:ext cx="914400" cy="30255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4BC93C0-41E1-1E82-E574-B89BC7A037C2}"/>
              </a:ext>
            </a:extLst>
          </p:cNvPr>
          <p:cNvSpPr txBox="1"/>
          <p:nvPr/>
        </p:nvSpPr>
        <p:spPr>
          <a:xfrm>
            <a:off x="4015409" y="10430592"/>
            <a:ext cx="17378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Intuition:</a:t>
            </a:r>
            <a:r>
              <a:rPr lang="zh-CN" altLang="en-US" sz="4000" b="1" dirty="0"/>
              <a:t> </a:t>
            </a:r>
            <a:r>
              <a:rPr lang="en-US" altLang="zh-CN" sz="4000" dirty="0"/>
              <a:t>The</a:t>
            </a:r>
            <a:r>
              <a:rPr lang="zh-CN" altLang="en-US" sz="4000" dirty="0"/>
              <a:t> </a:t>
            </a:r>
            <a:r>
              <a:rPr lang="en-US" altLang="zh-CN" sz="4000" dirty="0"/>
              <a:t>flattened</a:t>
            </a:r>
            <a:r>
              <a:rPr lang="zh-CN" altLang="en-US" sz="4000" dirty="0"/>
              <a:t> </a:t>
            </a:r>
            <a:r>
              <a:rPr lang="en-US" altLang="zh-CN" sz="4000" dirty="0"/>
              <a:t>normal</a:t>
            </a:r>
            <a:r>
              <a:rPr lang="zh-CN" altLang="en-US" sz="4000" dirty="0"/>
              <a:t> </a:t>
            </a:r>
            <a:r>
              <a:rPr lang="en-US" altLang="zh-CN" sz="4000" dirty="0"/>
              <a:t>terms</a:t>
            </a:r>
            <a:r>
              <a:rPr lang="zh-CN" altLang="en-US" sz="4000" dirty="0"/>
              <a:t> </a:t>
            </a:r>
            <a:r>
              <a:rPr lang="en-US" altLang="zh-CN" sz="4000" dirty="0"/>
              <a:t>provide</a:t>
            </a:r>
            <a:r>
              <a:rPr lang="zh-CN" altLang="en-US" sz="4000" dirty="0"/>
              <a:t> </a:t>
            </a:r>
            <a:r>
              <a:rPr lang="en-US" altLang="zh-CN" sz="4000" dirty="0"/>
              <a:t>a</a:t>
            </a:r>
            <a:r>
              <a:rPr lang="zh-CN" altLang="en-US" sz="4000" dirty="0"/>
              <a:t> </a:t>
            </a:r>
            <a:r>
              <a:rPr lang="en-US" altLang="zh-CN" sz="4000" dirty="0"/>
              <a:t>canonical</a:t>
            </a:r>
            <a:r>
              <a:rPr lang="zh-CN" altLang="en-US" sz="4000" dirty="0"/>
              <a:t> </a:t>
            </a:r>
            <a:r>
              <a:rPr lang="en-US" altLang="zh-CN" sz="4000" dirty="0"/>
              <a:t>form</a:t>
            </a:r>
            <a:r>
              <a:rPr lang="zh-CN" altLang="en-US" sz="4000" dirty="0"/>
              <a:t> </a:t>
            </a:r>
            <a:r>
              <a:rPr lang="en-US" altLang="zh-CN" sz="4000" dirty="0"/>
              <a:t>of</a:t>
            </a:r>
            <a:r>
              <a:rPr lang="zh-CN" altLang="en-US" sz="4000" dirty="0"/>
              <a:t> </a:t>
            </a:r>
            <a:r>
              <a:rPr lang="en-US" altLang="zh-CN" sz="4000" dirty="0"/>
              <a:t>AC</a:t>
            </a:r>
            <a:r>
              <a:rPr lang="zh-CN" altLang="en-US" sz="4000" dirty="0"/>
              <a:t> </a:t>
            </a:r>
            <a:r>
              <a:rPr lang="en-US" altLang="zh-CN" sz="4000" dirty="0"/>
              <a:t>terms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370156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B7AB3-4547-33D6-4055-933FC72BC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886" y="2228582"/>
            <a:ext cx="16668750" cy="2362510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Flattening: Benefits and Challenges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9543C02-C6EE-250E-D6AD-B07418D2EB3B}"/>
              </a:ext>
            </a:extLst>
          </p:cNvPr>
          <p:cNvSpPr/>
          <p:nvPr/>
        </p:nvSpPr>
        <p:spPr>
          <a:xfrm>
            <a:off x="2125384" y="5214530"/>
            <a:ext cx="8652285" cy="7086345"/>
          </a:xfrm>
          <a:prstGeom prst="roundRect">
            <a:avLst>
              <a:gd name="adj" fmla="val 538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E1E1160-05B2-6C2C-FF0C-82C24DFA285E}"/>
              </a:ext>
            </a:extLst>
          </p:cNvPr>
          <p:cNvSpPr/>
          <p:nvPr/>
        </p:nvSpPr>
        <p:spPr>
          <a:xfrm>
            <a:off x="2125384" y="5212779"/>
            <a:ext cx="8652295" cy="102899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Benefits</a:t>
            </a:r>
            <a:endParaRPr lang="en-US" sz="40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F664A8-7D46-C690-E4B0-0E0D225C94AD}"/>
                  </a:ext>
                </a:extLst>
              </p:cNvPr>
              <p:cNvSpPr txBox="1"/>
              <p:nvPr/>
            </p:nvSpPr>
            <p:spPr>
              <a:xfrm>
                <a:off x="2288972" y="5860138"/>
                <a:ext cx="8088289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endParaRPr lang="en-US" altLang="zh-CN" sz="3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3200" dirty="0"/>
                  <a:t>Well</a:t>
                </a:r>
                <a:r>
                  <a:rPr lang="zh-CN" altLang="en-US" sz="3200" dirty="0"/>
                  <a:t> </a:t>
                </a:r>
                <a:r>
                  <a:rPr lang="en-GB" sz="3200" dirty="0"/>
                  <a:t>aligned with </a:t>
                </a:r>
                <a:r>
                  <a:rPr lang="en-GB" sz="3200" dirty="0" err="1"/>
                  <a:t>ProVerif’s</a:t>
                </a:r>
                <a:r>
                  <a:rPr lang="en-GB" sz="3200" dirty="0"/>
                  <a:t> future development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sz="3200" dirty="0"/>
                  <a:t>AC/XOR </a:t>
                </a:r>
                <a:r>
                  <a:rPr lang="en-GB" sz="3200" dirty="0" err="1"/>
                  <a:t>unificatio</a:t>
                </a:r>
                <a:r>
                  <a:rPr lang="en-US" altLang="zh-CN" sz="3200" dirty="0"/>
                  <a:t>n.</a:t>
                </a:r>
              </a:p>
              <a:p>
                <a:pPr lvl="1"/>
                <a:endParaRPr lang="en-GB" sz="3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3200" dirty="0"/>
                  <a:t>More</a:t>
                </a:r>
                <a:r>
                  <a:rPr lang="zh-CN" altLang="en-US" sz="3200" dirty="0"/>
                  <a:t> </a:t>
                </a:r>
                <a:r>
                  <a:rPr lang="en-US" altLang="zh-CN" sz="3200" dirty="0"/>
                  <a:t>efficient</a:t>
                </a:r>
                <a:endParaRPr lang="en-GB" sz="32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3200" dirty="0"/>
                  <a:t>Simplify</a:t>
                </a:r>
                <a:r>
                  <a:rPr lang="zh-CN" altLang="en-US" sz="3200" dirty="0"/>
                  <a:t> </a:t>
                </a:r>
                <a:r>
                  <a:rPr lang="en-US" altLang="zh-CN" sz="3200" dirty="0" err="1"/>
                  <a:t>normalisation</a:t>
                </a:r>
                <a:r>
                  <a:rPr lang="zh-CN" altLang="en-US" sz="3200" dirty="0"/>
                  <a:t> </a:t>
                </a:r>
                <a:r>
                  <a:rPr lang="en-US" altLang="zh-CN" sz="3200" dirty="0"/>
                  <a:t>procedure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3200" dirty="0"/>
                  <a:t>AC-equivalence</a:t>
                </a:r>
                <a:r>
                  <a:rPr lang="zh-CN" altLang="en-US" sz="3200" dirty="0"/>
                  <a:t> </a:t>
                </a:r>
                <a:r>
                  <a:rPr lang="en-US" altLang="zh-CN" sz="3200" dirty="0"/>
                  <a:t>check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sz="3200" dirty="0"/>
                  <a:t> </a:t>
                </a:r>
                <a:r>
                  <a:rPr lang="en-GB" sz="3200" dirty="0"/>
                  <a:t>syntactic equality check</a:t>
                </a:r>
                <a:endParaRPr lang="en-US" sz="32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3200" dirty="0"/>
                  <a:t>Remove</a:t>
                </a:r>
                <a:r>
                  <a:rPr lang="zh-CN" altLang="en-US" sz="3200" dirty="0"/>
                  <a:t> </a:t>
                </a:r>
                <a:r>
                  <a:rPr lang="en-US" altLang="zh-CN" sz="3200" dirty="0"/>
                  <a:t>AC-redundant</a:t>
                </a:r>
                <a:r>
                  <a:rPr lang="zh-CN" altLang="en-US" sz="3200" dirty="0"/>
                  <a:t> </a:t>
                </a:r>
                <a:r>
                  <a:rPr lang="en-US" altLang="zh-CN" sz="3200" dirty="0"/>
                  <a:t>rules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GB" sz="3200" dirty="0"/>
              </a:p>
              <a:p>
                <a:pPr lvl="1"/>
                <a:r>
                  <a:rPr lang="zh-CN" altLang="en-US" sz="3200" dirty="0"/>
                  <a:t> </a:t>
                </a:r>
                <a:endParaRPr lang="en-GB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F664A8-7D46-C690-E4B0-0E0D225C9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972" y="5860138"/>
                <a:ext cx="8088289" cy="6001643"/>
              </a:xfrm>
              <a:prstGeom prst="rect">
                <a:avLst/>
              </a:prstGeom>
              <a:blipFill>
                <a:blip r:embed="rId2"/>
                <a:stretch>
                  <a:fillRect l="-1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F6BEA02-C50F-289B-2B74-CC695C6042A7}"/>
              </a:ext>
            </a:extLst>
          </p:cNvPr>
          <p:cNvSpPr/>
          <p:nvPr/>
        </p:nvSpPr>
        <p:spPr>
          <a:xfrm>
            <a:off x="13042332" y="5214530"/>
            <a:ext cx="8652255" cy="7086345"/>
          </a:xfrm>
          <a:prstGeom prst="roundRect">
            <a:avLst>
              <a:gd name="adj" fmla="val 538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621C3A3-C380-FE86-3EE9-B099B497AC86}"/>
              </a:ext>
            </a:extLst>
          </p:cNvPr>
          <p:cNvSpPr/>
          <p:nvPr/>
        </p:nvSpPr>
        <p:spPr>
          <a:xfrm>
            <a:off x="13042303" y="5212779"/>
            <a:ext cx="8652286" cy="102899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E6A7A9-2F5E-61AD-65CC-9F23F1DEB254}"/>
              </a:ext>
            </a:extLst>
          </p:cNvPr>
          <p:cNvSpPr txBox="1"/>
          <p:nvPr/>
        </p:nvSpPr>
        <p:spPr>
          <a:xfrm>
            <a:off x="13141177" y="6235817"/>
            <a:ext cx="86522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3200" dirty="0"/>
              <a:t>Definitions</a:t>
            </a:r>
            <a:r>
              <a:rPr lang="zh-CN" altLang="en-US" sz="3200" dirty="0"/>
              <a:t> </a:t>
            </a:r>
            <a:r>
              <a:rPr lang="en-US" altLang="zh-CN" sz="3200" dirty="0"/>
              <a:t>must</a:t>
            </a:r>
            <a:r>
              <a:rPr lang="zh-CN" altLang="en-US" sz="3200" dirty="0"/>
              <a:t> </a:t>
            </a:r>
            <a:r>
              <a:rPr lang="en-US" altLang="zh-CN" sz="3200" dirty="0"/>
              <a:t>be</a:t>
            </a:r>
            <a:r>
              <a:rPr lang="zh-CN" altLang="en-US" sz="3200" dirty="0"/>
              <a:t> </a:t>
            </a:r>
            <a:r>
              <a:rPr lang="en-US" altLang="zh-CN" sz="3200" dirty="0"/>
              <a:t>rebuilt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/>
              <a:t>Inspired</a:t>
            </a:r>
            <a:r>
              <a:rPr lang="zh-CN" altLang="en-US" sz="3200" dirty="0"/>
              <a:t> </a:t>
            </a:r>
            <a:r>
              <a:rPr lang="en-US" altLang="zh-CN" sz="3200" dirty="0"/>
              <a:t>by:</a:t>
            </a:r>
            <a:r>
              <a:rPr lang="zh-CN" altLang="en-US" sz="3200" dirty="0"/>
              <a:t> </a:t>
            </a:r>
            <a:r>
              <a:rPr lang="en-US" altLang="zh-CN" sz="3200" dirty="0"/>
              <a:t>[</a:t>
            </a:r>
            <a:r>
              <a:rPr lang="en-US" altLang="zh-CN" sz="3200" dirty="0" err="1"/>
              <a:t>Jouannaud</a:t>
            </a:r>
            <a:r>
              <a:rPr lang="en-US" altLang="zh-CN" sz="3200" dirty="0"/>
              <a:t>,</a:t>
            </a:r>
            <a:r>
              <a:rPr lang="en-GB" sz="3200" dirty="0"/>
              <a:t> </a:t>
            </a:r>
            <a:r>
              <a:rPr lang="en-US" altLang="zh-CN" sz="3200" dirty="0"/>
              <a:t>2008</a:t>
            </a:r>
            <a:r>
              <a:rPr lang="en-GB" sz="3200" dirty="0"/>
              <a:t>])</a:t>
            </a:r>
            <a:endParaRPr lang="en-US" altLang="zh-CN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3200" dirty="0"/>
              <a:t>Example:</a:t>
            </a:r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/>
              <a:t>Correctness proof is not </a:t>
            </a:r>
            <a:r>
              <a:rPr lang="en-US" altLang="zh-CN" sz="3200" dirty="0"/>
              <a:t>simply</a:t>
            </a:r>
            <a:r>
              <a:rPr lang="zh-CN" altLang="en-US" sz="3200" dirty="0"/>
              <a:t> </a:t>
            </a:r>
            <a:r>
              <a:rPr lang="en-GB" sz="3200" dirty="0"/>
              <a:t>transferable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previous</a:t>
            </a:r>
            <a:r>
              <a:rPr lang="zh-CN" altLang="en-US" sz="3200" dirty="0"/>
              <a:t> </a:t>
            </a:r>
            <a:r>
              <a:rPr lang="en-US" altLang="zh-CN" sz="3200" dirty="0"/>
              <a:t>proof</a:t>
            </a:r>
            <a:r>
              <a:rPr lang="zh-CN" altLang="en-US" sz="3200" dirty="0"/>
              <a:t> </a:t>
            </a:r>
            <a:r>
              <a:rPr lang="en-US" altLang="zh-CN" sz="3200" dirty="0"/>
              <a:t>relies</a:t>
            </a:r>
            <a:r>
              <a:rPr lang="zh-CN" altLang="en-US" sz="3200" dirty="0"/>
              <a:t> </a:t>
            </a:r>
            <a:r>
              <a:rPr lang="en-US" altLang="zh-CN" sz="3200" dirty="0"/>
              <a:t>on</a:t>
            </a:r>
            <a:r>
              <a:rPr lang="zh-CN" altLang="en-US" sz="3200" dirty="0"/>
              <a:t> </a:t>
            </a:r>
            <a:r>
              <a:rPr lang="en-US" altLang="zh-CN" sz="3200" dirty="0"/>
              <a:t>binary</a:t>
            </a:r>
            <a:r>
              <a:rPr lang="zh-CN" altLang="en-US" sz="3200" dirty="0"/>
              <a:t> </a:t>
            </a:r>
            <a:r>
              <a:rPr lang="en-US" altLang="zh-CN" sz="3200" dirty="0"/>
              <a:t>AC-symbols,</a:t>
            </a:r>
            <a:r>
              <a:rPr lang="zh-CN" altLang="en-US" sz="3200" dirty="0"/>
              <a:t> </a:t>
            </a:r>
            <a:r>
              <a:rPr lang="en-US" altLang="zh-CN" sz="3200" dirty="0"/>
              <a:t>but</a:t>
            </a:r>
            <a:r>
              <a:rPr lang="zh-CN" altLang="en-US" sz="3200" dirty="0"/>
              <a:t> </a:t>
            </a:r>
            <a:r>
              <a:rPr lang="en-US" altLang="zh-CN" sz="3200" dirty="0"/>
              <a:t>are</a:t>
            </a:r>
            <a:r>
              <a:rPr lang="zh-CN" altLang="en-US" sz="3200" dirty="0"/>
              <a:t> </a:t>
            </a:r>
            <a:r>
              <a:rPr lang="en-US" altLang="zh-CN" sz="3200" dirty="0"/>
              <a:t>now</a:t>
            </a:r>
            <a:r>
              <a:rPr lang="zh-CN" altLang="en-US" sz="3200" dirty="0"/>
              <a:t> </a:t>
            </a:r>
            <a:r>
              <a:rPr lang="en-US" altLang="zh-CN" sz="3200" dirty="0"/>
              <a:t>unbounded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3200" dirty="0"/>
              <a:t>Need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new</a:t>
            </a:r>
            <a:r>
              <a:rPr lang="zh-CN" altLang="en-US" sz="3200" dirty="0"/>
              <a:t> </a:t>
            </a:r>
            <a:r>
              <a:rPr lang="en-US" altLang="zh-CN" sz="3200" dirty="0"/>
              <a:t>ranking</a:t>
            </a:r>
            <a:r>
              <a:rPr lang="zh-CN" altLang="en-US" sz="3200" dirty="0"/>
              <a:t> </a:t>
            </a:r>
            <a:r>
              <a:rPr lang="en-US" altLang="zh-CN" sz="3200" dirty="0"/>
              <a:t>function</a:t>
            </a:r>
            <a:r>
              <a:rPr lang="zh-CN" altLang="en-US" sz="3200" dirty="0"/>
              <a:t> </a:t>
            </a:r>
            <a:r>
              <a:rPr lang="en-US" altLang="zh-CN" sz="3200" dirty="0"/>
              <a:t>for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GB" altLang="zh-CN" sz="3200" dirty="0"/>
              <a:t>proof</a:t>
            </a:r>
            <a:endParaRPr lang="en-US" altLang="zh-CN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3200" dirty="0"/>
              <a:t>Need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develop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new</a:t>
            </a:r>
            <a:r>
              <a:rPr lang="zh-CN" altLang="en-US" sz="3200" dirty="0"/>
              <a:t> </a:t>
            </a:r>
            <a:r>
              <a:rPr lang="en-US" altLang="zh-CN" sz="3200" dirty="0"/>
              <a:t>overlapping</a:t>
            </a:r>
            <a:r>
              <a:rPr lang="zh-CN" altLang="en-US" sz="3200" dirty="0"/>
              <a:t> </a:t>
            </a:r>
            <a:r>
              <a:rPr lang="en-US" altLang="zh-CN" sz="3200" dirty="0"/>
              <a:t>procedure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ABB568-85E8-E11F-2147-9EAF51C912B4}"/>
              </a:ext>
            </a:extLst>
          </p:cNvPr>
          <p:cNvSpPr/>
          <p:nvPr/>
        </p:nvSpPr>
        <p:spPr>
          <a:xfrm>
            <a:off x="13457583" y="9283147"/>
            <a:ext cx="8030817" cy="43732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556693E-9434-77F6-4B23-F8EDDB83A3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25"/>
          <a:stretch>
            <a:fillRect/>
          </a:stretch>
        </p:blipFill>
        <p:spPr>
          <a:xfrm>
            <a:off x="14228819" y="7745663"/>
            <a:ext cx="6477000" cy="787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0F1A9A1-6A58-E7BE-D7A3-A79DA765C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9996" y="8467260"/>
            <a:ext cx="56769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31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A4CB-EB15-601E-E43D-8F07308F1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886" y="1876425"/>
            <a:ext cx="16668750" cy="236251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Overlapping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Classic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case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2D64A63-8DE8-A038-5503-BD27B99879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42886" y="4517231"/>
                <a:ext cx="8651618" cy="8483152"/>
              </a:xfrm>
            </p:spPr>
            <p:txBody>
              <a:bodyPr/>
              <a:lstStyle/>
              <a:p>
                <a:r>
                  <a:rPr lang="en-US" altLang="zh-CN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Intuition:</a:t>
                </a:r>
                <a:endParaRPr lang="en-GB" altLang="zh-CN" sz="4000" b="1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  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Given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ℓ</m:t>
                        </m:r>
                      </m:e>
                      <m:sub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→</m:t>
                    </m:r>
                    <m:sSub>
                      <m:sSub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𝑟</m:t>
                        </m:r>
                      </m:e>
                      <m:sub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and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ℓ</m:t>
                        </m:r>
                      </m:e>
                      <m:sub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→</m:t>
                    </m:r>
                    <m:sSub>
                      <m:sSub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𝑟</m:t>
                        </m:r>
                      </m:e>
                      <m:sub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3600" b="0" i="0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,</m:t>
                    </m:r>
                  </m:oMath>
                </a14:m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if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b="0" dirty="0" err="1">
                    <a:solidFill>
                      <a:srgbClr val="FF000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subterm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of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𝑟</m:t>
                        </m:r>
                      </m:e>
                      <m:sub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is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unifiable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with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ℓ</m:t>
                        </m:r>
                      </m:e>
                      <m:sub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,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then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we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can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merge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these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two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rules</a:t>
                </a:r>
              </a:p>
              <a:p>
                <a:r>
                  <a:rPr lang="en-US" altLang="zh-CN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Example</a:t>
                </a:r>
                <a:r>
                  <a:rPr lang="zh-CN" altLang="en-US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rules:</a:t>
                </a:r>
              </a:p>
              <a:p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Rule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1: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𝑢</m:t>
                    </m:r>
                    <m:r>
                      <a:rPr lang="en-US" altLang="zh-CN" sz="3600" i="1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→</m:t>
                    </m:r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h</m:t>
                    </m:r>
                    <m:d>
                      <m:d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</m:ctrlPr>
                          </m:dPr>
                          <m:e>
                            <m: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𝑎</m:t>
                            </m:r>
                            <m: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,</m:t>
                            </m:r>
                            <m: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altLang="zh-CN" sz="3600" b="1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Rule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2: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𝑓</m:t>
                    </m:r>
                    <m:d>
                      <m:d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𝑥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𝑏</m:t>
                        </m:r>
                      </m:e>
                    </m:d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→</m:t>
                    </m:r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𝑔</m:t>
                    </m:r>
                    <m:d>
                      <m:d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𝑏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𝑥</m:t>
                        </m:r>
                      </m:e>
                    </m:d>
                  </m:oMath>
                </a14:m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r>
                  <a:rPr lang="en-US" altLang="zh-CN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Overlap:</a:t>
                </a:r>
              </a:p>
              <a:p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There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exists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 err="1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mgu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of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𝑓</m:t>
                    </m:r>
                    <m:d>
                      <m:d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𝑎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and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𝑓</m:t>
                    </m:r>
                    <m:d>
                      <m:d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𝑥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𝑏</m:t>
                        </m:r>
                      </m:e>
                    </m:d>
                  </m:oMath>
                </a14:m>
                <a:endParaRPr lang="en-GB" altLang="zh-CN" sz="3600" b="0" i="1" dirty="0">
                  <a:solidFill>
                    <a:srgbClr val="002147"/>
                  </a:solidFill>
                  <a:latin typeface="Cambria Math" panose="02040503050406030204" pitchFamily="18" charset="0"/>
                  <a:ea typeface="Aptos" pitchFamily="34" charset="-122"/>
                  <a:cs typeface="Aptos" pitchFamily="34" charset="-12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𝜎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=</m:t>
                      </m:r>
                      <m:r>
                        <a:rPr lang="zh-CN" altLang="en-US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 </m:t>
                      </m:r>
                      <m:r>
                        <m:rPr>
                          <m:lit/>
                        </m:rP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{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𝑥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→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𝑎</m:t>
                      </m:r>
                      <m:r>
                        <m:rPr>
                          <m:lit/>
                        </m:rP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}</m:t>
                      </m:r>
                    </m:oMath>
                  </m:oMathPara>
                </a14:m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r>
                  <a:rPr lang="en-US" altLang="zh-CN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Merged</a:t>
                </a:r>
                <a:r>
                  <a:rPr lang="zh-CN" altLang="en-US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rule: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0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𝑢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→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h</m:t>
                      </m:r>
                      <m:d>
                        <m:dPr>
                          <m:ctrlPr>
                            <a:rPr lang="en-US" altLang="zh-CN" sz="3600" b="0" i="1" smtClean="0">
                              <a:solidFill>
                                <a:srgbClr val="002147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solidFill>
                                <a:srgbClr val="002147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3600" b="0" i="1" smtClean="0">
                                  <a:solidFill>
                                    <a:srgbClr val="002147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</m:ctrlPr>
                            </m:dPr>
                            <m:e>
                              <m:r>
                                <a:rPr lang="en-US" altLang="zh-CN" sz="3600" b="0" i="1" smtClean="0">
                                  <a:solidFill>
                                    <a:srgbClr val="002147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𝑏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002147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,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002147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endParaRPr lang="en-US" altLang="zh-CN" sz="3600" b="1" dirty="0">
                  <a:solidFill>
                    <a:srgbClr val="002147"/>
                  </a:solidFill>
                  <a:latin typeface="Aptos" pitchFamily="34" charset="0"/>
                </a:endParaRPr>
              </a:p>
              <a:p>
                <a:endParaRPr lang="en-US" sz="36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2D64A63-8DE8-A038-5503-BD27B99879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42886" y="4517231"/>
                <a:ext cx="8651618" cy="8483152"/>
              </a:xfrm>
              <a:blipFill>
                <a:blip r:embed="rId2"/>
                <a:stretch>
                  <a:fillRect l="-3519" t="-2541" r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74D3552C-36D2-E6E7-1712-282057E297BC}"/>
              </a:ext>
            </a:extLst>
          </p:cNvPr>
          <p:cNvGrpSpPr/>
          <p:nvPr/>
        </p:nvGrpSpPr>
        <p:grpSpPr>
          <a:xfrm>
            <a:off x="12317462" y="4682904"/>
            <a:ext cx="3758989" cy="2580728"/>
            <a:chOff x="12317462" y="4682904"/>
            <a:chExt cx="3758989" cy="25807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91BB8447-64E1-6521-E76E-F75F533239BA}"/>
                    </a:ext>
                  </a:extLst>
                </p:cNvPr>
                <p:cNvSpPr/>
                <p:nvPr/>
              </p:nvSpPr>
              <p:spPr>
                <a:xfrm>
                  <a:off x="14996451" y="4682904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91BB8447-64E1-6521-E76E-F75F533239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96451" y="4682904"/>
                  <a:ext cx="540000" cy="5400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36DFC6C-B804-D5C9-85E3-DBD044B28E03}"/>
                    </a:ext>
                  </a:extLst>
                </p:cNvPr>
                <p:cNvSpPr/>
                <p:nvPr/>
              </p:nvSpPr>
              <p:spPr>
                <a:xfrm>
                  <a:off x="14996451" y="5703268"/>
                  <a:ext cx="540000" cy="540000"/>
                </a:xfrm>
                <a:prstGeom prst="ellipse">
                  <a:avLst/>
                </a:prstGeom>
                <a:solidFill>
                  <a:schemeClr val="accent4">
                    <a:lumMod val="10000"/>
                    <a:lumOff val="90000"/>
                  </a:schemeClr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b="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GB" altLang="zh-CN" b="0" dirty="0"/>
                </a:p>
                <a:p>
                  <a:pPr algn="ctr"/>
                  <a:endParaRPr lang="en-US" dirty="0"/>
                </a:p>
              </p:txBody>
            </p:sp>
          </mc:Choice>
          <mc:Fallback xmlns=""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36DFC6C-B804-D5C9-85E3-DBD044B28E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96451" y="5703268"/>
                  <a:ext cx="540000" cy="54000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A494A51-8F30-C2AC-B1EB-4A413D9944AD}"/>
                </a:ext>
              </a:extLst>
            </p:cNvPr>
            <p:cNvCxnSpPr>
              <a:cxnSpLocks/>
              <a:endCxn id="45" idx="0"/>
            </p:cNvCxnSpPr>
            <p:nvPr/>
          </p:nvCxnSpPr>
          <p:spPr>
            <a:xfrm>
              <a:off x="15266451" y="5222904"/>
              <a:ext cx="0" cy="4803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CAAEB30D-C0F6-843A-7F20-6758448AD2A0}"/>
                    </a:ext>
                  </a:extLst>
                </p:cNvPr>
                <p:cNvSpPr/>
                <p:nvPr/>
              </p:nvSpPr>
              <p:spPr>
                <a:xfrm>
                  <a:off x="14456451" y="6723632"/>
                  <a:ext cx="540000" cy="540000"/>
                </a:xfrm>
                <a:prstGeom prst="ellipse">
                  <a:avLst/>
                </a:prstGeom>
                <a:solidFill>
                  <a:schemeClr val="accent4">
                    <a:lumMod val="10000"/>
                    <a:lumOff val="90000"/>
                  </a:schemeClr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CAAEB30D-C0F6-843A-7F20-6758448AD2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56451" y="6723632"/>
                  <a:ext cx="540000" cy="54000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AD850B40-EB66-A570-A741-172F6967E484}"/>
                    </a:ext>
                  </a:extLst>
                </p:cNvPr>
                <p:cNvSpPr/>
                <p:nvPr/>
              </p:nvSpPr>
              <p:spPr>
                <a:xfrm>
                  <a:off x="15536451" y="6723632"/>
                  <a:ext cx="540000" cy="540000"/>
                </a:xfrm>
                <a:prstGeom prst="ellipse">
                  <a:avLst/>
                </a:prstGeom>
                <a:solidFill>
                  <a:schemeClr val="accent4">
                    <a:lumMod val="10000"/>
                    <a:lumOff val="90000"/>
                  </a:schemeClr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AD850B40-EB66-A570-A741-172F6967E4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36451" y="6723632"/>
                  <a:ext cx="540000" cy="54000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A85C220-C088-ECF8-5AD8-68E6513AEA38}"/>
                </a:ext>
              </a:extLst>
            </p:cNvPr>
            <p:cNvCxnSpPr>
              <a:cxnSpLocks/>
              <a:stCxn id="45" idx="3"/>
              <a:endCxn id="49" idx="0"/>
            </p:cNvCxnSpPr>
            <p:nvPr/>
          </p:nvCxnSpPr>
          <p:spPr>
            <a:xfrm flipH="1">
              <a:off x="14726451" y="6164187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83BDF39-1C0B-FB12-7686-5EF9C1153722}"/>
                </a:ext>
              </a:extLst>
            </p:cNvPr>
            <p:cNvCxnSpPr>
              <a:cxnSpLocks/>
              <a:stCxn id="45" idx="5"/>
              <a:endCxn id="50" idx="0"/>
            </p:cNvCxnSpPr>
            <p:nvPr/>
          </p:nvCxnSpPr>
          <p:spPr>
            <a:xfrm>
              <a:off x="15457370" y="6164187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7A933D0E-C3BB-9B2E-D344-F3B50383642A}"/>
                    </a:ext>
                  </a:extLst>
                </p:cNvPr>
                <p:cNvSpPr/>
                <p:nvPr/>
              </p:nvSpPr>
              <p:spPr>
                <a:xfrm>
                  <a:off x="12317462" y="5703268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7A933D0E-C3BB-9B2E-D344-F3B5038364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17462" y="5703268"/>
                  <a:ext cx="540000" cy="54000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A5CE6D22-3642-4458-4C35-D466DBF4DAF1}"/>
                </a:ext>
              </a:extLst>
            </p:cNvPr>
            <p:cNvCxnSpPr>
              <a:cxnSpLocks/>
            </p:cNvCxnSpPr>
            <p:nvPr/>
          </p:nvCxnSpPr>
          <p:spPr>
            <a:xfrm>
              <a:off x="13303512" y="5979697"/>
              <a:ext cx="1152939" cy="0"/>
            </a:xfrm>
            <a:prstGeom prst="straightConnector1">
              <a:avLst/>
            </a:prstGeom>
            <a:ln w="285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303ED32-B190-F9C3-12ED-D624F3669B2D}"/>
              </a:ext>
            </a:extLst>
          </p:cNvPr>
          <p:cNvGrpSpPr/>
          <p:nvPr/>
        </p:nvGrpSpPr>
        <p:grpSpPr>
          <a:xfrm>
            <a:off x="14456451" y="7729274"/>
            <a:ext cx="5210853" cy="1560364"/>
            <a:chOff x="14456451" y="7729274"/>
            <a:chExt cx="5210853" cy="15603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DDC598A0-EB9A-40DD-B602-48FC5BBC6285}"/>
                    </a:ext>
                  </a:extLst>
                </p:cNvPr>
                <p:cNvSpPr/>
                <p:nvPr/>
              </p:nvSpPr>
              <p:spPr>
                <a:xfrm>
                  <a:off x="14996451" y="7729274"/>
                  <a:ext cx="540000" cy="540000"/>
                </a:xfrm>
                <a:prstGeom prst="ellipse">
                  <a:avLst/>
                </a:prstGeom>
                <a:solidFill>
                  <a:schemeClr val="accent4">
                    <a:lumMod val="10000"/>
                    <a:lumOff val="90000"/>
                  </a:schemeClr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b="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GB" altLang="zh-CN" b="0" dirty="0"/>
                </a:p>
                <a:p>
                  <a:pPr algn="ctr"/>
                  <a:endParaRPr lang="en-US" dirty="0"/>
                </a:p>
              </p:txBody>
            </p:sp>
          </mc:Choice>
          <mc:Fallback xmlns=""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DDC598A0-EB9A-40DD-B602-48FC5BBC62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96451" y="7729274"/>
                  <a:ext cx="540000" cy="540000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D539DA03-F16E-9616-59F9-A18D7C4E3042}"/>
                    </a:ext>
                  </a:extLst>
                </p:cNvPr>
                <p:cNvSpPr/>
                <p:nvPr/>
              </p:nvSpPr>
              <p:spPr>
                <a:xfrm>
                  <a:off x="14456451" y="8749638"/>
                  <a:ext cx="540000" cy="540000"/>
                </a:xfrm>
                <a:prstGeom prst="ellipse">
                  <a:avLst/>
                </a:prstGeom>
                <a:solidFill>
                  <a:schemeClr val="accent4">
                    <a:lumMod val="10000"/>
                    <a:lumOff val="90000"/>
                  </a:schemeClr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D539DA03-F16E-9616-59F9-A18D7C4E30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56451" y="8749638"/>
                  <a:ext cx="540000" cy="540000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959BB03F-A4E4-B053-88AE-D3E997769238}"/>
                    </a:ext>
                  </a:extLst>
                </p:cNvPr>
                <p:cNvSpPr/>
                <p:nvPr/>
              </p:nvSpPr>
              <p:spPr>
                <a:xfrm>
                  <a:off x="15536451" y="8749638"/>
                  <a:ext cx="540000" cy="540000"/>
                </a:xfrm>
                <a:prstGeom prst="ellipse">
                  <a:avLst/>
                </a:prstGeom>
                <a:solidFill>
                  <a:schemeClr val="accent4">
                    <a:lumMod val="10000"/>
                    <a:lumOff val="90000"/>
                  </a:schemeClr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959BB03F-A4E4-B053-88AE-D3E9977692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36451" y="8749638"/>
                  <a:ext cx="540000" cy="540000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BBB8EA1-FFD4-FE57-005B-4134DAA903B7}"/>
                </a:ext>
              </a:extLst>
            </p:cNvPr>
            <p:cNvCxnSpPr>
              <a:cxnSpLocks/>
              <a:stCxn id="65" idx="3"/>
              <a:endCxn id="67" idx="0"/>
            </p:cNvCxnSpPr>
            <p:nvPr/>
          </p:nvCxnSpPr>
          <p:spPr>
            <a:xfrm flipH="1">
              <a:off x="14726451" y="8190193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74B5971-9B62-8BD4-4237-E8D6614FD595}"/>
                </a:ext>
              </a:extLst>
            </p:cNvPr>
            <p:cNvCxnSpPr>
              <a:cxnSpLocks/>
              <a:stCxn id="65" idx="5"/>
              <a:endCxn id="68" idx="0"/>
            </p:cNvCxnSpPr>
            <p:nvPr/>
          </p:nvCxnSpPr>
          <p:spPr>
            <a:xfrm>
              <a:off x="15457370" y="8190193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C8E688D9-2AAE-68CD-EA5D-39BBEF0AEFEA}"/>
                </a:ext>
              </a:extLst>
            </p:cNvPr>
            <p:cNvCxnSpPr>
              <a:cxnSpLocks/>
            </p:cNvCxnSpPr>
            <p:nvPr/>
          </p:nvCxnSpPr>
          <p:spPr>
            <a:xfrm>
              <a:off x="16517164" y="8437979"/>
              <a:ext cx="1152939" cy="0"/>
            </a:xfrm>
            <a:prstGeom prst="straightConnector1">
              <a:avLst/>
            </a:prstGeom>
            <a:ln w="285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69761336-D9BD-3C03-0130-647940F08FAE}"/>
                    </a:ext>
                  </a:extLst>
                </p:cNvPr>
                <p:cNvSpPr/>
                <p:nvPr/>
              </p:nvSpPr>
              <p:spPr>
                <a:xfrm>
                  <a:off x="18587304" y="7729274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b="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lang="en-GB" altLang="zh-CN" b="0" dirty="0"/>
                </a:p>
                <a:p>
                  <a:pPr algn="ctr"/>
                  <a:endParaRPr lang="en-US" dirty="0"/>
                </a:p>
              </p:txBody>
            </p:sp>
          </mc:Choice>
          <mc:Fallback xmlns=""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69761336-D9BD-3C03-0130-647940F08F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87304" y="7729274"/>
                  <a:ext cx="540000" cy="540000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170C9AF6-645C-1DAA-F51E-C3F4359F93DB}"/>
                    </a:ext>
                  </a:extLst>
                </p:cNvPr>
                <p:cNvSpPr/>
                <p:nvPr/>
              </p:nvSpPr>
              <p:spPr>
                <a:xfrm>
                  <a:off x="18047304" y="8749638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170C9AF6-645C-1DAA-F51E-C3F4359F93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47304" y="8749638"/>
                  <a:ext cx="540000" cy="540000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86B50B1B-1C31-0AFE-E13D-66501123B53C}"/>
                    </a:ext>
                  </a:extLst>
                </p:cNvPr>
                <p:cNvSpPr/>
                <p:nvPr/>
              </p:nvSpPr>
              <p:spPr>
                <a:xfrm>
                  <a:off x="19127304" y="8749638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86B50B1B-1C31-0AFE-E13D-66501123B5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27304" y="8749638"/>
                  <a:ext cx="540000" cy="540000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C3E0184-C699-0305-8E95-4D06D627D16D}"/>
                </a:ext>
              </a:extLst>
            </p:cNvPr>
            <p:cNvCxnSpPr>
              <a:cxnSpLocks/>
              <a:stCxn id="72" idx="3"/>
              <a:endCxn id="73" idx="0"/>
            </p:cNvCxnSpPr>
            <p:nvPr/>
          </p:nvCxnSpPr>
          <p:spPr>
            <a:xfrm flipH="1">
              <a:off x="18317304" y="8190193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8C02FA7-6F1E-5FA4-6F46-D83E6344823A}"/>
                </a:ext>
              </a:extLst>
            </p:cNvPr>
            <p:cNvCxnSpPr>
              <a:cxnSpLocks/>
              <a:stCxn id="72" idx="5"/>
              <a:endCxn id="74" idx="0"/>
            </p:cNvCxnSpPr>
            <p:nvPr/>
          </p:nvCxnSpPr>
          <p:spPr>
            <a:xfrm>
              <a:off x="19048223" y="8190193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DECBF7A-E321-93CF-1EF0-7786BB7C930A}"/>
              </a:ext>
            </a:extLst>
          </p:cNvPr>
          <p:cNvGrpSpPr/>
          <p:nvPr/>
        </p:nvGrpSpPr>
        <p:grpSpPr>
          <a:xfrm>
            <a:off x="14246035" y="5605692"/>
            <a:ext cx="5625060" cy="3902570"/>
            <a:chOff x="14246035" y="5605692"/>
            <a:chExt cx="5625060" cy="3902570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B8523D69-AA96-B167-0E6F-CD9062085552}"/>
                </a:ext>
              </a:extLst>
            </p:cNvPr>
            <p:cNvSpPr/>
            <p:nvPr/>
          </p:nvSpPr>
          <p:spPr>
            <a:xfrm>
              <a:off x="17843512" y="7560193"/>
              <a:ext cx="2027583" cy="1948069"/>
            </a:xfrm>
            <a:prstGeom prst="ellipse">
              <a:avLst/>
            </a:prstGeom>
            <a:noFill/>
            <a:ln w="28575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94604AC-D0E1-9250-7BC4-87944CDA3DC1}"/>
                </a:ext>
              </a:extLst>
            </p:cNvPr>
            <p:cNvSpPr/>
            <p:nvPr/>
          </p:nvSpPr>
          <p:spPr>
            <a:xfrm>
              <a:off x="14246035" y="5605692"/>
              <a:ext cx="2027583" cy="1948069"/>
            </a:xfrm>
            <a:prstGeom prst="ellipse">
              <a:avLst/>
            </a:prstGeom>
            <a:noFill/>
            <a:ln w="28575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AE1775E6-DDA6-C034-8238-EC2EC5D85B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404522" y="7114661"/>
              <a:ext cx="1359478" cy="748567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331F41E-777D-A414-EE1F-4A308C79AD24}"/>
              </a:ext>
            </a:extLst>
          </p:cNvPr>
          <p:cNvGrpSpPr/>
          <p:nvPr/>
        </p:nvGrpSpPr>
        <p:grpSpPr>
          <a:xfrm>
            <a:off x="10289907" y="9798407"/>
            <a:ext cx="3758989" cy="2580728"/>
            <a:chOff x="10289907" y="9798407"/>
            <a:chExt cx="3758989" cy="25807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85ACD155-76CC-6112-5AE2-1B732CD9B449}"/>
                    </a:ext>
                  </a:extLst>
                </p:cNvPr>
                <p:cNvSpPr/>
                <p:nvPr/>
              </p:nvSpPr>
              <p:spPr>
                <a:xfrm>
                  <a:off x="12968896" y="9798407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85ACD155-76CC-6112-5AE2-1B732CD9B4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68896" y="9798407"/>
                  <a:ext cx="540000" cy="540000"/>
                </a:xfrm>
                <a:prstGeom prst="ellipse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3B0C6770-3AB3-ECE9-5E6F-0CC1A749311A}"/>
                    </a:ext>
                  </a:extLst>
                </p:cNvPr>
                <p:cNvSpPr/>
                <p:nvPr/>
              </p:nvSpPr>
              <p:spPr>
                <a:xfrm>
                  <a:off x="12968896" y="10818771"/>
                  <a:ext cx="540000" cy="540000"/>
                </a:xfrm>
                <a:prstGeom prst="ellipse">
                  <a:avLst/>
                </a:prstGeom>
                <a:solidFill>
                  <a:schemeClr val="accent4">
                    <a:lumMod val="10000"/>
                    <a:lumOff val="90000"/>
                  </a:schemeClr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b="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lang="en-GB" altLang="zh-CN" b="0" dirty="0"/>
                </a:p>
                <a:p>
                  <a:pPr algn="ctr"/>
                  <a:endParaRPr lang="en-US" dirty="0"/>
                </a:p>
              </p:txBody>
            </p:sp>
          </mc:Choice>
          <mc:Fallback xmlns=""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3B0C6770-3AB3-ECE9-5E6F-0CC1A74931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68896" y="10818771"/>
                  <a:ext cx="540000" cy="540000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65A4491-8067-1B10-3D2A-C3A5E7128A8D}"/>
                </a:ext>
              </a:extLst>
            </p:cNvPr>
            <p:cNvCxnSpPr>
              <a:cxnSpLocks/>
              <a:endCxn id="85" idx="0"/>
            </p:cNvCxnSpPr>
            <p:nvPr/>
          </p:nvCxnSpPr>
          <p:spPr>
            <a:xfrm>
              <a:off x="13238896" y="10338407"/>
              <a:ext cx="0" cy="4803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4E89D735-701F-6558-5E4A-4A3A518AB1FC}"/>
                    </a:ext>
                  </a:extLst>
                </p:cNvPr>
                <p:cNvSpPr/>
                <p:nvPr/>
              </p:nvSpPr>
              <p:spPr>
                <a:xfrm>
                  <a:off x="12428896" y="11839135"/>
                  <a:ext cx="540000" cy="540000"/>
                </a:xfrm>
                <a:prstGeom prst="ellipse">
                  <a:avLst/>
                </a:prstGeom>
                <a:solidFill>
                  <a:schemeClr val="accent4">
                    <a:lumMod val="10000"/>
                    <a:lumOff val="90000"/>
                  </a:schemeClr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4E89D735-701F-6558-5E4A-4A3A518AB1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28896" y="11839135"/>
                  <a:ext cx="540000" cy="540000"/>
                </a:xfrm>
                <a:prstGeom prst="ellipse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B1252A29-B999-4F04-2061-100854F3BCA8}"/>
                    </a:ext>
                  </a:extLst>
                </p:cNvPr>
                <p:cNvSpPr/>
                <p:nvPr/>
              </p:nvSpPr>
              <p:spPr>
                <a:xfrm>
                  <a:off x="13508896" y="11839135"/>
                  <a:ext cx="540000" cy="540000"/>
                </a:xfrm>
                <a:prstGeom prst="ellipse">
                  <a:avLst/>
                </a:prstGeom>
                <a:solidFill>
                  <a:schemeClr val="accent4">
                    <a:lumMod val="10000"/>
                    <a:lumOff val="90000"/>
                  </a:schemeClr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B1252A29-B999-4F04-2061-100854F3BC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08896" y="11839135"/>
                  <a:ext cx="540000" cy="540000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026A849-D2F5-718F-E56E-83971578AF6C}"/>
                </a:ext>
              </a:extLst>
            </p:cNvPr>
            <p:cNvCxnSpPr>
              <a:cxnSpLocks/>
              <a:stCxn id="85" idx="3"/>
              <a:endCxn id="87" idx="0"/>
            </p:cNvCxnSpPr>
            <p:nvPr/>
          </p:nvCxnSpPr>
          <p:spPr>
            <a:xfrm flipH="1">
              <a:off x="12698896" y="11279690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A6158498-E746-220A-AF8C-E40DE8FB8060}"/>
                </a:ext>
              </a:extLst>
            </p:cNvPr>
            <p:cNvCxnSpPr>
              <a:cxnSpLocks/>
              <a:stCxn id="85" idx="5"/>
              <a:endCxn id="88" idx="0"/>
            </p:cNvCxnSpPr>
            <p:nvPr/>
          </p:nvCxnSpPr>
          <p:spPr>
            <a:xfrm>
              <a:off x="13429815" y="11279690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30EF13D2-64F2-B35A-382F-14D20E67CFC4}"/>
                    </a:ext>
                  </a:extLst>
                </p:cNvPr>
                <p:cNvSpPr/>
                <p:nvPr/>
              </p:nvSpPr>
              <p:spPr>
                <a:xfrm>
                  <a:off x="10289907" y="10818771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30EF13D2-64F2-B35A-382F-14D20E67CF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9907" y="10818771"/>
                  <a:ext cx="540000" cy="540000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90C8727B-4F0B-C418-034E-A24E52D3773F}"/>
                </a:ext>
              </a:extLst>
            </p:cNvPr>
            <p:cNvCxnSpPr>
              <a:cxnSpLocks/>
            </p:cNvCxnSpPr>
            <p:nvPr/>
          </p:nvCxnSpPr>
          <p:spPr>
            <a:xfrm>
              <a:off x="11275957" y="11095200"/>
              <a:ext cx="1152939" cy="0"/>
            </a:xfrm>
            <a:prstGeom prst="straightConnector1">
              <a:avLst/>
            </a:prstGeom>
            <a:ln w="285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31B3864-C17A-5B50-0A1D-DEA77F25DCE3}"/>
              </a:ext>
            </a:extLst>
          </p:cNvPr>
          <p:cNvGrpSpPr/>
          <p:nvPr/>
        </p:nvGrpSpPr>
        <p:grpSpPr>
          <a:xfrm>
            <a:off x="14111164" y="10945619"/>
            <a:ext cx="1770574" cy="646331"/>
            <a:chOff x="20137582" y="8373307"/>
            <a:chExt cx="1770574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F1798B5D-ADE6-814C-F19F-201CA3596601}"/>
                    </a:ext>
                  </a:extLst>
                </p:cNvPr>
                <p:cNvSpPr txBox="1"/>
                <p:nvPr/>
              </p:nvSpPr>
              <p:spPr>
                <a:xfrm>
                  <a:off x="20744374" y="8373307"/>
                  <a:ext cx="116378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Apply</a:t>
                  </a:r>
                  <a:r>
                    <a:rPr lang="zh-CN" alt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a14:m>
                  <a:endParaRPr lang="en-GB" altLang="zh-CN" b="0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F1798B5D-ADE6-814C-F19F-201CA35966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44374" y="8373307"/>
                  <a:ext cx="1163782" cy="646331"/>
                </a:xfrm>
                <a:prstGeom prst="rect">
                  <a:avLst/>
                </a:prstGeom>
                <a:blipFill>
                  <a:blip r:embed="rId19"/>
                  <a:stretch>
                    <a:fillRect l="-4301" t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" name="Left Arrow 101">
              <a:extLst>
                <a:ext uri="{FF2B5EF4-FFF2-40B4-BE49-F238E27FC236}">
                  <a16:creationId xmlns:a16="http://schemas.microsoft.com/office/drawing/2014/main" id="{37996A9B-4CA8-DFDC-AFB6-62B22101DF84}"/>
                </a:ext>
              </a:extLst>
            </p:cNvPr>
            <p:cNvSpPr/>
            <p:nvPr/>
          </p:nvSpPr>
          <p:spPr>
            <a:xfrm>
              <a:off x="20137582" y="8437979"/>
              <a:ext cx="606792" cy="258493"/>
            </a:xfrm>
            <a:prstGeom prst="leftArrow">
              <a:avLst/>
            </a:prstGeom>
            <a:ln w="28575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273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6BD8A-297A-0324-2830-9594BDA99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40836-7BF1-BC13-8D24-8BFC121EA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886" y="1876425"/>
            <a:ext cx="16668750" cy="236251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Overlapping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Extended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case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(NEW)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027F65F-2F5A-5B00-9BF1-0EE778CBC2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42886" y="4517231"/>
                <a:ext cx="8651618" cy="8267950"/>
              </a:xfrm>
            </p:spPr>
            <p:txBody>
              <a:bodyPr/>
              <a:lstStyle/>
              <a:p>
                <a:r>
                  <a:rPr lang="en-US" altLang="zh-CN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Intuition:</a:t>
                </a:r>
                <a:endParaRPr lang="en-GB" altLang="zh-CN" sz="4000" b="1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  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Since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AC-symbols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are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unbounded,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we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need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to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relax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the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condition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of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‘</a:t>
                </a:r>
                <a:r>
                  <a:rPr lang="en-US" altLang="zh-CN" sz="3600" dirty="0" err="1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subterm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’.</a:t>
                </a:r>
              </a:p>
              <a:p>
                <a:r>
                  <a:rPr lang="en-US" altLang="zh-CN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Example</a:t>
                </a:r>
                <a:r>
                  <a:rPr lang="zh-CN" altLang="en-US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rules:</a:t>
                </a:r>
              </a:p>
              <a:p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Rule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1: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𝑢</m:t>
                    </m:r>
                    <m:r>
                      <a:rPr lang="en-US" altLang="zh-CN" sz="3600" i="1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→</m:t>
                    </m:r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h</m:t>
                    </m:r>
                    <m:d>
                      <m:d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</m:ctrlPr>
                          </m:dPr>
                          <m:e>
                            <m: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𝑎</m:t>
                            </m:r>
                            <m: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,</m:t>
                            </m:r>
                            <m: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𝑏</m:t>
                            </m:r>
                            <m: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,</m:t>
                            </m:r>
                            <m: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altLang="zh-CN" sz="3600" b="1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Rule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2: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𝑓</m:t>
                    </m:r>
                    <m:d>
                      <m:d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𝑥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𝑏</m:t>
                        </m:r>
                      </m:e>
                    </m:d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→</m:t>
                    </m:r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𝑔</m:t>
                    </m:r>
                    <m:d>
                      <m:d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𝑏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𝑥</m:t>
                        </m:r>
                      </m:e>
                    </m:d>
                  </m:oMath>
                </a14:m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r>
                  <a:rPr lang="en-US" altLang="zh-CN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Overlap:</a:t>
                </a:r>
              </a:p>
              <a:p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There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exists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 err="1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mgu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of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𝑓</m:t>
                    </m:r>
                    <m:d>
                      <m:d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𝑎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and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𝑓</m:t>
                    </m:r>
                    <m:d>
                      <m:d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𝑥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CN" sz="3600" b="0" i="1" dirty="0">
                    <a:solidFill>
                      <a:srgbClr val="002147"/>
                    </a:solidFill>
                    <a:latin typeface="Cambria Math" panose="02040503050406030204" pitchFamily="18" charset="0"/>
                    <a:ea typeface="Aptos" pitchFamily="34" charset="-122"/>
                    <a:cs typeface="Aptos" pitchFamily="34" charset="-120"/>
                  </a:rPr>
                  <a:t>,</a:t>
                </a:r>
                <a:r>
                  <a:rPr lang="zh-CN" altLang="en-US" sz="3600" b="0" i="1" dirty="0">
                    <a:solidFill>
                      <a:srgbClr val="002147"/>
                    </a:solidFill>
                    <a:latin typeface="Cambria Math" panose="02040503050406030204" pitchFamily="18" charset="0"/>
                    <a:ea typeface="Aptos" pitchFamily="34" charset="-122"/>
                    <a:cs typeface="Aptos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                                          </m:t>
                    </m:r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𝑓</m:t>
                    </m:r>
                    <m:d>
                      <m:d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𝑏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𝑡</m:t>
                        </m:r>
                      </m:e>
                    </m:d>
                    <m:r>
                      <a:rPr lang="zh-CN" altLang="en-US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 </m:t>
                    </m:r>
                  </m:oMath>
                </a14:m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and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600" i="1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𝑓</m:t>
                    </m:r>
                    <m:d>
                      <m:dPr>
                        <m:ctrlPr>
                          <a:rPr lang="en-US" altLang="zh-CN" sz="3600" i="1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dPr>
                      <m:e>
                        <m:r>
                          <a:rPr lang="en-US" altLang="zh-CN" sz="3600" i="1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𝑥</m:t>
                        </m:r>
                        <m:r>
                          <a:rPr lang="en-US" altLang="zh-CN" sz="3600" i="1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i="1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3600" b="0" i="1" dirty="0">
                    <a:solidFill>
                      <a:srgbClr val="002147"/>
                    </a:solidFill>
                    <a:latin typeface="Cambria Math" panose="02040503050406030204" pitchFamily="18" charset="0"/>
                    <a:ea typeface="Aptos" pitchFamily="34" charset="-122"/>
                    <a:cs typeface="Aptos" pitchFamily="34" charset="-120"/>
                  </a:rPr>
                  <a:t> </a:t>
                </a:r>
                <a:endParaRPr lang="en-GB" altLang="zh-CN" sz="3600" b="0" i="1" dirty="0">
                  <a:solidFill>
                    <a:srgbClr val="002147"/>
                  </a:solidFill>
                  <a:latin typeface="Cambria Math" panose="02040503050406030204" pitchFamily="18" charset="0"/>
                  <a:ea typeface="Aptos" pitchFamily="34" charset="-122"/>
                  <a:cs typeface="Aptos" pitchFamily="34" charset="-120"/>
                </a:endParaRPr>
              </a:p>
              <a:p>
                <a:r>
                  <a:rPr lang="en-US" altLang="zh-CN" sz="3600" b="0" dirty="0">
                    <a:solidFill>
                      <a:srgbClr val="002147"/>
                    </a:solidFill>
                    <a:ea typeface="Aptos" pitchFamily="34" charset="-122"/>
                    <a:cs typeface="Aptos" pitchFamily="34" charset="-12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𝜎</m:t>
                    </m:r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=</m:t>
                    </m:r>
                    <m:r>
                      <a:rPr lang="zh-CN" altLang="en-US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 </m:t>
                    </m:r>
                    <m:r>
                      <m:rPr>
                        <m:lit/>
                      </m:rP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{</m:t>
                    </m:r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𝑥</m:t>
                    </m:r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→</m:t>
                    </m:r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𝑎</m:t>
                    </m:r>
                    <m:r>
                      <m:rPr>
                        <m:lit/>
                      </m:rP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}</m:t>
                    </m:r>
                  </m:oMath>
                </a14:m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,</a:t>
                </a:r>
                <a:r>
                  <a:rPr lang="en-US" altLang="zh-CN" sz="3600" dirty="0">
                    <a:solidFill>
                      <a:srgbClr val="002147"/>
                    </a:solidFill>
                    <a:ea typeface="Aptos" pitchFamily="34" charset="-122"/>
                    <a:cs typeface="Aptos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60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𝜎</m:t>
                    </m:r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’</m:t>
                    </m:r>
                    <m:r>
                      <a:rPr lang="en-US" altLang="zh-CN" sz="3600" i="1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=</m:t>
                    </m:r>
                    <m:r>
                      <a:rPr lang="zh-CN" altLang="en-US" sz="3600" i="1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 </m:t>
                    </m:r>
                    <m:r>
                      <m:rPr>
                        <m:lit/>
                      </m:rPr>
                      <a:rPr lang="en-US" altLang="zh-CN" sz="3600" i="1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{</m:t>
                    </m:r>
                    <m:r>
                      <a:rPr lang="en-US" altLang="zh-CN" sz="3600" i="1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𝑥</m:t>
                    </m:r>
                    <m:r>
                      <a:rPr lang="en-US" altLang="zh-CN" sz="3600" i="1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→</m:t>
                    </m:r>
                    <m:r>
                      <a:rPr lang="en-US" altLang="zh-CN" sz="360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𝑡</m:t>
                    </m:r>
                    <m:r>
                      <m:rPr>
                        <m:lit/>
                      </m:rPr>
                      <a:rPr lang="en-US" altLang="zh-CN" sz="3600" i="1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}</m:t>
                    </m:r>
                  </m:oMath>
                </a14:m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r>
                  <a:rPr lang="en-US" altLang="zh-CN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Merged</a:t>
                </a:r>
                <a:r>
                  <a:rPr lang="zh-CN" altLang="en-US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rule: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0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𝑢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→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h</m:t>
                      </m:r>
                      <m:d>
                        <m:dPr>
                          <m:ctrlPr>
                            <a:rPr lang="en-US" altLang="zh-CN" sz="3600" b="0" i="1" smtClean="0">
                              <a:solidFill>
                                <a:srgbClr val="002147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solidFill>
                                <a:srgbClr val="002147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600" b="0" i="1" smtClean="0">
                                  <a:solidFill>
                                    <a:srgbClr val="002147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</m:ctrlPr>
                            </m:dPr>
                            <m:e>
                              <m:r>
                                <a:rPr lang="en-US" altLang="zh-CN" sz="3600" b="0" i="1" smtClean="0">
                                  <a:solidFill>
                                    <a:srgbClr val="002147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CN" sz="3600" b="0" i="1" smtClean="0">
                                      <a:solidFill>
                                        <a:srgbClr val="002147"/>
                                      </a:solidFill>
                                      <a:latin typeface="Cambria Math" panose="02040503050406030204" pitchFamily="18" charset="0"/>
                                      <a:ea typeface="Aptos" pitchFamily="34" charset="-122"/>
                                      <a:cs typeface="Aptos" pitchFamily="34" charset="-12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600" b="0" i="1" smtClean="0">
                                      <a:solidFill>
                                        <a:srgbClr val="002147"/>
                                      </a:solidFill>
                                      <a:latin typeface="Cambria Math" panose="02040503050406030204" pitchFamily="18" charset="0"/>
                                      <a:ea typeface="Aptos" pitchFamily="34" charset="-122"/>
                                      <a:cs typeface="Aptos" pitchFamily="34" charset="-120"/>
                                    </a:rPr>
                                    <m:t>𝑏</m:t>
                                  </m:r>
                                  <m:r>
                                    <a:rPr lang="en-US" altLang="zh-CN" sz="3600" b="0" i="1" smtClean="0">
                                      <a:solidFill>
                                        <a:srgbClr val="002147"/>
                                      </a:solidFill>
                                      <a:latin typeface="Cambria Math" panose="02040503050406030204" pitchFamily="18" charset="0"/>
                                      <a:ea typeface="Aptos" pitchFamily="34" charset="-122"/>
                                      <a:cs typeface="Aptos" pitchFamily="34" charset="-120"/>
                                    </a:rPr>
                                    <m:t>,</m:t>
                                  </m:r>
                                  <m:r>
                                    <a:rPr lang="en-US" altLang="zh-CN" sz="3600" b="0" i="1" smtClean="0">
                                      <a:solidFill>
                                        <a:srgbClr val="002147"/>
                                      </a:solidFill>
                                      <a:latin typeface="Cambria Math" panose="02040503050406030204" pitchFamily="18" charset="0"/>
                                      <a:ea typeface="Aptos" pitchFamily="34" charset="-122"/>
                                      <a:cs typeface="Aptos" pitchFamily="34" charset="-12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altLang="zh-CN" sz="3600" b="0" i="1" smtClean="0">
                                  <a:solidFill>
                                    <a:srgbClr val="002147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,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002147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zh-CN" sz="3600" b="0" i="0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,</m:t>
                      </m:r>
                      <m:r>
                        <a:rPr lang="zh-CN" altLang="en-US" sz="3600" b="0" i="0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 </m:t>
                      </m:r>
                      <m:r>
                        <a:rPr lang="en-US" altLang="zh-CN" sz="3600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𝑢</m:t>
                      </m:r>
                      <m:r>
                        <a:rPr lang="en-US" altLang="zh-CN" sz="3600" i="1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→</m:t>
                      </m:r>
                      <m:r>
                        <a:rPr lang="en-US" altLang="zh-CN" sz="3600" i="1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h</m:t>
                      </m:r>
                      <m:d>
                        <m:dPr>
                          <m:ctrlPr>
                            <a:rPr lang="en-US" altLang="zh-CN" sz="3600" b="0" i="1" smtClean="0">
                              <a:solidFill>
                                <a:srgbClr val="002147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solidFill>
                                <a:srgbClr val="002147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600" b="0" i="1" smtClean="0">
                                  <a:solidFill>
                                    <a:srgbClr val="002147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</m:ctrlPr>
                            </m:dPr>
                            <m:e>
                              <m:r>
                                <a:rPr lang="en-US" altLang="zh-CN" sz="3600" b="0" i="1" smtClean="0">
                                  <a:solidFill>
                                    <a:srgbClr val="002147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𝑎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002147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,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002147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CN" sz="3600" b="0" i="1" smtClean="0">
                                      <a:solidFill>
                                        <a:srgbClr val="002147"/>
                                      </a:solidFill>
                                      <a:latin typeface="Cambria Math" panose="02040503050406030204" pitchFamily="18" charset="0"/>
                                      <a:ea typeface="Aptos" pitchFamily="34" charset="-122"/>
                                      <a:cs typeface="Aptos" pitchFamily="34" charset="-12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600" b="0" i="1" smtClean="0">
                                      <a:solidFill>
                                        <a:srgbClr val="002147"/>
                                      </a:solidFill>
                                      <a:latin typeface="Cambria Math" panose="02040503050406030204" pitchFamily="18" charset="0"/>
                                      <a:ea typeface="Aptos" pitchFamily="34" charset="-122"/>
                                      <a:cs typeface="Aptos" pitchFamily="34" charset="-120"/>
                                    </a:rPr>
                                    <m:t>𝑏</m:t>
                                  </m:r>
                                  <m:r>
                                    <a:rPr lang="en-US" altLang="zh-CN" sz="3600" b="0" i="1" smtClean="0">
                                      <a:solidFill>
                                        <a:srgbClr val="002147"/>
                                      </a:solidFill>
                                      <a:latin typeface="Cambria Math" panose="02040503050406030204" pitchFamily="18" charset="0"/>
                                      <a:ea typeface="Aptos" pitchFamily="34" charset="-122"/>
                                      <a:cs typeface="Aptos" pitchFamily="34" charset="-120"/>
                                    </a:rPr>
                                    <m:t>,</m:t>
                                  </m:r>
                                  <m:r>
                                    <a:rPr lang="en-US" altLang="zh-CN" sz="3600" b="0" i="1" smtClean="0">
                                      <a:solidFill>
                                        <a:srgbClr val="002147"/>
                                      </a:solidFill>
                                      <a:latin typeface="Cambria Math" panose="02040503050406030204" pitchFamily="18" charset="0"/>
                                      <a:ea typeface="Aptos" pitchFamily="34" charset="-122"/>
                                      <a:cs typeface="Aptos" pitchFamily="34" charset="-12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endParaRPr lang="en-US" altLang="zh-CN" sz="3600" b="1" dirty="0">
                  <a:solidFill>
                    <a:srgbClr val="002147"/>
                  </a:solidFill>
                  <a:latin typeface="Aptos" pitchFamily="34" charset="0"/>
                </a:endParaRPr>
              </a:p>
              <a:p>
                <a:endParaRPr lang="en-US" sz="36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027F65F-2F5A-5B00-9BF1-0EE778CBC2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42886" y="4517231"/>
                <a:ext cx="8651618" cy="8267950"/>
              </a:xfrm>
              <a:blipFill>
                <a:blip r:embed="rId2"/>
                <a:stretch>
                  <a:fillRect l="-3519" t="-2607" b="-3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3E8AC561-2C09-E854-D1C2-A8409F2D2581}"/>
              </a:ext>
            </a:extLst>
          </p:cNvPr>
          <p:cNvGrpSpPr/>
          <p:nvPr/>
        </p:nvGrpSpPr>
        <p:grpSpPr>
          <a:xfrm>
            <a:off x="14456451" y="7729274"/>
            <a:ext cx="5210853" cy="1560364"/>
            <a:chOff x="14456451" y="7729274"/>
            <a:chExt cx="5210853" cy="15603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A0CC5D58-EA60-D23B-4101-FF4D44F8E1BF}"/>
                    </a:ext>
                  </a:extLst>
                </p:cNvPr>
                <p:cNvSpPr/>
                <p:nvPr/>
              </p:nvSpPr>
              <p:spPr>
                <a:xfrm>
                  <a:off x="14996451" y="7729274"/>
                  <a:ext cx="540000" cy="540000"/>
                </a:xfrm>
                <a:prstGeom prst="ellipse">
                  <a:avLst/>
                </a:prstGeom>
                <a:solidFill>
                  <a:schemeClr val="accent4">
                    <a:lumMod val="10000"/>
                    <a:lumOff val="90000"/>
                  </a:schemeClr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b="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GB" altLang="zh-CN" b="0" dirty="0"/>
                </a:p>
                <a:p>
                  <a:pPr algn="ctr"/>
                  <a:endParaRPr lang="en-US" dirty="0"/>
                </a:p>
              </p:txBody>
            </p:sp>
          </mc:Choice>
          <mc:Fallback xmlns=""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A0CC5D58-EA60-D23B-4101-FF4D44F8E1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96451" y="7729274"/>
                  <a:ext cx="540000" cy="5400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FC2BB6EE-AE00-875B-D929-2DB268FE5F31}"/>
                    </a:ext>
                  </a:extLst>
                </p:cNvPr>
                <p:cNvSpPr/>
                <p:nvPr/>
              </p:nvSpPr>
              <p:spPr>
                <a:xfrm>
                  <a:off x="14456451" y="8749638"/>
                  <a:ext cx="540000" cy="540000"/>
                </a:xfrm>
                <a:prstGeom prst="ellipse">
                  <a:avLst/>
                </a:prstGeom>
                <a:solidFill>
                  <a:schemeClr val="accent4">
                    <a:lumMod val="10000"/>
                    <a:lumOff val="90000"/>
                  </a:schemeClr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FC2BB6EE-AE00-875B-D929-2DB268FE5F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56451" y="8749638"/>
                  <a:ext cx="540000" cy="54000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DBDB679B-9CD3-0102-5C36-089524DD9364}"/>
                    </a:ext>
                  </a:extLst>
                </p:cNvPr>
                <p:cNvSpPr/>
                <p:nvPr/>
              </p:nvSpPr>
              <p:spPr>
                <a:xfrm>
                  <a:off x="15536451" y="8749638"/>
                  <a:ext cx="540000" cy="540000"/>
                </a:xfrm>
                <a:prstGeom prst="ellipse">
                  <a:avLst/>
                </a:prstGeom>
                <a:solidFill>
                  <a:schemeClr val="accent4">
                    <a:lumMod val="10000"/>
                    <a:lumOff val="90000"/>
                  </a:schemeClr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DBDB679B-9CD3-0102-5C36-089524DD93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36451" y="8749638"/>
                  <a:ext cx="540000" cy="54000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EBBEF5B-6477-2774-E5CD-811B4B96D088}"/>
                </a:ext>
              </a:extLst>
            </p:cNvPr>
            <p:cNvCxnSpPr>
              <a:cxnSpLocks/>
              <a:stCxn id="65" idx="3"/>
              <a:endCxn id="67" idx="0"/>
            </p:cNvCxnSpPr>
            <p:nvPr/>
          </p:nvCxnSpPr>
          <p:spPr>
            <a:xfrm flipH="1">
              <a:off x="14726451" y="8190193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7CB434D-2DBD-F92B-4973-E6F914974B0F}"/>
                </a:ext>
              </a:extLst>
            </p:cNvPr>
            <p:cNvCxnSpPr>
              <a:cxnSpLocks/>
              <a:stCxn id="65" idx="5"/>
              <a:endCxn id="68" idx="0"/>
            </p:cNvCxnSpPr>
            <p:nvPr/>
          </p:nvCxnSpPr>
          <p:spPr>
            <a:xfrm>
              <a:off x="15457370" y="8190193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B8A96936-A4A3-2C79-2478-FBEF3B5FFB69}"/>
                </a:ext>
              </a:extLst>
            </p:cNvPr>
            <p:cNvCxnSpPr>
              <a:cxnSpLocks/>
            </p:cNvCxnSpPr>
            <p:nvPr/>
          </p:nvCxnSpPr>
          <p:spPr>
            <a:xfrm>
              <a:off x="16517164" y="8437979"/>
              <a:ext cx="1152939" cy="0"/>
            </a:xfrm>
            <a:prstGeom prst="straightConnector1">
              <a:avLst/>
            </a:prstGeom>
            <a:ln w="285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0737705A-5CF9-99E0-62D6-0A34C12D34EC}"/>
                    </a:ext>
                  </a:extLst>
                </p:cNvPr>
                <p:cNvSpPr/>
                <p:nvPr/>
              </p:nvSpPr>
              <p:spPr>
                <a:xfrm>
                  <a:off x="18587304" y="7729274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b="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lang="en-GB" altLang="zh-CN" b="0" dirty="0"/>
                </a:p>
                <a:p>
                  <a:pPr algn="ctr"/>
                  <a:endParaRPr lang="en-US" dirty="0"/>
                </a:p>
              </p:txBody>
            </p:sp>
          </mc:Choice>
          <mc:Fallback xmlns=""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0737705A-5CF9-99E0-62D6-0A34C12D34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87304" y="7729274"/>
                  <a:ext cx="540000" cy="54000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09C3A274-0116-6B19-F875-48F023956C66}"/>
                    </a:ext>
                  </a:extLst>
                </p:cNvPr>
                <p:cNvSpPr/>
                <p:nvPr/>
              </p:nvSpPr>
              <p:spPr>
                <a:xfrm>
                  <a:off x="18047304" y="8749638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09C3A274-0116-6B19-F875-48F023956C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47304" y="8749638"/>
                  <a:ext cx="540000" cy="54000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D5F122EA-B2E9-10BF-F692-33BAA2DE93D6}"/>
                    </a:ext>
                  </a:extLst>
                </p:cNvPr>
                <p:cNvSpPr/>
                <p:nvPr/>
              </p:nvSpPr>
              <p:spPr>
                <a:xfrm>
                  <a:off x="19127304" y="8749638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D5F122EA-B2E9-10BF-F692-33BAA2DE93D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27304" y="8749638"/>
                  <a:ext cx="540000" cy="540000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B30BDF2-A2B4-8735-227C-3D0BD292F24D}"/>
                </a:ext>
              </a:extLst>
            </p:cNvPr>
            <p:cNvCxnSpPr>
              <a:cxnSpLocks/>
              <a:stCxn id="72" idx="3"/>
              <a:endCxn id="73" idx="0"/>
            </p:cNvCxnSpPr>
            <p:nvPr/>
          </p:nvCxnSpPr>
          <p:spPr>
            <a:xfrm flipH="1">
              <a:off x="18317304" y="8190193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C04E51F-64C5-FC14-E75A-E9E6D8F948D4}"/>
                </a:ext>
              </a:extLst>
            </p:cNvPr>
            <p:cNvCxnSpPr>
              <a:cxnSpLocks/>
              <a:stCxn id="72" idx="5"/>
              <a:endCxn id="74" idx="0"/>
            </p:cNvCxnSpPr>
            <p:nvPr/>
          </p:nvCxnSpPr>
          <p:spPr>
            <a:xfrm>
              <a:off x="19048223" y="8190193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550C439-9EB7-55F1-2DB0-18C97BE0D103}"/>
              </a:ext>
            </a:extLst>
          </p:cNvPr>
          <p:cNvGrpSpPr/>
          <p:nvPr/>
        </p:nvGrpSpPr>
        <p:grpSpPr>
          <a:xfrm>
            <a:off x="14334140" y="5510443"/>
            <a:ext cx="5536955" cy="3997819"/>
            <a:chOff x="14334140" y="5510443"/>
            <a:chExt cx="5536955" cy="3997819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EBAE2B3B-15ED-8A5A-A83A-9281530C7364}"/>
                </a:ext>
              </a:extLst>
            </p:cNvPr>
            <p:cNvSpPr/>
            <p:nvPr/>
          </p:nvSpPr>
          <p:spPr>
            <a:xfrm>
              <a:off x="17843512" y="7560193"/>
              <a:ext cx="2027583" cy="1948069"/>
            </a:xfrm>
            <a:prstGeom prst="ellipse">
              <a:avLst/>
            </a:prstGeom>
            <a:noFill/>
            <a:ln w="28575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7D92DA8-7A98-7ECE-4BBE-755A0A35A7F8}"/>
                </a:ext>
              </a:extLst>
            </p:cNvPr>
            <p:cNvSpPr/>
            <p:nvPr/>
          </p:nvSpPr>
          <p:spPr>
            <a:xfrm>
              <a:off x="14334140" y="5510443"/>
              <a:ext cx="1359478" cy="1948069"/>
            </a:xfrm>
            <a:prstGeom prst="ellipse">
              <a:avLst/>
            </a:prstGeom>
            <a:noFill/>
            <a:ln w="28575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552B8B02-9AD2-A50C-F2C1-018C2A709F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404522" y="7114661"/>
              <a:ext cx="1359478" cy="748567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2AE2F9F-B9AF-4D3D-FE06-17C67B686644}"/>
              </a:ext>
            </a:extLst>
          </p:cNvPr>
          <p:cNvGrpSpPr/>
          <p:nvPr/>
        </p:nvGrpSpPr>
        <p:grpSpPr>
          <a:xfrm>
            <a:off x="12317462" y="4682904"/>
            <a:ext cx="3774183" cy="2580728"/>
            <a:chOff x="12317462" y="4682904"/>
            <a:chExt cx="3774183" cy="25807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D4CFE5AB-A6D4-D8F5-4672-E49439726F06}"/>
                    </a:ext>
                  </a:extLst>
                </p:cNvPr>
                <p:cNvSpPr/>
                <p:nvPr/>
              </p:nvSpPr>
              <p:spPr>
                <a:xfrm>
                  <a:off x="14996451" y="4682904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D4CFE5AB-A6D4-D8F5-4672-E49439726F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96451" y="4682904"/>
                  <a:ext cx="540000" cy="540000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B63BC12C-B1A3-186A-09BB-9A24C5FB6D3D}"/>
                    </a:ext>
                  </a:extLst>
                </p:cNvPr>
                <p:cNvSpPr/>
                <p:nvPr/>
              </p:nvSpPr>
              <p:spPr>
                <a:xfrm>
                  <a:off x="14996451" y="5703268"/>
                  <a:ext cx="540000" cy="540000"/>
                </a:xfrm>
                <a:prstGeom prst="ellipse">
                  <a:avLst/>
                </a:prstGeom>
                <a:solidFill>
                  <a:schemeClr val="accent4">
                    <a:lumMod val="10000"/>
                    <a:lumOff val="90000"/>
                  </a:schemeClr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b="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GB" altLang="zh-CN" b="0" dirty="0"/>
                </a:p>
                <a:p>
                  <a:pPr algn="ctr"/>
                  <a:endParaRPr lang="en-US" dirty="0"/>
                </a:p>
              </p:txBody>
            </p:sp>
          </mc:Choice>
          <mc:Fallback xmlns=""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B63BC12C-B1A3-186A-09BB-9A24C5FB6D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96451" y="5703268"/>
                  <a:ext cx="540000" cy="540000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2868D01-6F65-896B-E0CD-FA7898878F39}"/>
                </a:ext>
              </a:extLst>
            </p:cNvPr>
            <p:cNvCxnSpPr>
              <a:cxnSpLocks/>
              <a:endCxn id="45" idx="0"/>
            </p:cNvCxnSpPr>
            <p:nvPr/>
          </p:nvCxnSpPr>
          <p:spPr>
            <a:xfrm>
              <a:off x="15266451" y="5222904"/>
              <a:ext cx="0" cy="4803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3A2D7F9-F588-4A42-1D1A-B6AEBF30E4A1}"/>
                    </a:ext>
                  </a:extLst>
                </p:cNvPr>
                <p:cNvSpPr/>
                <p:nvPr/>
              </p:nvSpPr>
              <p:spPr>
                <a:xfrm>
                  <a:off x="14456451" y="6723632"/>
                  <a:ext cx="540000" cy="540000"/>
                </a:xfrm>
                <a:prstGeom prst="ellipse">
                  <a:avLst/>
                </a:prstGeom>
                <a:solidFill>
                  <a:schemeClr val="accent4">
                    <a:lumMod val="10000"/>
                    <a:lumOff val="90000"/>
                  </a:schemeClr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3A2D7F9-F588-4A42-1D1A-B6AEBF30E4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56451" y="6723632"/>
                  <a:ext cx="540000" cy="540000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D1A57AB-F456-9DAA-58E4-BCDF369359B6}"/>
                    </a:ext>
                  </a:extLst>
                </p:cNvPr>
                <p:cNvSpPr/>
                <p:nvPr/>
              </p:nvSpPr>
              <p:spPr>
                <a:xfrm>
                  <a:off x="15004048" y="6708910"/>
                  <a:ext cx="540000" cy="540000"/>
                </a:xfrm>
                <a:prstGeom prst="ellipse">
                  <a:avLst/>
                </a:prstGeom>
                <a:solidFill>
                  <a:schemeClr val="accent4">
                    <a:lumMod val="10000"/>
                    <a:lumOff val="90000"/>
                  </a:schemeClr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D1A57AB-F456-9DAA-58E4-BCDF369359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04048" y="6708910"/>
                  <a:ext cx="540000" cy="540000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5F6DC98-C467-252D-7F04-25D9BC5299F1}"/>
                </a:ext>
              </a:extLst>
            </p:cNvPr>
            <p:cNvCxnSpPr>
              <a:cxnSpLocks/>
              <a:stCxn id="45" idx="3"/>
              <a:endCxn id="49" idx="0"/>
            </p:cNvCxnSpPr>
            <p:nvPr/>
          </p:nvCxnSpPr>
          <p:spPr>
            <a:xfrm flipH="1">
              <a:off x="14726451" y="6164187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03FB89C-8F40-BCF1-D223-F29D36121013}"/>
                </a:ext>
              </a:extLst>
            </p:cNvPr>
            <p:cNvCxnSpPr>
              <a:cxnSpLocks/>
              <a:stCxn id="45" idx="4"/>
              <a:endCxn id="50" idx="0"/>
            </p:cNvCxnSpPr>
            <p:nvPr/>
          </p:nvCxnSpPr>
          <p:spPr>
            <a:xfrm>
              <a:off x="15266451" y="6243268"/>
              <a:ext cx="7597" cy="4656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07CFA25B-0F34-40B6-67A4-3FF41BB9D8FD}"/>
                    </a:ext>
                  </a:extLst>
                </p:cNvPr>
                <p:cNvSpPr/>
                <p:nvPr/>
              </p:nvSpPr>
              <p:spPr>
                <a:xfrm>
                  <a:off x="12317462" y="5703268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07CFA25B-0F34-40B6-67A4-3FF41BB9D8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17462" y="5703268"/>
                  <a:ext cx="540000" cy="540000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8DF1FC11-B6A5-988E-A583-FF8622754157}"/>
                </a:ext>
              </a:extLst>
            </p:cNvPr>
            <p:cNvCxnSpPr>
              <a:cxnSpLocks/>
            </p:cNvCxnSpPr>
            <p:nvPr/>
          </p:nvCxnSpPr>
          <p:spPr>
            <a:xfrm>
              <a:off x="13303512" y="5979697"/>
              <a:ext cx="1152939" cy="0"/>
            </a:xfrm>
            <a:prstGeom prst="straightConnector1">
              <a:avLst/>
            </a:prstGeom>
            <a:ln w="285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7615C028-CC14-48C5-09A1-7F88719B2662}"/>
                    </a:ext>
                  </a:extLst>
                </p:cNvPr>
                <p:cNvSpPr/>
                <p:nvPr/>
              </p:nvSpPr>
              <p:spPr>
                <a:xfrm>
                  <a:off x="15551645" y="6708910"/>
                  <a:ext cx="540000" cy="540000"/>
                </a:xfrm>
                <a:prstGeom prst="ellipse">
                  <a:avLst/>
                </a:prstGeom>
                <a:noFill/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7615C028-CC14-48C5-09A1-7F88719B26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51645" y="6708910"/>
                  <a:ext cx="540000" cy="540000"/>
                </a:xfrm>
                <a:prstGeom prst="ellipse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D6316C7-44BD-768B-1F3E-864042F7A42E}"/>
                </a:ext>
              </a:extLst>
            </p:cNvPr>
            <p:cNvCxnSpPr>
              <a:cxnSpLocks/>
              <a:stCxn id="45" idx="5"/>
              <a:endCxn id="7" idx="0"/>
            </p:cNvCxnSpPr>
            <p:nvPr/>
          </p:nvCxnSpPr>
          <p:spPr>
            <a:xfrm>
              <a:off x="15457370" y="6164187"/>
              <a:ext cx="364275" cy="5447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0542B1F-5EA6-AE5F-1BCB-5C6215FD673E}"/>
              </a:ext>
            </a:extLst>
          </p:cNvPr>
          <p:cNvGrpSpPr/>
          <p:nvPr/>
        </p:nvGrpSpPr>
        <p:grpSpPr>
          <a:xfrm>
            <a:off x="10289907" y="9798407"/>
            <a:ext cx="3755407" cy="3621320"/>
            <a:chOff x="10289907" y="9798407"/>
            <a:chExt cx="3755407" cy="3621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53A106B2-BACD-6E7B-2CCB-E9D49B3DD46F}"/>
                    </a:ext>
                  </a:extLst>
                </p:cNvPr>
                <p:cNvSpPr/>
                <p:nvPr/>
              </p:nvSpPr>
              <p:spPr>
                <a:xfrm>
                  <a:off x="12968896" y="9798407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53A106B2-BACD-6E7B-2CCB-E9D49B3DD4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68896" y="9798407"/>
                  <a:ext cx="540000" cy="540000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953244D6-6D5C-07B4-93F3-5F16731BDA31}"/>
                    </a:ext>
                  </a:extLst>
                </p:cNvPr>
                <p:cNvSpPr/>
                <p:nvPr/>
              </p:nvSpPr>
              <p:spPr>
                <a:xfrm>
                  <a:off x="12968896" y="10818771"/>
                  <a:ext cx="540000" cy="540000"/>
                </a:xfrm>
                <a:prstGeom prst="ellipse">
                  <a:avLst/>
                </a:prstGeom>
                <a:solidFill>
                  <a:schemeClr val="bg1"/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b="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altLang="zh-CN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GB" altLang="zh-CN" b="0" dirty="0"/>
                </a:p>
                <a:p>
                  <a:pPr algn="ctr"/>
                  <a:endParaRPr lang="en-US" dirty="0"/>
                </a:p>
              </p:txBody>
            </p:sp>
          </mc:Choice>
          <mc:Fallback xmlns=""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953244D6-6D5C-07B4-93F3-5F16731BDA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68896" y="10818771"/>
                  <a:ext cx="540000" cy="540000"/>
                </a:xfrm>
                <a:prstGeom prst="ellipse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4813B034-6128-ADD2-7350-1D875819B7FA}"/>
                </a:ext>
              </a:extLst>
            </p:cNvPr>
            <p:cNvCxnSpPr>
              <a:cxnSpLocks/>
              <a:endCxn id="85" idx="0"/>
            </p:cNvCxnSpPr>
            <p:nvPr/>
          </p:nvCxnSpPr>
          <p:spPr>
            <a:xfrm>
              <a:off x="13238896" y="10338407"/>
              <a:ext cx="0" cy="4803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F13726E4-42E6-EB80-8C78-100B30E10961}"/>
                    </a:ext>
                  </a:extLst>
                </p:cNvPr>
                <p:cNvSpPr/>
                <p:nvPr/>
              </p:nvSpPr>
              <p:spPr>
                <a:xfrm>
                  <a:off x="10289907" y="10818771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F13726E4-42E6-EB80-8C78-100B30E109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9907" y="10818771"/>
                  <a:ext cx="540000" cy="540000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C0EDCA9E-0014-DA08-60E3-4E42D158D8DD}"/>
                </a:ext>
              </a:extLst>
            </p:cNvPr>
            <p:cNvCxnSpPr>
              <a:cxnSpLocks/>
            </p:cNvCxnSpPr>
            <p:nvPr/>
          </p:nvCxnSpPr>
          <p:spPr>
            <a:xfrm>
              <a:off x="11275957" y="11095200"/>
              <a:ext cx="1152939" cy="0"/>
            </a:xfrm>
            <a:prstGeom prst="straightConnector1">
              <a:avLst/>
            </a:prstGeom>
            <a:ln w="285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0EAD4FEC-AAF0-5FCD-F5ED-9B339D49A3CA}"/>
                    </a:ext>
                  </a:extLst>
                </p:cNvPr>
                <p:cNvSpPr/>
                <p:nvPr/>
              </p:nvSpPr>
              <p:spPr>
                <a:xfrm>
                  <a:off x="13505314" y="11839135"/>
                  <a:ext cx="540000" cy="540000"/>
                </a:xfrm>
                <a:prstGeom prst="ellipse">
                  <a:avLst/>
                </a:prstGeom>
                <a:solidFill>
                  <a:schemeClr val="bg1"/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0EAD4FEC-AAF0-5FCD-F5ED-9B339D49A3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05314" y="11839135"/>
                  <a:ext cx="540000" cy="540000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15037C6-DADC-A529-5628-A374CA2C37B1}"/>
                </a:ext>
              </a:extLst>
            </p:cNvPr>
            <p:cNvCxnSpPr>
              <a:cxnSpLocks/>
              <a:stCxn id="85" idx="5"/>
              <a:endCxn id="14" idx="0"/>
            </p:cNvCxnSpPr>
            <p:nvPr/>
          </p:nvCxnSpPr>
          <p:spPr>
            <a:xfrm>
              <a:off x="13429815" y="11279690"/>
              <a:ext cx="345499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0E408646-EE90-4F13-4520-D00FD5F3D580}"/>
                    </a:ext>
                  </a:extLst>
                </p:cNvPr>
                <p:cNvSpPr/>
                <p:nvPr/>
              </p:nvSpPr>
              <p:spPr>
                <a:xfrm>
                  <a:off x="12317462" y="11859363"/>
                  <a:ext cx="540000" cy="540000"/>
                </a:xfrm>
                <a:prstGeom prst="ellipse">
                  <a:avLst/>
                </a:prstGeom>
                <a:solidFill>
                  <a:schemeClr val="bg1"/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b="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altLang="zh-CN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lang="en-GB" altLang="zh-CN" b="0" dirty="0"/>
                </a:p>
                <a:p>
                  <a:pPr algn="ctr"/>
                  <a:endParaRPr lang="en-US" dirty="0"/>
                </a:p>
              </p:txBody>
            </p:sp>
          </mc:Choice>
          <mc:Fallback xmlns="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0E408646-EE90-4F13-4520-D00FD5F3D5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17462" y="11859363"/>
                  <a:ext cx="540000" cy="540000"/>
                </a:xfrm>
                <a:prstGeom prst="ellipse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8B576256-7F87-3C2F-366C-E0F686810F55}"/>
                    </a:ext>
                  </a:extLst>
                </p:cNvPr>
                <p:cNvSpPr/>
                <p:nvPr/>
              </p:nvSpPr>
              <p:spPr>
                <a:xfrm>
                  <a:off x="11777462" y="12879727"/>
                  <a:ext cx="540000" cy="540000"/>
                </a:xfrm>
                <a:prstGeom prst="ellipse">
                  <a:avLst/>
                </a:prstGeom>
                <a:solidFill>
                  <a:schemeClr val="bg1"/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GB" altLang="zh-CN" dirty="0"/>
                </a:p>
              </p:txBody>
            </p:sp>
          </mc:Choice>
          <mc:Fallback xmlns="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8B576256-7F87-3C2F-366C-E0F686810F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77462" y="12879727"/>
                  <a:ext cx="540000" cy="540000"/>
                </a:xfrm>
                <a:prstGeom prst="ellipse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C9DEAB7E-2BC4-E695-6DEB-D442F94BD887}"/>
                    </a:ext>
                  </a:extLst>
                </p:cNvPr>
                <p:cNvSpPr/>
                <p:nvPr/>
              </p:nvSpPr>
              <p:spPr>
                <a:xfrm>
                  <a:off x="12857462" y="12879727"/>
                  <a:ext cx="540000" cy="540000"/>
                </a:xfrm>
                <a:prstGeom prst="ellipse">
                  <a:avLst/>
                </a:prstGeom>
                <a:solidFill>
                  <a:schemeClr val="bg1"/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C9DEAB7E-2BC4-E695-6DEB-D442F94BD8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57462" y="12879727"/>
                  <a:ext cx="540000" cy="540000"/>
                </a:xfrm>
                <a:prstGeom prst="ellipse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9134B03-986D-9EBD-92B5-D6B7B9E2293F}"/>
                </a:ext>
              </a:extLst>
            </p:cNvPr>
            <p:cNvCxnSpPr>
              <a:cxnSpLocks/>
              <a:stCxn id="18" idx="3"/>
              <a:endCxn id="19" idx="0"/>
            </p:cNvCxnSpPr>
            <p:nvPr/>
          </p:nvCxnSpPr>
          <p:spPr>
            <a:xfrm flipH="1">
              <a:off x="12047462" y="12320282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25B99B7-8783-51F0-6A91-B54D365BE2F7}"/>
                </a:ext>
              </a:extLst>
            </p:cNvPr>
            <p:cNvCxnSpPr>
              <a:cxnSpLocks/>
              <a:stCxn id="18" idx="5"/>
              <a:endCxn id="20" idx="0"/>
            </p:cNvCxnSpPr>
            <p:nvPr/>
          </p:nvCxnSpPr>
          <p:spPr>
            <a:xfrm>
              <a:off x="12778381" y="12320282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725D47B-F7CC-18E9-5F59-9F0BD74726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711693" y="11303553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6EABBEA-7360-4E52-9467-8CF81CFA9BDB}"/>
              </a:ext>
            </a:extLst>
          </p:cNvPr>
          <p:cNvGrpSpPr/>
          <p:nvPr/>
        </p:nvGrpSpPr>
        <p:grpSpPr>
          <a:xfrm>
            <a:off x="13505314" y="12462016"/>
            <a:ext cx="1770574" cy="646331"/>
            <a:chOff x="20137582" y="8373307"/>
            <a:chExt cx="1770574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ABF4A7B-D0DF-3EAC-90B3-6994566571D2}"/>
                    </a:ext>
                  </a:extLst>
                </p:cNvPr>
                <p:cNvSpPr txBox="1"/>
                <p:nvPr/>
              </p:nvSpPr>
              <p:spPr>
                <a:xfrm>
                  <a:off x="20744374" y="8373307"/>
                  <a:ext cx="116378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Apply</a:t>
                  </a:r>
                  <a:r>
                    <a:rPr lang="zh-CN" alt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a14:m>
                  <a:endParaRPr lang="en-GB" altLang="zh-CN" b="0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ABF4A7B-D0DF-3EAC-90B3-6994566571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44374" y="8373307"/>
                  <a:ext cx="1163782" cy="646331"/>
                </a:xfrm>
                <a:prstGeom prst="rect">
                  <a:avLst/>
                </a:prstGeom>
                <a:blipFill>
                  <a:blip r:embed="rId22"/>
                  <a:stretch>
                    <a:fillRect l="-4348" t="-39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Left Arrow 30">
              <a:extLst>
                <a:ext uri="{FF2B5EF4-FFF2-40B4-BE49-F238E27FC236}">
                  <a16:creationId xmlns:a16="http://schemas.microsoft.com/office/drawing/2014/main" id="{E8C32B4B-AFA2-5DC8-84A6-69DBCBDC3649}"/>
                </a:ext>
              </a:extLst>
            </p:cNvPr>
            <p:cNvSpPr/>
            <p:nvPr/>
          </p:nvSpPr>
          <p:spPr>
            <a:xfrm>
              <a:off x="20137582" y="8437979"/>
              <a:ext cx="606792" cy="258493"/>
            </a:xfrm>
            <a:prstGeom prst="leftArrow">
              <a:avLst/>
            </a:prstGeom>
            <a:ln w="28575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2698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53B2B-3B2B-0C8C-F3EF-8D3A06E9D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4DC4A-2B25-62F4-E7D9-F4651F7FE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886" y="1876425"/>
            <a:ext cx="16668750" cy="236251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Overlapping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unexpected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case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(NEW)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491D4D0-E487-20E8-D5F4-2C4FCCB98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42885" y="4517231"/>
                <a:ext cx="9381345" cy="8483152"/>
              </a:xfrm>
            </p:spPr>
            <p:txBody>
              <a:bodyPr/>
              <a:lstStyle/>
              <a:p>
                <a:r>
                  <a:rPr lang="en-US" altLang="zh-CN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Intuition:</a:t>
                </a:r>
                <a:endParaRPr lang="en-GB" altLang="zh-CN" sz="4000" b="1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Can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part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of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ℓ</m:t>
                        </m:r>
                      </m:e>
                      <m:sub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overlap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with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part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of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𝑟</m:t>
                        </m:r>
                      </m:e>
                      <m:sub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?</a:t>
                </a:r>
                <a:endParaRPr lang="en-GB" altLang="zh-CN" sz="360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r>
                  <a:rPr lang="en-US" altLang="zh-CN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Example</a:t>
                </a:r>
                <a:r>
                  <a:rPr lang="zh-CN" altLang="en-US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rules:</a:t>
                </a:r>
              </a:p>
              <a:p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Rule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1: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𝑢</m:t>
                    </m:r>
                    <m:r>
                      <a:rPr lang="en-US" altLang="zh-CN" sz="360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→</m:t>
                    </m:r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𝑓</m:t>
                    </m:r>
                    <m:d>
                      <m:d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𝑎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h</m:t>
                        </m:r>
                        <m:d>
                          <m:dPr>
                            <m:ctrlP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</m:ctrlPr>
                          </m:dPr>
                          <m:e>
                            <m: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𝑏</m:t>
                            </m:r>
                          </m:e>
                        </m:d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h</m:t>
                        </m:r>
                        <m:d>
                          <m:dPr>
                            <m:ctrlP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</m:ctrlPr>
                          </m:dPr>
                          <m:e>
                            <m: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𝑐</m:t>
                            </m:r>
                          </m:e>
                        </m:d>
                      </m:e>
                    </m:d>
                  </m:oMath>
                </a14:m>
                <a:endParaRPr lang="en-US" altLang="zh-CN" sz="3600" b="1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Rule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2: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𝑓</m:t>
                    </m:r>
                    <m:d>
                      <m:d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𝑑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h</m:t>
                        </m:r>
                        <m:d>
                          <m:dPr>
                            <m:ctrlP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</m:ctrlPr>
                          </m:dPr>
                          <m:e>
                            <m: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h</m:t>
                        </m:r>
                        <m:d>
                          <m:dPr>
                            <m:ctrlP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</m:ctrlPr>
                          </m:dPr>
                          <m:e>
                            <m: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→</m:t>
                    </m:r>
                    <m:r>
                      <a:rPr lang="en-US" altLang="zh-CN" sz="3600" b="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𝑡</m:t>
                    </m:r>
                  </m:oMath>
                </a14:m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r>
                  <a:rPr lang="en-US" altLang="zh-CN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Overlap:</a:t>
                </a:r>
              </a:p>
              <a:p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There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exists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 err="1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mgu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of</a:t>
                </a:r>
                <a:r>
                  <a:rPr lang="zh-CN" altLang="en-US" sz="360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60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𝑓</m:t>
                    </m:r>
                    <m:d>
                      <m:d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dPr>
                      <m:e>
                        <m:r>
                          <a:rPr lang="en-US" altLang="zh-CN" sz="3600" b="0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𝑎</m:t>
                        </m:r>
                        <m:r>
                          <a:rPr lang="en-US" altLang="zh-CN" sz="3600" b="0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b="0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h</m:t>
                        </m:r>
                        <m:d>
                          <m:dPr>
                            <m:ctrlP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</m:ctrlPr>
                          </m:dPr>
                          <m:e>
                            <m:r>
                              <a:rPr lang="en-US" altLang="zh-CN" sz="3600" b="0" i="0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𝑏</m:t>
                            </m:r>
                          </m:e>
                        </m:d>
                        <m:r>
                          <a:rPr lang="en-US" altLang="zh-CN" sz="3600" b="0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b="0" i="0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h</m:t>
                        </m:r>
                        <m:d>
                          <m:dPr>
                            <m:ctrlP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</m:ctrlPr>
                          </m:dPr>
                          <m:e>
                            <m: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𝑐</m:t>
                            </m:r>
                          </m:e>
                        </m:d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and</a:t>
                </a:r>
                <a:r>
                  <a:rPr lang="zh-CN" altLang="en-US" sz="3600" b="0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600" i="1" smtClean="0">
                        <a:solidFill>
                          <a:srgbClr val="002147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𝑓</m:t>
                    </m:r>
                    <m:d>
                      <m:dPr>
                        <m:ctrlP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𝑑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h</m:t>
                        </m:r>
                        <m:d>
                          <m:dPr>
                            <m:ctrlP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</m:ctrlPr>
                          </m:dPr>
                          <m:e>
                            <m: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h</m:t>
                        </m:r>
                        <m:d>
                          <m:dPr>
                            <m:ctrlP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</m:ctrlPr>
                          </m:dPr>
                          <m:e>
                            <m:r>
                              <a:rPr lang="en-US" altLang="zh-CN" sz="3600" b="0" i="1" smtClean="0">
                                <a:solidFill>
                                  <a:srgbClr val="002147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𝑧</m:t>
                        </m:r>
                        <m:r>
                          <a:rPr lang="en-US" altLang="zh-CN" sz="3600" b="0" i="1" smtClean="0">
                            <a:solidFill>
                              <a:srgbClr val="002147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’</m:t>
                        </m:r>
                      </m:e>
                    </m:d>
                  </m:oMath>
                </a14:m>
                <a:endParaRPr lang="en-GB" altLang="zh-CN" sz="3600" b="0" i="1" dirty="0">
                  <a:solidFill>
                    <a:srgbClr val="002147"/>
                  </a:solidFill>
                  <a:latin typeface="Cambria Math" panose="02040503050406030204" pitchFamily="18" charset="0"/>
                  <a:ea typeface="Aptos" pitchFamily="34" charset="-122"/>
                  <a:cs typeface="Aptos" pitchFamily="34" charset="-12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𝜎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=</m:t>
                      </m:r>
                      <m:r>
                        <a:rPr lang="zh-CN" altLang="en-US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 </m:t>
                      </m:r>
                      <m:r>
                        <m:rPr>
                          <m:lit/>
                        </m:rP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{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𝑥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→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𝑏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,</m:t>
                      </m:r>
                      <m:r>
                        <a:rPr lang="zh-CN" altLang="en-US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 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𝑦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→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𝑐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,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𝑧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→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𝑑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,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𝑧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’→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𝑎</m:t>
                      </m:r>
                      <m:r>
                        <m:rPr>
                          <m:lit/>
                        </m:rP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}</m:t>
                      </m:r>
                    </m:oMath>
                  </m:oMathPara>
                </a14:m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r>
                  <a:rPr lang="en-US" altLang="zh-CN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Merged</a:t>
                </a:r>
                <a:r>
                  <a:rPr lang="zh-CN" altLang="en-US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altLang="zh-CN" sz="4000" b="1" dirty="0">
                    <a:solidFill>
                      <a:srgbClr val="00214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rule: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𝑓</m:t>
                      </m:r>
                      <m:d>
                        <m:dPr>
                          <m:ctrlPr>
                            <a:rPr lang="en-US" altLang="zh-CN" sz="3600" b="0" i="1" smtClean="0">
                              <a:solidFill>
                                <a:srgbClr val="002147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solidFill>
                                <a:srgbClr val="002147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𝑑</m:t>
                          </m:r>
                          <m:r>
                            <a:rPr lang="en-US" altLang="zh-CN" sz="3600" b="0" i="1" smtClean="0">
                              <a:solidFill>
                                <a:srgbClr val="002147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</m:t>
                          </m:r>
                          <m:r>
                            <a:rPr lang="en-US" altLang="zh-CN" sz="3600" b="0" i="1" smtClean="0">
                              <a:solidFill>
                                <a:srgbClr val="002147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𝑢</m:t>
                          </m:r>
                        </m:e>
                      </m:d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→</m:t>
                      </m:r>
                      <m:r>
                        <a:rPr lang="en-US" altLang="zh-CN" sz="3600" b="0" i="1" smtClean="0">
                          <a:solidFill>
                            <a:srgbClr val="002147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𝑓</m:t>
                      </m:r>
                      <m:d>
                        <m:dPr>
                          <m:ctrlPr>
                            <a:rPr lang="en-US" altLang="zh-CN" sz="3600" b="0" i="1" smtClean="0">
                              <a:solidFill>
                                <a:srgbClr val="002147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solidFill>
                                <a:srgbClr val="002147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𝑎</m:t>
                          </m:r>
                          <m:r>
                            <a:rPr lang="en-US" altLang="zh-CN" sz="3600" b="0" i="1" smtClean="0">
                              <a:solidFill>
                                <a:srgbClr val="002147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</m:t>
                          </m:r>
                          <m:r>
                            <a:rPr lang="en-US" altLang="zh-CN" sz="3600" b="0" i="1" smtClean="0">
                              <a:solidFill>
                                <a:srgbClr val="002147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b="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endParaRPr lang="en-GB" altLang="zh-CN" sz="3600" dirty="0">
                  <a:solidFill>
                    <a:srgbClr val="00214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endParaRPr lang="en-US" altLang="zh-CN" sz="3600" b="1" dirty="0">
                  <a:solidFill>
                    <a:srgbClr val="002147"/>
                  </a:solidFill>
                  <a:latin typeface="Aptos" pitchFamily="34" charset="0"/>
                </a:endParaRPr>
              </a:p>
              <a:p>
                <a:endParaRPr lang="en-US" sz="36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491D4D0-E487-20E8-D5F4-2C4FCCB98B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42885" y="4517231"/>
                <a:ext cx="9381345" cy="8483152"/>
              </a:xfrm>
              <a:blipFill>
                <a:blip r:embed="rId3"/>
                <a:stretch>
                  <a:fillRect l="-3243" t="-2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9B41646-C47D-33B3-5A11-002813ACA81B}"/>
                  </a:ext>
                </a:extLst>
              </p:cNvPr>
              <p:cNvSpPr/>
              <p:nvPr/>
            </p:nvSpPr>
            <p:spPr>
              <a:xfrm>
                <a:off x="14996451" y="4649720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GB" altLang="zh-CN" b="0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9B41646-C47D-33B3-5A11-002813ACA8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6451" y="4649720"/>
                <a:ext cx="540000" cy="540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4F74E47-75F3-02F2-C901-5C6A61592D43}"/>
                  </a:ext>
                </a:extLst>
              </p:cNvPr>
              <p:cNvSpPr/>
              <p:nvPr/>
            </p:nvSpPr>
            <p:spPr>
              <a:xfrm>
                <a:off x="14456451" y="56700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4F74E47-75F3-02F2-C901-5C6A61592D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6451" y="5670084"/>
                <a:ext cx="540000" cy="540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FCDCB48-C2C7-B659-AEA1-54A735189FCC}"/>
                  </a:ext>
                </a:extLst>
              </p:cNvPr>
              <p:cNvSpPr/>
              <p:nvPr/>
            </p:nvSpPr>
            <p:spPr>
              <a:xfrm>
                <a:off x="15004048" y="5655362"/>
                <a:ext cx="540000" cy="540000"/>
              </a:xfrm>
              <a:prstGeom prst="ellipse">
                <a:avLst/>
              </a:prstGeom>
              <a:solidFill>
                <a:schemeClr val="accent4">
                  <a:lumMod val="10000"/>
                  <a:lumOff val="90000"/>
                </a:schemeClr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GB" altLang="zh-CN" dirty="0"/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FCDCB48-C2C7-B659-AEA1-54A735189F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4048" y="5655362"/>
                <a:ext cx="540000" cy="5400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70F3857-D7F3-7B2F-9A50-3DD7BB55E958}"/>
              </a:ext>
            </a:extLst>
          </p:cNvPr>
          <p:cNvCxnSpPr>
            <a:cxnSpLocks/>
            <a:stCxn id="45" idx="3"/>
            <a:endCxn id="49" idx="0"/>
          </p:cNvCxnSpPr>
          <p:nvPr/>
        </p:nvCxnSpPr>
        <p:spPr>
          <a:xfrm flipH="1">
            <a:off x="14726451" y="5110639"/>
            <a:ext cx="349081" cy="5594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84285CE-2271-D166-D27D-CB5D80A64F5F}"/>
              </a:ext>
            </a:extLst>
          </p:cNvPr>
          <p:cNvCxnSpPr>
            <a:cxnSpLocks/>
            <a:stCxn id="45" idx="4"/>
            <a:endCxn id="50" idx="0"/>
          </p:cNvCxnSpPr>
          <p:nvPr/>
        </p:nvCxnSpPr>
        <p:spPr>
          <a:xfrm>
            <a:off x="15266451" y="5189720"/>
            <a:ext cx="7597" cy="4656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FC64EFFB-8FB5-3F6B-1284-2A2B4C0D08F2}"/>
                  </a:ext>
                </a:extLst>
              </p:cNvPr>
              <p:cNvSpPr/>
              <p:nvPr/>
            </p:nvSpPr>
            <p:spPr>
              <a:xfrm>
                <a:off x="11786106" y="5702067"/>
                <a:ext cx="540000" cy="540000"/>
              </a:xfrm>
              <a:prstGeom prst="ellipse">
                <a:avLst/>
              </a:prstGeom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GB" altLang="zh-CN" b="0" dirty="0"/>
              </a:p>
            </p:txBody>
          </p:sp>
        </mc:Choice>
        <mc:Fallback xmlns=""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FC64EFFB-8FB5-3F6B-1284-2A2B4C0D08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6106" y="5702067"/>
                <a:ext cx="540000" cy="5400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9FF1BCD-C089-9191-3322-CFC45FAD2344}"/>
              </a:ext>
            </a:extLst>
          </p:cNvPr>
          <p:cNvCxnSpPr>
            <a:cxnSpLocks/>
          </p:cNvCxnSpPr>
          <p:nvPr/>
        </p:nvCxnSpPr>
        <p:spPr>
          <a:xfrm>
            <a:off x="13084852" y="5979697"/>
            <a:ext cx="1152939" cy="0"/>
          </a:xfrm>
          <a:prstGeom prst="straightConnector1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6804E3A-B1AB-C329-4CEC-51855763F93D}"/>
                  </a:ext>
                </a:extLst>
              </p:cNvPr>
              <p:cNvSpPr/>
              <p:nvPr/>
            </p:nvSpPr>
            <p:spPr>
              <a:xfrm>
                <a:off x="15551645" y="5655362"/>
                <a:ext cx="540000" cy="540000"/>
              </a:xfrm>
              <a:prstGeom prst="ellipse">
                <a:avLst/>
              </a:prstGeom>
              <a:solidFill>
                <a:schemeClr val="accent4">
                  <a:lumMod val="10000"/>
                  <a:lumOff val="90000"/>
                </a:schemeClr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GB" altLang="zh-CN" dirty="0"/>
              </a:p>
              <a:p>
                <a:pPr algn="ctr"/>
                <a:endParaRPr lang="en-GB" altLang="zh-CN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6804E3A-B1AB-C329-4CEC-51855763F9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1645" y="5655362"/>
                <a:ext cx="540000" cy="5400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5E3832-C094-AA2B-D555-3FA56176ABFA}"/>
              </a:ext>
            </a:extLst>
          </p:cNvPr>
          <p:cNvCxnSpPr>
            <a:cxnSpLocks/>
            <a:stCxn id="45" idx="5"/>
            <a:endCxn id="7" idx="0"/>
          </p:cNvCxnSpPr>
          <p:nvPr/>
        </p:nvCxnSpPr>
        <p:spPr>
          <a:xfrm>
            <a:off x="15457370" y="5110639"/>
            <a:ext cx="364275" cy="544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CA0E9C0E-14BF-EE58-53F8-0DBA15D44057}"/>
                  </a:ext>
                </a:extLst>
              </p:cNvPr>
              <p:cNvSpPr/>
              <p:nvPr/>
            </p:nvSpPr>
            <p:spPr>
              <a:xfrm>
                <a:off x="14996451" y="6620869"/>
                <a:ext cx="540000" cy="540000"/>
              </a:xfrm>
              <a:prstGeom prst="ellipse">
                <a:avLst/>
              </a:prstGeom>
              <a:solidFill>
                <a:schemeClr val="accent4">
                  <a:lumMod val="10000"/>
                  <a:lumOff val="90000"/>
                </a:schemeClr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altLang="zh-CN" dirty="0"/>
              </a:p>
              <a:p>
                <a:pPr algn="ctr"/>
                <a:endParaRPr lang="en-GB" altLang="zh-CN" dirty="0"/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CA0E9C0E-14BF-EE58-53F8-0DBA15D440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6451" y="6620869"/>
                <a:ext cx="540000" cy="5400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ADA9BA76-2378-80F3-0C4F-6B3F67EE3708}"/>
                  </a:ext>
                </a:extLst>
              </p:cNvPr>
              <p:cNvSpPr/>
              <p:nvPr/>
            </p:nvSpPr>
            <p:spPr>
              <a:xfrm>
                <a:off x="15563174" y="6615856"/>
                <a:ext cx="540000" cy="540000"/>
              </a:xfrm>
              <a:prstGeom prst="ellipse">
                <a:avLst/>
              </a:prstGeom>
              <a:solidFill>
                <a:schemeClr val="accent4">
                  <a:lumMod val="10000"/>
                  <a:lumOff val="90000"/>
                </a:schemeClr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altLang="zh-CN" dirty="0"/>
              </a:p>
              <a:p>
                <a:pPr algn="ctr"/>
                <a:endParaRPr lang="en-GB" altLang="zh-CN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ADA9BA76-2378-80F3-0C4F-6B3F67EE37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63174" y="6615856"/>
                <a:ext cx="540000" cy="5400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C2936A-F154-DC55-E1E4-198625DC24E2}"/>
              </a:ext>
            </a:extLst>
          </p:cNvPr>
          <p:cNvCxnSpPr>
            <a:stCxn id="50" idx="4"/>
            <a:endCxn id="3" idx="0"/>
          </p:cNvCxnSpPr>
          <p:nvPr/>
        </p:nvCxnSpPr>
        <p:spPr>
          <a:xfrm flipH="1">
            <a:off x="15266451" y="6195362"/>
            <a:ext cx="7597" cy="4255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871885-F859-F3F0-A029-68D9B4395286}"/>
              </a:ext>
            </a:extLst>
          </p:cNvPr>
          <p:cNvCxnSpPr>
            <a:stCxn id="7" idx="4"/>
            <a:endCxn id="4" idx="0"/>
          </p:cNvCxnSpPr>
          <p:nvPr/>
        </p:nvCxnSpPr>
        <p:spPr>
          <a:xfrm>
            <a:off x="15821645" y="6195362"/>
            <a:ext cx="11529" cy="4204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96F43B1-46F5-9BB8-9A34-6026AEDA5137}"/>
              </a:ext>
            </a:extLst>
          </p:cNvPr>
          <p:cNvCxnSpPr>
            <a:cxnSpLocks/>
          </p:cNvCxnSpPr>
          <p:nvPr/>
        </p:nvCxnSpPr>
        <p:spPr>
          <a:xfrm>
            <a:off x="16767857" y="8697564"/>
            <a:ext cx="1152939" cy="0"/>
          </a:xfrm>
          <a:prstGeom prst="straightConnector1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AE5A5EA-4FF4-B268-06F0-E842E49C0D46}"/>
                  </a:ext>
                </a:extLst>
              </p:cNvPr>
              <p:cNvSpPr/>
              <p:nvPr/>
            </p:nvSpPr>
            <p:spPr>
              <a:xfrm>
                <a:off x="15011645" y="7520639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GB" altLang="zh-CN" b="0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AE5A5EA-4FF4-B268-06F0-E842E49C0D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1645" y="7520639"/>
                <a:ext cx="540000" cy="5400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62714FD-C017-08A1-736D-B54772F799E9}"/>
                  </a:ext>
                </a:extLst>
              </p:cNvPr>
              <p:cNvSpPr/>
              <p:nvPr/>
            </p:nvSpPr>
            <p:spPr>
              <a:xfrm>
                <a:off x="14471645" y="8541003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altLang="zh-CN" b="0" dirty="0"/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62714FD-C017-08A1-736D-B54772F799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1645" y="8541003"/>
                <a:ext cx="540000" cy="54000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347BF51-E268-DBD4-C7C9-5B7736C429CB}"/>
                  </a:ext>
                </a:extLst>
              </p:cNvPr>
              <p:cNvSpPr/>
              <p:nvPr/>
            </p:nvSpPr>
            <p:spPr>
              <a:xfrm>
                <a:off x="15019242" y="8526281"/>
                <a:ext cx="540000" cy="540000"/>
              </a:xfrm>
              <a:prstGeom prst="ellipse">
                <a:avLst/>
              </a:prstGeom>
              <a:solidFill>
                <a:schemeClr val="accent4">
                  <a:lumMod val="10000"/>
                  <a:lumOff val="90000"/>
                </a:schemeClr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GB" altLang="zh-CN" dirty="0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347BF51-E268-DBD4-C7C9-5B7736C429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9242" y="8526281"/>
                <a:ext cx="540000" cy="54000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84FA43-204C-9582-0C7C-F373C6FBE4F4}"/>
              </a:ext>
            </a:extLst>
          </p:cNvPr>
          <p:cNvCxnSpPr>
            <a:cxnSpLocks/>
            <a:stCxn id="12" idx="3"/>
            <a:endCxn id="13" idx="0"/>
          </p:cNvCxnSpPr>
          <p:nvPr/>
        </p:nvCxnSpPr>
        <p:spPr>
          <a:xfrm flipH="1">
            <a:off x="14741645" y="7981558"/>
            <a:ext cx="349081" cy="5594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B118747-E6F2-EF23-DDE2-4C92A50ABAB7}"/>
              </a:ext>
            </a:extLst>
          </p:cNvPr>
          <p:cNvCxnSpPr>
            <a:cxnSpLocks/>
            <a:stCxn id="12" idx="4"/>
            <a:endCxn id="16" idx="0"/>
          </p:cNvCxnSpPr>
          <p:nvPr/>
        </p:nvCxnSpPr>
        <p:spPr>
          <a:xfrm>
            <a:off x="15281645" y="8060639"/>
            <a:ext cx="7597" cy="4656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DEFA773-2E06-2597-A0C9-2798AED69800}"/>
                  </a:ext>
                </a:extLst>
              </p:cNvPr>
              <p:cNvSpPr/>
              <p:nvPr/>
            </p:nvSpPr>
            <p:spPr>
              <a:xfrm>
                <a:off x="15566839" y="8526281"/>
                <a:ext cx="540000" cy="540000"/>
              </a:xfrm>
              <a:prstGeom prst="ellipse">
                <a:avLst/>
              </a:prstGeom>
              <a:solidFill>
                <a:schemeClr val="accent4">
                  <a:lumMod val="10000"/>
                  <a:lumOff val="90000"/>
                </a:schemeClr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GB" altLang="zh-CN" dirty="0"/>
              </a:p>
              <a:p>
                <a:pPr algn="ctr"/>
                <a:endParaRPr lang="en-GB" altLang="zh-CN" dirty="0"/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DEFA773-2E06-2597-A0C9-2798AED698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66839" y="8526281"/>
                <a:ext cx="540000" cy="54000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C388AA-E5CF-69AD-57BE-6F9974E554EE}"/>
              </a:ext>
            </a:extLst>
          </p:cNvPr>
          <p:cNvCxnSpPr>
            <a:cxnSpLocks/>
            <a:stCxn id="12" idx="5"/>
            <a:endCxn id="26" idx="0"/>
          </p:cNvCxnSpPr>
          <p:nvPr/>
        </p:nvCxnSpPr>
        <p:spPr>
          <a:xfrm>
            <a:off x="15472564" y="7981558"/>
            <a:ext cx="364275" cy="544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F8E5F17-A22D-E930-194F-7707ABED49B2}"/>
                  </a:ext>
                </a:extLst>
              </p:cNvPr>
              <p:cNvSpPr/>
              <p:nvPr/>
            </p:nvSpPr>
            <p:spPr>
              <a:xfrm>
                <a:off x="15011645" y="9491788"/>
                <a:ext cx="540000" cy="540000"/>
              </a:xfrm>
              <a:prstGeom prst="ellipse">
                <a:avLst/>
              </a:prstGeom>
              <a:solidFill>
                <a:schemeClr val="accent4">
                  <a:lumMod val="10000"/>
                  <a:lumOff val="90000"/>
                </a:schemeClr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altLang="zh-CN" dirty="0"/>
              </a:p>
              <a:p>
                <a:pPr algn="ctr"/>
                <a:endParaRPr lang="en-GB" altLang="zh-CN" dirty="0"/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F8E5F17-A22D-E930-194F-7707ABED49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1645" y="9491788"/>
                <a:ext cx="540000" cy="54000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0E097436-D955-A290-B3BC-A8289F672B26}"/>
                  </a:ext>
                </a:extLst>
              </p:cNvPr>
              <p:cNvSpPr/>
              <p:nvPr/>
            </p:nvSpPr>
            <p:spPr>
              <a:xfrm>
                <a:off x="15578368" y="9486775"/>
                <a:ext cx="540000" cy="540000"/>
              </a:xfrm>
              <a:prstGeom prst="ellipse">
                <a:avLst/>
              </a:prstGeom>
              <a:solidFill>
                <a:schemeClr val="accent4">
                  <a:lumMod val="10000"/>
                  <a:lumOff val="90000"/>
                </a:schemeClr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altLang="zh-CN" dirty="0"/>
              </a:p>
              <a:p>
                <a:pPr algn="ctr"/>
                <a:endParaRPr lang="en-GB" altLang="zh-CN" dirty="0"/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0E097436-D955-A290-B3BC-A8289F672B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8368" y="9486775"/>
                <a:ext cx="540000" cy="540000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38C4AB8-9C7E-F8E6-862A-1C7F9E0FB542}"/>
              </a:ext>
            </a:extLst>
          </p:cNvPr>
          <p:cNvCxnSpPr>
            <a:stCxn id="16" idx="4"/>
            <a:endCxn id="28" idx="0"/>
          </p:cNvCxnSpPr>
          <p:nvPr/>
        </p:nvCxnSpPr>
        <p:spPr>
          <a:xfrm flipH="1">
            <a:off x="15281645" y="9066281"/>
            <a:ext cx="7597" cy="4255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1BF3051-4F7A-BDAB-4DAB-5AE4B740800A}"/>
              </a:ext>
            </a:extLst>
          </p:cNvPr>
          <p:cNvCxnSpPr>
            <a:stCxn id="26" idx="4"/>
            <a:endCxn id="29" idx="0"/>
          </p:cNvCxnSpPr>
          <p:nvPr/>
        </p:nvCxnSpPr>
        <p:spPr>
          <a:xfrm>
            <a:off x="15836839" y="9066281"/>
            <a:ext cx="11529" cy="4204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ACA1056-6EA0-3CD0-AE1E-7C20DA98404E}"/>
              </a:ext>
            </a:extLst>
          </p:cNvPr>
          <p:cNvGrpSpPr/>
          <p:nvPr/>
        </p:nvGrpSpPr>
        <p:grpSpPr>
          <a:xfrm>
            <a:off x="12458575" y="10267044"/>
            <a:ext cx="5462221" cy="1623451"/>
            <a:chOff x="12458575" y="10267044"/>
            <a:chExt cx="5462221" cy="1623451"/>
          </a:xfrm>
        </p:grpSpPr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90A6A4A9-A4EA-1F04-FE3D-A950642FF7AE}"/>
                </a:ext>
              </a:extLst>
            </p:cNvPr>
            <p:cNvCxnSpPr>
              <a:cxnSpLocks/>
            </p:cNvCxnSpPr>
            <p:nvPr/>
          </p:nvCxnSpPr>
          <p:spPr>
            <a:xfrm>
              <a:off x="14383512" y="11112854"/>
              <a:ext cx="1152939" cy="0"/>
            </a:xfrm>
            <a:prstGeom prst="straightConnector1">
              <a:avLst/>
            </a:prstGeom>
            <a:ln w="285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32F92C85-6419-1F2B-04B8-342EBB2AD734}"/>
                    </a:ext>
                  </a:extLst>
                </p:cNvPr>
                <p:cNvSpPr/>
                <p:nvPr/>
              </p:nvSpPr>
              <p:spPr>
                <a:xfrm>
                  <a:off x="12998575" y="10267044"/>
                  <a:ext cx="540000" cy="540000"/>
                </a:xfrm>
                <a:prstGeom prst="ellipse">
                  <a:avLst/>
                </a:prstGeom>
                <a:solidFill>
                  <a:srgbClr val="E1FF56"/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b="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GB" altLang="zh-CN" b="0" dirty="0"/>
                </a:p>
                <a:p>
                  <a:pPr algn="ctr"/>
                  <a:endParaRPr lang="en-US" dirty="0"/>
                </a:p>
              </p:txBody>
            </p:sp>
          </mc:Choice>
          <mc:Fallback xmlns="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32F92C85-6419-1F2B-04B8-342EBB2AD7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98575" y="10267044"/>
                  <a:ext cx="540000" cy="540000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C5B118A3-C289-DD91-9FB2-46BFF1DE34E1}"/>
                    </a:ext>
                  </a:extLst>
                </p:cNvPr>
                <p:cNvSpPr/>
                <p:nvPr/>
              </p:nvSpPr>
              <p:spPr>
                <a:xfrm>
                  <a:off x="12458575" y="11287408"/>
                  <a:ext cx="540000" cy="540000"/>
                </a:xfrm>
                <a:prstGeom prst="ellipse">
                  <a:avLst/>
                </a:prstGeom>
                <a:solidFill>
                  <a:srgbClr val="E1FF56"/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C5B118A3-C289-DD91-9FB2-46BFF1DE34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58575" y="11287408"/>
                  <a:ext cx="540000" cy="540000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6632BF9-8599-9E4D-1443-DB7D6EEF1013}"/>
                    </a:ext>
                  </a:extLst>
                </p:cNvPr>
                <p:cNvSpPr/>
                <p:nvPr/>
              </p:nvSpPr>
              <p:spPr>
                <a:xfrm>
                  <a:off x="13538575" y="11287408"/>
                  <a:ext cx="540000" cy="540000"/>
                </a:xfrm>
                <a:prstGeom prst="ellipse">
                  <a:avLst/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GB" altLang="zh-CN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6632BF9-8599-9E4D-1443-DB7D6EEF10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38575" y="11287408"/>
                  <a:ext cx="540000" cy="540000"/>
                </a:xfrm>
                <a:prstGeom prst="ellipse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4F72D91-6786-4C51-AA34-5680E7B24EDA}"/>
                </a:ext>
              </a:extLst>
            </p:cNvPr>
            <p:cNvCxnSpPr>
              <a:cxnSpLocks/>
              <a:stCxn id="33" idx="3"/>
              <a:endCxn id="34" idx="0"/>
            </p:cNvCxnSpPr>
            <p:nvPr/>
          </p:nvCxnSpPr>
          <p:spPr>
            <a:xfrm flipH="1">
              <a:off x="12728575" y="10727963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E90F6EB-538A-C6FE-93A8-0CB6F5736DE3}"/>
                </a:ext>
              </a:extLst>
            </p:cNvPr>
            <p:cNvCxnSpPr>
              <a:cxnSpLocks/>
              <a:stCxn id="33" idx="5"/>
              <a:endCxn id="35" idx="0"/>
            </p:cNvCxnSpPr>
            <p:nvPr/>
          </p:nvCxnSpPr>
          <p:spPr>
            <a:xfrm>
              <a:off x="13459494" y="10727963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85926438-A7AF-2B13-574E-24A3B40A7E09}"/>
                    </a:ext>
                  </a:extLst>
                </p:cNvPr>
                <p:cNvSpPr/>
                <p:nvPr/>
              </p:nvSpPr>
              <p:spPr>
                <a:xfrm>
                  <a:off x="16840796" y="10330131"/>
                  <a:ext cx="540000" cy="540000"/>
                </a:xfrm>
                <a:prstGeom prst="ellipse">
                  <a:avLst/>
                </a:prstGeom>
                <a:solidFill>
                  <a:srgbClr val="E1FF56"/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GB" altLang="zh-CN" dirty="0"/>
                </a:p>
                <a:p>
                  <a:pPr algn="ctr"/>
                  <a:endParaRPr lang="en-US" dirty="0"/>
                </a:p>
              </p:txBody>
            </p:sp>
          </mc:Choice>
          <mc:Fallback xmlns=""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85926438-A7AF-2B13-574E-24A3B40A7E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40796" y="10330131"/>
                  <a:ext cx="540000" cy="540000"/>
                </a:xfrm>
                <a:prstGeom prst="ellipse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3F8DBA51-3EB6-7D7F-0518-E9E77D0F581B}"/>
                    </a:ext>
                  </a:extLst>
                </p:cNvPr>
                <p:cNvSpPr/>
                <p:nvPr/>
              </p:nvSpPr>
              <p:spPr>
                <a:xfrm>
                  <a:off x="16300796" y="11350495"/>
                  <a:ext cx="540000" cy="540000"/>
                </a:xfrm>
                <a:prstGeom prst="ellipse">
                  <a:avLst/>
                </a:prstGeom>
                <a:solidFill>
                  <a:srgbClr val="E1FF56"/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GB" altLang="zh-CN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3F8DBA51-3EB6-7D7F-0518-E9E77D0F58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0796" y="11350495"/>
                  <a:ext cx="540000" cy="540000"/>
                </a:xfrm>
                <a:prstGeom prst="ellipse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7977E26E-5916-71FF-C5D3-5479208603D5}"/>
                    </a:ext>
                  </a:extLst>
                </p:cNvPr>
                <p:cNvSpPr/>
                <p:nvPr/>
              </p:nvSpPr>
              <p:spPr>
                <a:xfrm>
                  <a:off x="17380796" y="11350495"/>
                  <a:ext cx="540000" cy="540000"/>
                </a:xfrm>
                <a:prstGeom prst="ellipse">
                  <a:avLst/>
                </a:prstGeom>
                <a:solidFill>
                  <a:schemeClr val="bg1"/>
                </a:solidFill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GB" altLang="zh-CN" b="0" dirty="0"/>
                </a:p>
              </p:txBody>
            </p:sp>
          </mc:Choice>
          <mc:Fallback xmlns=""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7977E26E-5916-71FF-C5D3-5479208603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80796" y="11350495"/>
                  <a:ext cx="540000" cy="540000"/>
                </a:xfrm>
                <a:prstGeom prst="ellipse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370D57C-7E52-8102-D4B2-5AF0207B7E07}"/>
                </a:ext>
              </a:extLst>
            </p:cNvPr>
            <p:cNvCxnSpPr>
              <a:cxnSpLocks/>
              <a:stCxn id="38" idx="3"/>
              <a:endCxn id="39" idx="0"/>
            </p:cNvCxnSpPr>
            <p:nvPr/>
          </p:nvCxnSpPr>
          <p:spPr>
            <a:xfrm flipH="1">
              <a:off x="16570796" y="10791050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DBC170A-CC93-DFFB-62CF-376B6107B714}"/>
                </a:ext>
              </a:extLst>
            </p:cNvPr>
            <p:cNvCxnSpPr>
              <a:cxnSpLocks/>
              <a:stCxn id="38" idx="5"/>
              <a:endCxn id="40" idx="0"/>
            </p:cNvCxnSpPr>
            <p:nvPr/>
          </p:nvCxnSpPr>
          <p:spPr>
            <a:xfrm>
              <a:off x="17301715" y="10791050"/>
              <a:ext cx="349081" cy="559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70AEA76-C6B1-69B7-6770-86167FEBCA5B}"/>
                  </a:ext>
                </a:extLst>
              </p:cNvPr>
              <p:cNvSpPr/>
              <p:nvPr/>
            </p:nvSpPr>
            <p:spPr>
              <a:xfrm>
                <a:off x="16119335" y="5648003"/>
                <a:ext cx="540000" cy="540000"/>
              </a:xfrm>
              <a:prstGeom prst="ellipse">
                <a:avLst/>
              </a:prstGeom>
              <a:solidFill>
                <a:srgbClr val="E1FF56"/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70AEA76-C6B1-69B7-6770-86167FEBCA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9335" y="5648003"/>
                <a:ext cx="540000" cy="540000"/>
              </a:xfrm>
              <a:prstGeom prst="ellipse">
                <a:avLst/>
              </a:prstGeom>
              <a:blipFill>
                <a:blip r:embed="rId2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A9D3BA4-EC8A-F9C1-BC0F-EE8CB8219521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15456939" y="5092218"/>
            <a:ext cx="932396" cy="55578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78DE0C1A-00C6-09D8-4553-96AF807ED7F3}"/>
                  </a:ext>
                </a:extLst>
              </p:cNvPr>
              <p:cNvSpPr/>
              <p:nvPr/>
            </p:nvSpPr>
            <p:spPr>
              <a:xfrm>
                <a:off x="16119335" y="8526281"/>
                <a:ext cx="540000" cy="540000"/>
              </a:xfrm>
              <a:prstGeom prst="ellipse">
                <a:avLst/>
              </a:prstGeom>
              <a:solidFill>
                <a:srgbClr val="E1FF56"/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en-GB" altLang="zh-CN" b="0" dirty="0"/>
              </a:p>
              <a:p>
                <a:pPr algn="ctr"/>
                <a:endParaRPr lang="en-GB" altLang="zh-CN" b="0" dirty="0"/>
              </a:p>
            </p:txBody>
          </p:sp>
        </mc:Choice>
        <mc:Fallback xmlns="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78DE0C1A-00C6-09D8-4553-96AF807ED7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9335" y="8526281"/>
                <a:ext cx="540000" cy="540000"/>
              </a:xfrm>
              <a:prstGeom prst="ellipse">
                <a:avLst/>
              </a:prstGeom>
              <a:blipFill>
                <a:blip r:embed="rId2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2105E61-B0AA-8D91-01A4-35AECE6CF25B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15456939" y="7970496"/>
            <a:ext cx="932396" cy="55578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4688326-7181-921B-3D69-08A3859F7EA4}"/>
              </a:ext>
            </a:extLst>
          </p:cNvPr>
          <p:cNvCxnSpPr>
            <a:cxnSpLocks/>
            <a:stCxn id="44" idx="2"/>
            <a:endCxn id="13" idx="0"/>
          </p:cNvCxnSpPr>
          <p:nvPr/>
        </p:nvCxnSpPr>
        <p:spPr>
          <a:xfrm flipH="1">
            <a:off x="14741645" y="5918003"/>
            <a:ext cx="1377690" cy="2623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05E81FB-AE12-C9FB-76D8-866842D2193C}"/>
              </a:ext>
            </a:extLst>
          </p:cNvPr>
          <p:cNvCxnSpPr>
            <a:cxnSpLocks/>
            <a:stCxn id="56" idx="1"/>
          </p:cNvCxnSpPr>
          <p:nvPr/>
        </p:nvCxnSpPr>
        <p:spPr>
          <a:xfrm flipH="1" flipV="1">
            <a:off x="14741645" y="6242067"/>
            <a:ext cx="1456771" cy="23632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10DB113C-6E1B-99F8-587A-CDA4573DD84F}"/>
                  </a:ext>
                </a:extLst>
              </p:cNvPr>
              <p:cNvSpPr/>
              <p:nvPr/>
            </p:nvSpPr>
            <p:spPr>
              <a:xfrm>
                <a:off x="12119486" y="4673469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GB" altLang="zh-CN" b="0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10DB113C-6E1B-99F8-587A-CDA4573DD8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9486" y="4673469"/>
                <a:ext cx="540000" cy="540000"/>
              </a:xfrm>
              <a:prstGeom prst="ellipse">
                <a:avLst/>
              </a:prstGeom>
              <a:blipFill>
                <a:blip r:embed="rId2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0D3F595A-83D5-530B-6E76-D19592FE24EA}"/>
                  </a:ext>
                </a:extLst>
              </p:cNvPr>
              <p:cNvSpPr/>
              <p:nvPr/>
            </p:nvSpPr>
            <p:spPr>
              <a:xfrm>
                <a:off x="12422033" y="5691027"/>
                <a:ext cx="540000" cy="540000"/>
              </a:xfrm>
              <a:prstGeom prst="ellipse">
                <a:avLst/>
              </a:prstGeom>
              <a:solidFill>
                <a:srgbClr val="E1FF56"/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0D3F595A-83D5-530B-6E76-D19592FE24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2033" y="5691027"/>
                <a:ext cx="540000" cy="540000"/>
              </a:xfrm>
              <a:prstGeom prst="ellipse">
                <a:avLst/>
              </a:prstGeom>
              <a:blipFill>
                <a:blip r:embed="rId2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2ADCCF1-DB80-1A90-E361-253DB2D6E29E}"/>
              </a:ext>
            </a:extLst>
          </p:cNvPr>
          <p:cNvCxnSpPr>
            <a:cxnSpLocks/>
            <a:stCxn id="79" idx="4"/>
            <a:endCxn id="80" idx="0"/>
          </p:cNvCxnSpPr>
          <p:nvPr/>
        </p:nvCxnSpPr>
        <p:spPr>
          <a:xfrm>
            <a:off x="12389486" y="5213469"/>
            <a:ext cx="302547" cy="477558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BF9174E-E489-15AE-FD5E-F6AFE3BD1C51}"/>
              </a:ext>
            </a:extLst>
          </p:cNvPr>
          <p:cNvCxnSpPr>
            <a:cxnSpLocks/>
            <a:stCxn id="79" idx="4"/>
            <a:endCxn id="60" idx="0"/>
          </p:cNvCxnSpPr>
          <p:nvPr/>
        </p:nvCxnSpPr>
        <p:spPr>
          <a:xfrm flipH="1">
            <a:off x="12056106" y="5213469"/>
            <a:ext cx="333380" cy="488598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91CCBEBC-4335-B146-7F73-FF2A2671B679}"/>
                  </a:ext>
                </a:extLst>
              </p:cNvPr>
              <p:cNvSpPr/>
              <p:nvPr/>
            </p:nvSpPr>
            <p:spPr>
              <a:xfrm>
                <a:off x="17898947" y="8600908"/>
                <a:ext cx="540000" cy="540000"/>
              </a:xfrm>
              <a:prstGeom prst="ellipse">
                <a:avLst/>
              </a:prstGeom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GB" altLang="zh-CN" b="0" dirty="0"/>
              </a:p>
            </p:txBody>
          </p:sp>
        </mc:Choice>
        <mc:Fallback xmlns=""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91CCBEBC-4335-B146-7F73-FF2A2671B6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8947" y="8600908"/>
                <a:ext cx="540000" cy="540000"/>
              </a:xfrm>
              <a:prstGeom prst="ellipse">
                <a:avLst/>
              </a:prstGeom>
              <a:blipFill>
                <a:blip r:embed="rId2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31ED9F07-22E0-3833-25C2-B57927FDDCBF}"/>
                  </a:ext>
                </a:extLst>
              </p:cNvPr>
              <p:cNvSpPr/>
              <p:nvPr/>
            </p:nvSpPr>
            <p:spPr>
              <a:xfrm>
                <a:off x="18232327" y="7572310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GB" altLang="zh-CN" b="0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31ED9F07-22E0-3833-25C2-B57927FDDC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2327" y="7572310"/>
                <a:ext cx="540000" cy="540000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B3C870C4-C9CF-EC39-CA29-7518E5988301}"/>
                  </a:ext>
                </a:extLst>
              </p:cNvPr>
              <p:cNvSpPr/>
              <p:nvPr/>
            </p:nvSpPr>
            <p:spPr>
              <a:xfrm>
                <a:off x="18534874" y="8589868"/>
                <a:ext cx="540000" cy="540000"/>
              </a:xfrm>
              <a:prstGeom prst="ellipse">
                <a:avLst/>
              </a:prstGeom>
              <a:solidFill>
                <a:srgbClr val="E1FF56"/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en-GB" altLang="zh-CN" b="0" dirty="0"/>
              </a:p>
            </p:txBody>
          </p:sp>
        </mc:Choice>
        <mc:Fallback xmlns=""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B3C870C4-C9CF-EC39-CA29-7518E59883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4874" y="8589868"/>
                <a:ext cx="540000" cy="540000"/>
              </a:xfrm>
              <a:prstGeom prst="ellipse">
                <a:avLst/>
              </a:prstGeom>
              <a:blipFill>
                <a:blip r:embed="rId29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86AC697-D256-EA0F-4308-976EA960EDDA}"/>
              </a:ext>
            </a:extLst>
          </p:cNvPr>
          <p:cNvCxnSpPr>
            <a:cxnSpLocks/>
            <a:stCxn id="112" idx="4"/>
            <a:endCxn id="113" idx="0"/>
          </p:cNvCxnSpPr>
          <p:nvPr/>
        </p:nvCxnSpPr>
        <p:spPr>
          <a:xfrm>
            <a:off x="18502327" y="8112310"/>
            <a:ext cx="302547" cy="477558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0A8C18C5-5A03-9A67-3F65-E28782A84C97}"/>
              </a:ext>
            </a:extLst>
          </p:cNvPr>
          <p:cNvCxnSpPr>
            <a:cxnSpLocks/>
            <a:stCxn id="112" idx="4"/>
            <a:endCxn id="111" idx="0"/>
          </p:cNvCxnSpPr>
          <p:nvPr/>
        </p:nvCxnSpPr>
        <p:spPr>
          <a:xfrm flipH="1">
            <a:off x="18168947" y="8112310"/>
            <a:ext cx="333380" cy="488598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5D3C491-2092-2BDD-FCB0-2A30612FDBAE}"/>
              </a:ext>
            </a:extLst>
          </p:cNvPr>
          <p:cNvGrpSpPr/>
          <p:nvPr/>
        </p:nvGrpSpPr>
        <p:grpSpPr>
          <a:xfrm>
            <a:off x="18422884" y="11016346"/>
            <a:ext cx="1770574" cy="646331"/>
            <a:chOff x="20137582" y="8373307"/>
            <a:chExt cx="1770574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5ED86489-5B2F-2FFE-8059-CF4003E1BDCC}"/>
                    </a:ext>
                  </a:extLst>
                </p:cNvPr>
                <p:cNvSpPr txBox="1"/>
                <p:nvPr/>
              </p:nvSpPr>
              <p:spPr>
                <a:xfrm>
                  <a:off x="20744374" y="8373307"/>
                  <a:ext cx="116378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Apply</a:t>
                  </a:r>
                  <a:r>
                    <a:rPr lang="zh-CN" alt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a14:m>
                  <a:endParaRPr lang="en-GB" altLang="zh-CN" b="0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5ED86489-5B2F-2FFE-8059-CF4003E1B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44374" y="8373307"/>
                  <a:ext cx="1163782" cy="646331"/>
                </a:xfrm>
                <a:prstGeom prst="rect">
                  <a:avLst/>
                </a:prstGeom>
                <a:blipFill>
                  <a:blip r:embed="rId30"/>
                  <a:stretch>
                    <a:fillRect l="-4301" t="-38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2" name="Left Arrow 121">
              <a:extLst>
                <a:ext uri="{FF2B5EF4-FFF2-40B4-BE49-F238E27FC236}">
                  <a16:creationId xmlns:a16="http://schemas.microsoft.com/office/drawing/2014/main" id="{9FD9A3C0-2008-45A1-B834-8CCBBA669780}"/>
                </a:ext>
              </a:extLst>
            </p:cNvPr>
            <p:cNvSpPr/>
            <p:nvPr/>
          </p:nvSpPr>
          <p:spPr>
            <a:xfrm>
              <a:off x="20137582" y="8437979"/>
              <a:ext cx="606792" cy="258493"/>
            </a:xfrm>
            <a:prstGeom prst="leftArrow">
              <a:avLst/>
            </a:prstGeom>
            <a:ln w="28575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9795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56" grpId="0" animBg="1"/>
      <p:bldP spid="79" grpId="0" animBg="1"/>
      <p:bldP spid="80" grpId="0" animBg="1"/>
      <p:bldP spid="112" grpId="0" animBg="1"/>
      <p:bldP spid="1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7029F-C1BD-6948-78C7-C4F00CCEC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886" y="1876425"/>
            <a:ext cx="16668750" cy="236251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Sample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Result: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ACN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6C35FAF-BE7A-D6CF-08BD-7EBD4CAC9675}"/>
              </a:ext>
            </a:extLst>
          </p:cNvPr>
          <p:cNvSpPr/>
          <p:nvPr/>
        </p:nvSpPr>
        <p:spPr>
          <a:xfrm>
            <a:off x="2042886" y="4686992"/>
            <a:ext cx="8652285" cy="6391316"/>
          </a:xfrm>
          <a:prstGeom prst="roundRect">
            <a:avLst>
              <a:gd name="adj" fmla="val 538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017AEAD-CC54-27F2-0E27-650E23535395}"/>
              </a:ext>
            </a:extLst>
          </p:cNvPr>
          <p:cNvSpPr/>
          <p:nvPr/>
        </p:nvSpPr>
        <p:spPr>
          <a:xfrm>
            <a:off x="2042886" y="4685240"/>
            <a:ext cx="8652295" cy="102899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 err="1">
                <a:solidFill>
                  <a:schemeClr val="bg1"/>
                </a:solidFill>
              </a:rPr>
              <a:t>FVPgen</a:t>
            </a:r>
            <a:r>
              <a:rPr lang="zh-CN" altLang="en-US" sz="4000" b="1" dirty="0">
                <a:solidFill>
                  <a:schemeClr val="bg1"/>
                </a:solidFill>
              </a:rPr>
              <a:t> </a:t>
            </a:r>
            <a:r>
              <a:rPr lang="en-US" altLang="zh-CN" sz="4000" b="1" dirty="0">
                <a:solidFill>
                  <a:schemeClr val="bg1"/>
                </a:solidFill>
              </a:rPr>
              <a:t>–</a:t>
            </a:r>
            <a:r>
              <a:rPr lang="zh-CN" altLang="en-US" sz="4000" b="1" dirty="0">
                <a:solidFill>
                  <a:schemeClr val="bg1"/>
                </a:solidFill>
              </a:rPr>
              <a:t> </a:t>
            </a:r>
            <a:r>
              <a:rPr lang="en-US" altLang="zh-CN" sz="4000" b="1" dirty="0">
                <a:solidFill>
                  <a:schemeClr val="bg1"/>
                </a:solidFill>
              </a:rPr>
              <a:t>Original</a:t>
            </a:r>
            <a:r>
              <a:rPr lang="zh-CN" altLang="en-US" sz="4000" b="1" dirty="0">
                <a:solidFill>
                  <a:schemeClr val="bg1"/>
                </a:solidFill>
              </a:rPr>
              <a:t> </a:t>
            </a:r>
            <a:r>
              <a:rPr lang="en-US" altLang="zh-CN" sz="4000" b="1" dirty="0">
                <a:solidFill>
                  <a:schemeClr val="bg1"/>
                </a:solidFill>
              </a:rPr>
              <a:t>Output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B6E74A-B2CB-D5FA-B831-134E1AEA7E2D}"/>
              </a:ext>
            </a:extLst>
          </p:cNvPr>
          <p:cNvSpPr txBox="1"/>
          <p:nvPr/>
        </p:nvSpPr>
        <p:spPr>
          <a:xfrm>
            <a:off x="2225493" y="5259373"/>
            <a:ext cx="808828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GB" altLang="zh-CN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3200" dirty="0"/>
              <a:t>Contains</a:t>
            </a:r>
            <a:r>
              <a:rPr lang="zh-CN" altLang="en-US" sz="3200" dirty="0"/>
              <a:t> </a:t>
            </a:r>
            <a:r>
              <a:rPr lang="en-US" altLang="zh-CN" sz="3200" dirty="0"/>
              <a:t>14</a:t>
            </a:r>
            <a:r>
              <a:rPr lang="zh-CN" altLang="en-US" sz="3200" dirty="0"/>
              <a:t> </a:t>
            </a:r>
            <a:r>
              <a:rPr lang="en-US" altLang="zh-CN" sz="3200" dirty="0"/>
              <a:t>rules,</a:t>
            </a:r>
            <a:r>
              <a:rPr lang="zh-CN" altLang="en-US" sz="3200" dirty="0"/>
              <a:t> </a:t>
            </a:r>
            <a:r>
              <a:rPr lang="en-US" altLang="zh-CN" sz="3200" dirty="0"/>
              <a:t>but</a:t>
            </a:r>
            <a:r>
              <a:rPr lang="zh-CN" altLang="en-US" sz="3200" dirty="0"/>
              <a:t> </a:t>
            </a:r>
            <a:r>
              <a:rPr lang="en-US" altLang="zh-CN" sz="3200" dirty="0"/>
              <a:t>many</a:t>
            </a:r>
            <a:r>
              <a:rPr lang="zh-CN" altLang="en-US" sz="3200" dirty="0"/>
              <a:t> </a:t>
            </a:r>
            <a:r>
              <a:rPr lang="en-US" altLang="zh-CN" sz="3200" dirty="0"/>
              <a:t>are</a:t>
            </a:r>
            <a:r>
              <a:rPr lang="zh-CN" altLang="en-US" sz="3200" dirty="0"/>
              <a:t> </a:t>
            </a:r>
            <a:r>
              <a:rPr lang="en-US" altLang="zh-CN" sz="3200" dirty="0"/>
              <a:t>AC-redundant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i="1" dirty="0"/>
              <a:t>(X_2 plus X_1) -&gt; (X_2 plus X_1)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i="1" dirty="0"/>
              <a:t>zero -&gt; zero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i="1" dirty="0"/>
              <a:t>(X_1 plus X_1) -&gt; zero</a:t>
            </a:r>
            <a:endParaRPr lang="en-US" altLang="zh-CN" sz="2800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i="1" dirty="0"/>
              <a:t>((X_</a:t>
            </a:r>
            <a:r>
              <a:rPr lang="en-US" altLang="zh-CN" sz="2800" i="1" dirty="0"/>
              <a:t>1</a:t>
            </a:r>
            <a:r>
              <a:rPr lang="en-US" sz="2800" i="1" dirty="0"/>
              <a:t> plus zero) plus X_1) -&gt; zero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i="1" dirty="0"/>
              <a:t>(X_</a:t>
            </a:r>
            <a:r>
              <a:rPr lang="en-US" altLang="zh-CN" sz="2800" i="1" dirty="0"/>
              <a:t>1</a:t>
            </a:r>
            <a:r>
              <a:rPr lang="en-US" sz="2800" i="1" dirty="0"/>
              <a:t> plus </a:t>
            </a:r>
            <a:r>
              <a:rPr lang="en-US" altLang="zh-CN" sz="2800" i="1" dirty="0"/>
              <a:t>(X_1</a:t>
            </a:r>
            <a:r>
              <a:rPr lang="en-US" sz="2800" i="1" dirty="0"/>
              <a:t> plus</a:t>
            </a:r>
            <a:r>
              <a:rPr lang="zh-CN" altLang="en-US" sz="2800" i="1" dirty="0"/>
              <a:t> </a:t>
            </a:r>
            <a:r>
              <a:rPr lang="en-US" altLang="zh-CN" sz="2800" i="1" dirty="0"/>
              <a:t>zero</a:t>
            </a:r>
            <a:r>
              <a:rPr lang="en-US" sz="2800" i="1" dirty="0"/>
              <a:t>) -&gt; zero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800" i="1" dirty="0"/>
              <a:t>...</a:t>
            </a:r>
            <a:endParaRPr lang="en-US" sz="2800" i="1" dirty="0"/>
          </a:p>
          <a:p>
            <a:endParaRPr lang="en-US" altLang="zh-CN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3200" dirty="0"/>
              <a:t>Can</a:t>
            </a:r>
            <a:r>
              <a:rPr lang="zh-CN" altLang="en-US" sz="3200" dirty="0"/>
              <a:t> </a:t>
            </a:r>
            <a:r>
              <a:rPr lang="en-US" altLang="zh-CN" sz="3200" dirty="0"/>
              <a:t>be</a:t>
            </a:r>
            <a:r>
              <a:rPr lang="zh-CN" altLang="en-US" sz="3200" dirty="0"/>
              <a:t> </a:t>
            </a:r>
            <a:r>
              <a:rPr lang="en-US" altLang="zh-CN" sz="3200" dirty="0"/>
              <a:t>used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compute</a:t>
            </a:r>
            <a:r>
              <a:rPr lang="zh-CN" altLang="en-US" sz="3200" dirty="0"/>
              <a:t> </a:t>
            </a:r>
            <a:r>
              <a:rPr lang="en-US" altLang="zh-CN" sz="3200" dirty="0"/>
              <a:t>ACN-MGUs.</a:t>
            </a:r>
            <a:endParaRPr lang="en-GB" sz="3200" dirty="0"/>
          </a:p>
          <a:p>
            <a:pPr lvl="1"/>
            <a:r>
              <a:rPr lang="zh-CN" altLang="en-US" sz="3200" dirty="0"/>
              <a:t> </a:t>
            </a:r>
            <a:endParaRPr lang="en-GB" sz="320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E9AC57D-67F5-141D-5E86-BC65DD023C9F}"/>
              </a:ext>
            </a:extLst>
          </p:cNvPr>
          <p:cNvSpPr/>
          <p:nvPr/>
        </p:nvSpPr>
        <p:spPr>
          <a:xfrm>
            <a:off x="12959836" y="4685241"/>
            <a:ext cx="8652255" cy="6391316"/>
          </a:xfrm>
          <a:prstGeom prst="roundRect">
            <a:avLst>
              <a:gd name="adj" fmla="val 538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E03997A-88A7-7FAA-9541-7B271126A18C}"/>
              </a:ext>
            </a:extLst>
          </p:cNvPr>
          <p:cNvSpPr/>
          <p:nvPr/>
        </p:nvSpPr>
        <p:spPr>
          <a:xfrm>
            <a:off x="12959805" y="4685240"/>
            <a:ext cx="8652286" cy="102899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 err="1">
                <a:solidFill>
                  <a:schemeClr val="bg1"/>
                </a:solidFill>
              </a:rPr>
              <a:t>FVPgen</a:t>
            </a:r>
            <a:r>
              <a:rPr lang="zh-CN" altLang="en-US" sz="4000" b="1" dirty="0">
                <a:solidFill>
                  <a:schemeClr val="bg1"/>
                </a:solidFill>
              </a:rPr>
              <a:t> </a:t>
            </a:r>
            <a:r>
              <a:rPr lang="en-US" altLang="zh-CN" sz="4000" b="1" dirty="0">
                <a:solidFill>
                  <a:schemeClr val="bg1"/>
                </a:solidFill>
              </a:rPr>
              <a:t>–</a:t>
            </a:r>
            <a:r>
              <a:rPr lang="zh-CN" altLang="en-US" sz="4000" b="1" dirty="0">
                <a:solidFill>
                  <a:schemeClr val="bg1"/>
                </a:solidFill>
              </a:rPr>
              <a:t> </a:t>
            </a:r>
            <a:r>
              <a:rPr lang="en-US" altLang="zh-CN" sz="4000" b="1" dirty="0">
                <a:solidFill>
                  <a:schemeClr val="bg1"/>
                </a:solidFill>
              </a:rPr>
              <a:t>Flattened</a:t>
            </a:r>
            <a:r>
              <a:rPr lang="zh-CN" altLang="en-US" sz="4000" b="1" dirty="0">
                <a:solidFill>
                  <a:schemeClr val="bg1"/>
                </a:solidFill>
              </a:rPr>
              <a:t> </a:t>
            </a:r>
            <a:r>
              <a:rPr lang="en-US" altLang="zh-CN" sz="4000" b="1" dirty="0">
                <a:solidFill>
                  <a:schemeClr val="bg1"/>
                </a:solidFill>
              </a:rPr>
              <a:t>Output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BEF01C-2D04-DD42-FA9A-E7CFC5CFEAED}"/>
              </a:ext>
            </a:extLst>
          </p:cNvPr>
          <p:cNvSpPr txBox="1"/>
          <p:nvPr/>
        </p:nvSpPr>
        <p:spPr>
          <a:xfrm>
            <a:off x="13076264" y="5708278"/>
            <a:ext cx="865228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3200" dirty="0"/>
              <a:t>Only</a:t>
            </a:r>
            <a:r>
              <a:rPr lang="zh-CN" altLang="en-US" sz="3200" dirty="0"/>
              <a:t> </a:t>
            </a:r>
            <a:r>
              <a:rPr lang="en-US" altLang="zh-CN" sz="3200" dirty="0"/>
              <a:t>contains</a:t>
            </a:r>
            <a:r>
              <a:rPr lang="zh-CN" altLang="en-US" sz="3200" dirty="0"/>
              <a:t> </a:t>
            </a:r>
            <a:r>
              <a:rPr lang="en-US" altLang="zh-CN" sz="3200" dirty="0"/>
              <a:t>3</a:t>
            </a:r>
            <a:r>
              <a:rPr lang="zh-CN" altLang="en-US" sz="3200" dirty="0"/>
              <a:t> </a:t>
            </a:r>
            <a:r>
              <a:rPr lang="en-US" altLang="zh-CN" sz="3200" dirty="0"/>
              <a:t>rules!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i="1" dirty="0"/>
              <a:t>(X_2 plus X_1) -&gt; (X_2 plus X_1)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i="1" dirty="0"/>
              <a:t>zero -&gt; zero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i="1" dirty="0"/>
              <a:t>(X_1 plus X_1) -&gt; zero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32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3200" dirty="0"/>
              <a:t>BUT!!!</a:t>
            </a:r>
            <a:r>
              <a:rPr lang="zh-CN" altLang="en-US" sz="3200" dirty="0"/>
              <a:t> </a:t>
            </a:r>
            <a:r>
              <a:rPr lang="en-US" altLang="zh-CN" sz="3200" dirty="0"/>
              <a:t>Not</a:t>
            </a:r>
            <a:r>
              <a:rPr lang="zh-CN" altLang="en-US" sz="3200" dirty="0"/>
              <a:t> </a:t>
            </a:r>
            <a:r>
              <a:rPr lang="en-US" altLang="zh-CN" sz="3200" dirty="0"/>
              <a:t>sufficient</a:t>
            </a:r>
            <a:r>
              <a:rPr lang="zh-CN" altLang="en-US" sz="3200" dirty="0"/>
              <a:t> </a:t>
            </a:r>
            <a:r>
              <a:rPr lang="en-US" altLang="zh-CN" sz="3200" dirty="0"/>
              <a:t>for</a:t>
            </a:r>
            <a:r>
              <a:rPr lang="zh-CN" altLang="en-US" sz="3200" dirty="0"/>
              <a:t> </a:t>
            </a:r>
            <a:r>
              <a:rPr lang="en-US" altLang="zh-CN" sz="3200" dirty="0"/>
              <a:t>MGU</a:t>
            </a:r>
            <a:r>
              <a:rPr lang="zh-CN" altLang="en-US" sz="3200" dirty="0"/>
              <a:t> </a:t>
            </a:r>
            <a:r>
              <a:rPr lang="en-US" altLang="zh-CN" sz="3200" dirty="0"/>
              <a:t>computation!</a:t>
            </a:r>
            <a:endParaRPr lang="en-GB" sz="3200" dirty="0"/>
          </a:p>
          <a:p>
            <a:pPr lvl="1"/>
            <a:endParaRPr lang="en-US" altLang="zh-CN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3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B638BA-8770-851A-4757-021AFAF9FC0C}"/>
              </a:ext>
            </a:extLst>
          </p:cNvPr>
          <p:cNvSpPr txBox="1"/>
          <p:nvPr/>
        </p:nvSpPr>
        <p:spPr>
          <a:xfrm>
            <a:off x="4255477" y="11648938"/>
            <a:ext cx="17400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Key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issue:</a:t>
            </a:r>
            <a:r>
              <a:rPr lang="zh-CN" altLang="en-US" sz="4000" b="1" dirty="0"/>
              <a:t> </a:t>
            </a:r>
            <a:r>
              <a:rPr lang="en-US" altLang="zh-CN" sz="4000" dirty="0"/>
              <a:t>AC-redundant</a:t>
            </a:r>
            <a:r>
              <a:rPr lang="zh-CN" altLang="en-US" sz="4000" dirty="0"/>
              <a:t> </a:t>
            </a:r>
            <a:r>
              <a:rPr lang="en-US" altLang="zh-CN" sz="4000" dirty="0"/>
              <a:t>does</a:t>
            </a:r>
            <a:r>
              <a:rPr lang="zh-CN" altLang="en-US" sz="4000" dirty="0"/>
              <a:t> </a:t>
            </a:r>
            <a:r>
              <a:rPr lang="en-US" altLang="zh-CN" sz="4000" dirty="0"/>
              <a:t>not</a:t>
            </a:r>
            <a:r>
              <a:rPr lang="zh-CN" altLang="en-US" sz="4000" dirty="0"/>
              <a:t> </a:t>
            </a:r>
            <a:r>
              <a:rPr lang="en-US" altLang="zh-CN" sz="4000" dirty="0"/>
              <a:t>mean</a:t>
            </a:r>
            <a:r>
              <a:rPr lang="zh-CN" altLang="en-US" sz="4000" dirty="0"/>
              <a:t> </a:t>
            </a:r>
            <a:r>
              <a:rPr lang="en-US" altLang="zh-CN" sz="4000" dirty="0"/>
              <a:t>unnecessary</a:t>
            </a:r>
            <a:r>
              <a:rPr lang="zh-CN" altLang="en-US" sz="4000" dirty="0"/>
              <a:t> </a:t>
            </a:r>
            <a:r>
              <a:rPr lang="en-US" altLang="zh-CN" sz="4000" dirty="0"/>
              <a:t>for</a:t>
            </a:r>
            <a:r>
              <a:rPr lang="zh-CN" altLang="en-US" sz="4000" dirty="0"/>
              <a:t> </a:t>
            </a:r>
            <a:r>
              <a:rPr lang="en-US" altLang="zh-CN" sz="4000" dirty="0"/>
              <a:t>MGU</a:t>
            </a:r>
            <a:r>
              <a:rPr lang="zh-CN" altLang="en-US" sz="4000" dirty="0"/>
              <a:t> </a:t>
            </a:r>
            <a:r>
              <a:rPr lang="en-US" altLang="zh-CN" sz="4000" dirty="0"/>
              <a:t>computation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3747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4B360-26A7-B2F5-A712-754871883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82E53E3-7596-A075-8BF6-25BA1ED1F85E}"/>
              </a:ext>
            </a:extLst>
          </p:cNvPr>
          <p:cNvSpPr/>
          <p:nvPr/>
        </p:nvSpPr>
        <p:spPr>
          <a:xfrm>
            <a:off x="7100050" y="5760128"/>
            <a:ext cx="4869073" cy="3193552"/>
          </a:xfrm>
          <a:prstGeom prst="roundRect">
            <a:avLst>
              <a:gd name="adj" fmla="val 4289"/>
            </a:avLst>
          </a:prstGeom>
          <a:ln w="762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505D1-D3D3-1FA7-6AA0-A1B97DC2B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6871" y="1986255"/>
            <a:ext cx="16668750" cy="2362510"/>
          </a:xfrm>
        </p:spPr>
        <p:txBody>
          <a:bodyPr/>
          <a:lstStyle/>
          <a:p>
            <a:r>
              <a:rPr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FVPgen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2.0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F47CC6-EB2E-02E5-0CE6-F1E51B60E84D}"/>
              </a:ext>
            </a:extLst>
          </p:cNvPr>
          <p:cNvSpPr/>
          <p:nvPr/>
        </p:nvSpPr>
        <p:spPr>
          <a:xfrm>
            <a:off x="1310194" y="6146742"/>
            <a:ext cx="3939555" cy="2475508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4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802EDF-52B8-FFB3-60AD-C92F9289C40E}"/>
              </a:ext>
            </a:extLst>
          </p:cNvPr>
          <p:cNvSpPr/>
          <p:nvPr/>
        </p:nvSpPr>
        <p:spPr>
          <a:xfrm>
            <a:off x="13532543" y="6146742"/>
            <a:ext cx="4019345" cy="2475508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4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FA623A3-FD21-F927-E172-B0EADD6392AF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249749" y="7384496"/>
            <a:ext cx="1807034" cy="0"/>
          </a:xfrm>
          <a:prstGeom prst="straightConnector1">
            <a:avLst/>
          </a:prstGeom>
          <a:ln w="571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3DC9DB9-122F-09C1-F75B-BB62D616B51B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1969123" y="7384496"/>
            <a:ext cx="1563420" cy="0"/>
          </a:xfrm>
          <a:prstGeom prst="straightConnector1">
            <a:avLst/>
          </a:prstGeom>
          <a:ln w="571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7F21786-155B-0DAB-8532-18F1642BE5FE}"/>
              </a:ext>
            </a:extLst>
          </p:cNvPr>
          <p:cNvSpPr txBox="1"/>
          <p:nvPr/>
        </p:nvSpPr>
        <p:spPr>
          <a:xfrm>
            <a:off x="2438723" y="6153625"/>
            <a:ext cx="1682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Input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9C810D8-9625-9076-228E-3A696E27FDE6}"/>
                  </a:ext>
                </a:extLst>
              </p:cNvPr>
              <p:cNvSpPr txBox="1"/>
              <p:nvPr/>
            </p:nvSpPr>
            <p:spPr>
              <a:xfrm>
                <a:off x="1652339" y="7024930"/>
                <a:ext cx="3255264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Original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theory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altLang="zh-CN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Target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theory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altLang="zh-CN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A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rewrite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order</a:t>
                </a:r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9C810D8-9625-9076-228E-3A696E27F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339" y="7024930"/>
                <a:ext cx="3255264" cy="1384995"/>
              </a:xfrm>
              <a:prstGeom prst="rect">
                <a:avLst/>
              </a:prstGeom>
              <a:blipFill>
                <a:blip r:embed="rId3"/>
                <a:stretch>
                  <a:fillRect l="-3502" t="-3604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22328F68-5B3B-FA06-737F-BF5CD6EEF320}"/>
              </a:ext>
            </a:extLst>
          </p:cNvPr>
          <p:cNvSpPr txBox="1"/>
          <p:nvPr/>
        </p:nvSpPr>
        <p:spPr>
          <a:xfrm>
            <a:off x="14063153" y="6943596"/>
            <a:ext cx="40131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Restoration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D06DECC-7436-5F6E-182E-6029FD5ECAD1}"/>
              </a:ext>
            </a:extLst>
          </p:cNvPr>
          <p:cNvSpPr/>
          <p:nvPr/>
        </p:nvSpPr>
        <p:spPr>
          <a:xfrm>
            <a:off x="6182844" y="6813666"/>
            <a:ext cx="6662401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zh-CN" sz="5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New</a:t>
            </a:r>
            <a:r>
              <a:rPr lang="zh-CN" altLang="en-US" sz="5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GB" altLang="zh-CN" sz="5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main </a:t>
            </a:r>
            <a:r>
              <a:rPr lang="en-US" altLang="zh-CN" sz="5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loop</a:t>
            </a:r>
          </a:p>
          <a:p>
            <a:pPr algn="ctr"/>
            <a:endParaRPr lang="en-GB" sz="54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73A0AF-DFAD-D21C-DEBE-8CEDBA5FCFCB}"/>
              </a:ext>
            </a:extLst>
          </p:cNvPr>
          <p:cNvSpPr/>
          <p:nvPr/>
        </p:nvSpPr>
        <p:spPr>
          <a:xfrm>
            <a:off x="19248305" y="6146743"/>
            <a:ext cx="3566766" cy="2475506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4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65A7F-523D-F84A-49ED-3AE06BD4D583}"/>
              </a:ext>
            </a:extLst>
          </p:cNvPr>
          <p:cNvSpPr txBox="1"/>
          <p:nvPr/>
        </p:nvSpPr>
        <p:spPr>
          <a:xfrm>
            <a:off x="19412546" y="6190201"/>
            <a:ext cx="3207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Same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Out</a:t>
            </a:r>
            <a:r>
              <a:rPr lang="en-US" sz="4000" b="1" dirty="0"/>
              <a:t>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E79F2E-367F-47F0-76DF-AC6182DB257D}"/>
              </a:ext>
            </a:extLst>
          </p:cNvPr>
          <p:cNvSpPr txBox="1"/>
          <p:nvPr/>
        </p:nvSpPr>
        <p:spPr>
          <a:xfrm>
            <a:off x="19404056" y="7013721"/>
            <a:ext cx="3255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</a:t>
            </a:r>
            <a:r>
              <a:rPr lang="zh-CN" altLang="en-US" sz="2800" dirty="0"/>
              <a:t> </a:t>
            </a:r>
            <a:r>
              <a:rPr lang="en-US" altLang="zh-CN" sz="2800" dirty="0"/>
              <a:t>rewrite</a:t>
            </a:r>
            <a:r>
              <a:rPr lang="zh-CN" altLang="en-US" sz="2800" dirty="0"/>
              <a:t> </a:t>
            </a:r>
            <a:r>
              <a:rPr lang="en-US" altLang="zh-CN" sz="2800" dirty="0"/>
              <a:t>theory</a:t>
            </a:r>
            <a:endParaRPr lang="en-US" sz="28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E0CCAC-ABAD-001A-3FAA-D786C8DF7A03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7551888" y="7384496"/>
            <a:ext cx="1696417" cy="0"/>
          </a:xfrm>
          <a:prstGeom prst="straightConnector1">
            <a:avLst/>
          </a:prstGeom>
          <a:ln w="571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reeform 56">
            <a:extLst>
              <a:ext uri="{FF2B5EF4-FFF2-40B4-BE49-F238E27FC236}">
                <a16:creationId xmlns:a16="http://schemas.microsoft.com/office/drawing/2014/main" id="{F44FE33B-7ED3-5897-3532-6A4CA66DB553}"/>
              </a:ext>
            </a:extLst>
          </p:cNvPr>
          <p:cNvSpPr/>
          <p:nvPr/>
        </p:nvSpPr>
        <p:spPr>
          <a:xfrm>
            <a:off x="14252713" y="2430237"/>
            <a:ext cx="4783086" cy="3052852"/>
          </a:xfrm>
          <a:custGeom>
            <a:avLst/>
            <a:gdLst>
              <a:gd name="csX0" fmla="*/ 0 w 4783086"/>
              <a:gd name="csY0" fmla="*/ 233450 h 3052852"/>
              <a:gd name="csX1" fmla="*/ 4750904 w 4783086"/>
              <a:gd name="csY1" fmla="*/ 253328 h 3052852"/>
              <a:gd name="csX2" fmla="*/ 2087217 w 4783086"/>
              <a:gd name="csY2" fmla="*/ 2817624 h 3052852"/>
              <a:gd name="csX3" fmla="*/ 2146852 w 4783086"/>
              <a:gd name="csY3" fmla="*/ 2936893 h 30528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783086" h="3052852">
                <a:moveTo>
                  <a:pt x="0" y="233450"/>
                </a:moveTo>
                <a:cubicBezTo>
                  <a:pt x="2201517" y="28041"/>
                  <a:pt x="4403035" y="-177368"/>
                  <a:pt x="4750904" y="253328"/>
                </a:cubicBezTo>
                <a:cubicBezTo>
                  <a:pt x="5098774" y="684024"/>
                  <a:pt x="2521226" y="2370363"/>
                  <a:pt x="2087217" y="2817624"/>
                </a:cubicBezTo>
                <a:cubicBezTo>
                  <a:pt x="1653208" y="3264885"/>
                  <a:pt x="2146852" y="2936893"/>
                  <a:pt x="2146852" y="2936893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49648767-E254-29D9-F6EE-725CF035521D}"/>
              </a:ext>
            </a:extLst>
          </p:cNvPr>
          <p:cNvSpPr/>
          <p:nvPr/>
        </p:nvSpPr>
        <p:spPr>
          <a:xfrm>
            <a:off x="11986591" y="5108713"/>
            <a:ext cx="7235687" cy="1749287"/>
          </a:xfrm>
          <a:custGeom>
            <a:avLst/>
            <a:gdLst>
              <a:gd name="csX0" fmla="*/ 0 w 7235687"/>
              <a:gd name="csY0" fmla="*/ 1749287 h 1749287"/>
              <a:gd name="csX1" fmla="*/ 3597966 w 7235687"/>
              <a:gd name="csY1" fmla="*/ 0 h 1749287"/>
              <a:gd name="csX2" fmla="*/ 7235687 w 7235687"/>
              <a:gd name="csY2" fmla="*/ 1749287 h 17492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235687" h="1749287">
                <a:moveTo>
                  <a:pt x="0" y="1749287"/>
                </a:moveTo>
                <a:cubicBezTo>
                  <a:pt x="1196009" y="874643"/>
                  <a:pt x="2392018" y="0"/>
                  <a:pt x="3597966" y="0"/>
                </a:cubicBezTo>
                <a:cubicBezTo>
                  <a:pt x="4803914" y="0"/>
                  <a:pt x="6636026" y="1444487"/>
                  <a:pt x="7235687" y="1749287"/>
                </a:cubicBezTo>
              </a:path>
            </a:pathLst>
          </a:cu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C6A39BC-FFE9-EB69-40FF-F74558ACC69C}"/>
              </a:ext>
            </a:extLst>
          </p:cNvPr>
          <p:cNvSpPr txBox="1"/>
          <p:nvPr/>
        </p:nvSpPr>
        <p:spPr>
          <a:xfrm>
            <a:off x="14520140" y="4585493"/>
            <a:ext cx="20441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Not</a:t>
            </a:r>
            <a:r>
              <a:rPr lang="zh-CN" altLang="en-US" sz="2800" dirty="0"/>
              <a:t> </a:t>
            </a:r>
            <a:r>
              <a:rPr lang="en-US" altLang="zh-CN" sz="2800" dirty="0"/>
              <a:t>enough</a:t>
            </a:r>
            <a:endParaRPr lang="en-US" sz="2800" dirty="0"/>
          </a:p>
        </p:txBody>
      </p:sp>
      <p:sp>
        <p:nvSpPr>
          <p:cNvPr id="70" name="Down Arrow 69">
            <a:extLst>
              <a:ext uri="{FF2B5EF4-FFF2-40B4-BE49-F238E27FC236}">
                <a16:creationId xmlns:a16="http://schemas.microsoft.com/office/drawing/2014/main" id="{482FC926-BC1C-9933-5ED1-9AACC5085459}"/>
              </a:ext>
            </a:extLst>
          </p:cNvPr>
          <p:cNvSpPr/>
          <p:nvPr/>
        </p:nvSpPr>
        <p:spPr>
          <a:xfrm rot="10800000">
            <a:off x="9270817" y="9196756"/>
            <a:ext cx="527538" cy="100232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Down Arrow 70">
            <a:extLst>
              <a:ext uri="{FF2B5EF4-FFF2-40B4-BE49-F238E27FC236}">
                <a16:creationId xmlns:a16="http://schemas.microsoft.com/office/drawing/2014/main" id="{444D6B02-8FC4-ABBE-5B3A-479DAC78C8C4}"/>
              </a:ext>
            </a:extLst>
          </p:cNvPr>
          <p:cNvSpPr/>
          <p:nvPr/>
        </p:nvSpPr>
        <p:spPr>
          <a:xfrm rot="10800000">
            <a:off x="15542214" y="9196757"/>
            <a:ext cx="527538" cy="100232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A1D635C-A7EE-550A-3E49-E7845F13A47A}"/>
              </a:ext>
            </a:extLst>
          </p:cNvPr>
          <p:cNvSpPr txBox="1"/>
          <p:nvPr/>
        </p:nvSpPr>
        <p:spPr>
          <a:xfrm>
            <a:off x="6876142" y="10284677"/>
            <a:ext cx="5275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Eliminate</a:t>
            </a:r>
            <a:r>
              <a:rPr lang="zh-CN" altLang="en-US" sz="2800" dirty="0"/>
              <a:t> </a:t>
            </a:r>
            <a:r>
              <a:rPr lang="en-US" altLang="zh-CN" sz="2800" dirty="0"/>
              <a:t>all</a:t>
            </a:r>
            <a:r>
              <a:rPr lang="zh-CN" altLang="en-US" sz="2800" dirty="0"/>
              <a:t> </a:t>
            </a:r>
            <a:r>
              <a:rPr lang="en-US" altLang="zh-CN" sz="2800" dirty="0"/>
              <a:t>AC-redundant</a:t>
            </a:r>
            <a:r>
              <a:rPr lang="zh-CN" altLang="en-US" sz="2800" dirty="0"/>
              <a:t> </a:t>
            </a:r>
            <a:r>
              <a:rPr lang="en-US" altLang="zh-CN" sz="2800" dirty="0"/>
              <a:t>rules</a:t>
            </a:r>
            <a:endParaRPr lang="en-US" sz="28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9CD7F93-E03F-3BCD-F1E8-236690EBE919}"/>
              </a:ext>
            </a:extLst>
          </p:cNvPr>
          <p:cNvSpPr txBox="1"/>
          <p:nvPr/>
        </p:nvSpPr>
        <p:spPr>
          <a:xfrm>
            <a:off x="13237009" y="10284677"/>
            <a:ext cx="5137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Add</a:t>
            </a:r>
            <a:r>
              <a:rPr lang="zh-CN" altLang="en-US" sz="2800" dirty="0"/>
              <a:t> </a:t>
            </a:r>
            <a:r>
              <a:rPr lang="en-US" altLang="zh-CN" sz="2800" dirty="0"/>
              <a:t>useful</a:t>
            </a:r>
            <a:r>
              <a:rPr lang="zh-CN" altLang="en-US" sz="2800" dirty="0"/>
              <a:t> </a:t>
            </a:r>
            <a:r>
              <a:rPr lang="en-US" altLang="zh-CN" sz="2800" dirty="0"/>
              <a:t>AC-redundant</a:t>
            </a:r>
            <a:r>
              <a:rPr lang="zh-CN" altLang="en-US" sz="2800" dirty="0"/>
              <a:t> </a:t>
            </a:r>
            <a:r>
              <a:rPr lang="en-US" altLang="zh-CN" sz="2800" dirty="0"/>
              <a:t>rules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30272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2" grpId="0"/>
      <p:bldP spid="71" grpId="0" animBg="1"/>
      <p:bldP spid="7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684EB-A712-CE92-17C4-002370E64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1998" y="2033656"/>
            <a:ext cx="16668750" cy="2362510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Experimental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45B76070-129F-1580-D144-0373E8E3752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1773945" y="5496925"/>
                <a:ext cx="19597914" cy="41857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R="0" lvl="0" fontAlgn="base">
                  <a:spcAft>
                    <a:spcPct val="0"/>
                  </a:spcAft>
                  <a:buClrTx/>
                  <a:buSzTx/>
                  <a:tabLst/>
                </a:pPr>
                <a:endParaRPr lang="en-US" altLang="en-US" sz="4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marR="0" lvl="0" indent="-742950" fontAlgn="base"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/>
                </a:pPr>
                <a:r>
                  <a:rPr lang="en-US" altLang="en-US" sz="4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number of rules generated during the computation is greatly reduced, which significantly shortens the running time until termination. </a:t>
                </a:r>
              </a:p>
              <a:p>
                <a:pPr marL="742950" marR="0" lvl="0" indent="-742950" fontAlgn="base"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/>
                </a:pPr>
                <a:endParaRPr lang="en-US" altLang="en-US" sz="4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marR="0" lvl="0" indent="-742950" fontAlgn="base"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/>
                </a:pPr>
                <a:r>
                  <a:rPr lang="zh-CN" altLang="en-US" sz="4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4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4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4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zh-CN" altLang="en-US" sz="4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4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can now be generated automatically</a:t>
                </a:r>
                <a:r>
                  <a:rPr lang="zh-CN" altLang="en-US" sz="4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zh-CN" sz="4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</a:t>
                </a:r>
                <a:r>
                  <a:rPr lang="zh-CN" altLang="en-US" sz="4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zh-CN" sz="4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some</a:t>
                </a:r>
                <a:r>
                  <a:rPr lang="zh-CN" altLang="en-US" sz="4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zh-CN" sz="4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cases</a:t>
                </a:r>
                <a:r>
                  <a:rPr lang="en-US" altLang="en-US" sz="4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45B76070-129F-1580-D144-0373E8E375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773945" y="5496925"/>
                <a:ext cx="19597914" cy="4185761"/>
              </a:xfrm>
              <a:prstGeom prst="rect">
                <a:avLst/>
              </a:prstGeom>
              <a:blipFill>
                <a:blip r:embed="rId2"/>
                <a:stretch>
                  <a:fillRect l="-1425" r="-648" b="-75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521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BA247-C0C9-49D6-2571-CB018DB6E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178" y="2095477"/>
            <a:ext cx="16668750" cy="2362510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Abelian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Group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Bilinear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Pairing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F63D9E2-1216-E3BF-0F7C-AAA252E641F7}"/>
              </a:ext>
            </a:extLst>
          </p:cNvPr>
          <p:cNvSpPr/>
          <p:nvPr/>
        </p:nvSpPr>
        <p:spPr>
          <a:xfrm>
            <a:off x="1093307" y="5256609"/>
            <a:ext cx="11052313" cy="6420678"/>
          </a:xfrm>
          <a:prstGeom prst="roundRect">
            <a:avLst/>
          </a:prstGeom>
          <a:solidFill>
            <a:srgbClr val="F2F6FC"/>
          </a:solidFill>
          <a:ln w="1524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0C0C21-CC15-82E6-0062-877D99FDD0E8}"/>
              </a:ext>
            </a:extLst>
          </p:cNvPr>
          <p:cNvSpPr/>
          <p:nvPr/>
        </p:nvSpPr>
        <p:spPr>
          <a:xfrm>
            <a:off x="1846148" y="5517903"/>
            <a:ext cx="79010" cy="584069"/>
          </a:xfrm>
          <a:prstGeom prst="rect">
            <a:avLst/>
          </a:prstGeom>
          <a:solidFill>
            <a:srgbClr val="28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E60583-DA61-879E-9092-F0E1E7CE9055}"/>
              </a:ext>
            </a:extLst>
          </p:cNvPr>
          <p:cNvSpPr txBox="1"/>
          <p:nvPr/>
        </p:nvSpPr>
        <p:spPr>
          <a:xfrm>
            <a:off x="2051573" y="5425682"/>
            <a:ext cx="60047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 dirty="0">
                <a:solidFill>
                  <a:srgbClr val="2D2D2D"/>
                </a:solidFill>
                <a:latin typeface="Aptos"/>
              </a:rPr>
              <a:t>Abelian Group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FC1ABD-2A40-3665-48A6-A5A95E9E8090}"/>
              </a:ext>
            </a:extLst>
          </p:cNvPr>
          <p:cNvSpPr txBox="1"/>
          <p:nvPr/>
        </p:nvSpPr>
        <p:spPr>
          <a:xfrm>
            <a:off x="7771882" y="5587599"/>
            <a:ext cx="415507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 dirty="0">
                <a:solidFill>
                  <a:srgbClr val="787878"/>
                </a:solidFill>
                <a:latin typeface="Aptos"/>
              </a:rPr>
              <a:t>before vs after flattening</a:t>
            </a:r>
            <a:endParaRPr lang="en-GB" sz="2800" b="1" i="0" dirty="0">
              <a:solidFill>
                <a:srgbClr val="787878"/>
              </a:solidFill>
              <a:latin typeface="Aptos"/>
            </a:endParaRPr>
          </a:p>
          <a:p>
            <a:pPr algn="ctr"/>
            <a:r>
              <a:rPr lang="en-US" altLang="zh-CN" sz="2800" b="1" dirty="0">
                <a:solidFill>
                  <a:srgbClr val="787878"/>
                </a:solidFill>
                <a:latin typeface="Aptos"/>
              </a:rPr>
              <a:t>same</a:t>
            </a:r>
            <a:r>
              <a:rPr lang="zh-CN" altLang="en-US" sz="2800" b="1" dirty="0">
                <a:solidFill>
                  <a:srgbClr val="787878"/>
                </a:solidFill>
                <a:latin typeface="Aptos"/>
              </a:rPr>
              <a:t> </a:t>
            </a:r>
            <a:r>
              <a:rPr lang="en-US" altLang="zh-CN" sz="2800" b="1" dirty="0">
                <a:solidFill>
                  <a:srgbClr val="787878"/>
                </a:solidFill>
                <a:latin typeface="Aptos"/>
              </a:rPr>
              <a:t>input</a:t>
            </a:r>
            <a:endParaRPr lang="en-GB" altLang="zh-CN" sz="2800" b="1" dirty="0">
              <a:solidFill>
                <a:srgbClr val="787878"/>
              </a:solidFill>
              <a:latin typeface="Aptos"/>
            </a:endParaRPr>
          </a:p>
          <a:p>
            <a:endParaRPr lang="en-GB" sz="2800" b="1" i="0" dirty="0">
              <a:solidFill>
                <a:srgbClr val="787878"/>
              </a:solidFill>
              <a:latin typeface="Aptos"/>
            </a:endParaRPr>
          </a:p>
          <a:p>
            <a:endParaRPr sz="2800" b="1" i="0" dirty="0">
              <a:solidFill>
                <a:srgbClr val="787878"/>
              </a:solidFill>
              <a:latin typeface="Apto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5E62E7A-2E63-F92A-8634-CE20CC252F1D}"/>
              </a:ext>
            </a:extLst>
          </p:cNvPr>
          <p:cNvSpPr/>
          <p:nvPr/>
        </p:nvSpPr>
        <p:spPr>
          <a:xfrm>
            <a:off x="1451099" y="6474040"/>
            <a:ext cx="6004745" cy="1598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40F0D9-DAB8-A2C6-7E59-A94FA4E3E71A}"/>
              </a:ext>
            </a:extLst>
          </p:cNvPr>
          <p:cNvSpPr txBox="1"/>
          <p:nvPr/>
        </p:nvSpPr>
        <p:spPr>
          <a:xfrm>
            <a:off x="1414615" y="6559899"/>
            <a:ext cx="662400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555555"/>
                </a:solidFill>
                <a:latin typeface="Aptos"/>
              </a:rPr>
              <a:t>Ru</a:t>
            </a:r>
            <a:r>
              <a:rPr lang="en-GB" sz="2800" b="1" dirty="0">
                <a:solidFill>
                  <a:srgbClr val="555555"/>
                </a:solidFill>
                <a:latin typeface="Aptos"/>
              </a:rPr>
              <a:t>les</a:t>
            </a:r>
            <a:r>
              <a:rPr lang="zh-CN" altLang="en-US" sz="2800" b="1" dirty="0">
                <a:solidFill>
                  <a:srgbClr val="555555"/>
                </a:solidFill>
                <a:latin typeface="Aptos"/>
              </a:rPr>
              <a:t> </a:t>
            </a:r>
            <a:r>
              <a:rPr lang="en-US" altLang="zh-CN" sz="2800" b="1" dirty="0">
                <a:solidFill>
                  <a:srgbClr val="555555"/>
                </a:solidFill>
                <a:latin typeface="Aptos"/>
              </a:rPr>
              <a:t>generated</a:t>
            </a:r>
            <a:r>
              <a:rPr lang="zh-CN" altLang="en-US" sz="2800" b="1" dirty="0">
                <a:solidFill>
                  <a:srgbClr val="555555"/>
                </a:solidFill>
                <a:latin typeface="Aptos"/>
              </a:rPr>
              <a:t> </a:t>
            </a:r>
            <a:r>
              <a:rPr lang="en-US" altLang="zh-CN" sz="2800" b="1" dirty="0">
                <a:solidFill>
                  <a:srgbClr val="555555"/>
                </a:solidFill>
                <a:latin typeface="Aptos"/>
              </a:rPr>
              <a:t>during</a:t>
            </a:r>
            <a:r>
              <a:rPr lang="zh-CN" altLang="en-US" sz="2800" b="1" dirty="0">
                <a:solidFill>
                  <a:srgbClr val="555555"/>
                </a:solidFill>
                <a:latin typeface="Aptos"/>
              </a:rPr>
              <a:t> </a:t>
            </a:r>
            <a:r>
              <a:rPr lang="en-US" altLang="zh-CN" sz="2800" b="1" dirty="0">
                <a:solidFill>
                  <a:srgbClr val="555555"/>
                </a:solidFill>
                <a:latin typeface="Aptos"/>
              </a:rPr>
              <a:t>computation</a:t>
            </a:r>
            <a:endParaRPr lang="en-GB" sz="2800" b="1" dirty="0">
              <a:solidFill>
                <a:srgbClr val="555555"/>
              </a:solidFill>
              <a:latin typeface="Aptos"/>
            </a:endParaRPr>
          </a:p>
          <a:p>
            <a:pPr algn="l"/>
            <a:endParaRPr sz="2800" b="1" i="0" dirty="0">
              <a:solidFill>
                <a:srgbClr val="555555"/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F79773-2FAA-4FEA-F78F-AB21F50AB2E9}"/>
              </a:ext>
            </a:extLst>
          </p:cNvPr>
          <p:cNvSpPr txBox="1"/>
          <p:nvPr/>
        </p:nvSpPr>
        <p:spPr>
          <a:xfrm>
            <a:off x="1869850" y="7089388"/>
            <a:ext cx="5167241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3600" b="0" dirty="0">
                <a:solidFill>
                  <a:srgbClr val="5F5F5F"/>
                </a:solidFill>
                <a:latin typeface="Aptos"/>
              </a:rPr>
              <a:t>530k</a:t>
            </a:r>
            <a:r>
              <a:rPr sz="3600" b="1" dirty="0">
                <a:solidFill>
                  <a:srgbClr val="2857A8"/>
                </a:solidFill>
                <a:latin typeface="Aptos"/>
              </a:rPr>
              <a:t>  →  </a:t>
            </a:r>
            <a:r>
              <a:rPr lang="en-US" altLang="zh-CN" sz="3600" b="1" dirty="0">
                <a:solidFill>
                  <a:srgbClr val="2857A8"/>
                </a:solidFill>
                <a:latin typeface="Aptos"/>
              </a:rPr>
              <a:t>9k</a:t>
            </a:r>
            <a:endParaRPr sz="3600" b="1" dirty="0">
              <a:solidFill>
                <a:srgbClr val="2857A8"/>
              </a:solidFill>
              <a:latin typeface="Apto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FECDEC3-C723-8455-C916-4400C86E1D73}"/>
              </a:ext>
            </a:extLst>
          </p:cNvPr>
          <p:cNvSpPr/>
          <p:nvPr/>
        </p:nvSpPr>
        <p:spPr>
          <a:xfrm>
            <a:off x="7550655" y="6496434"/>
            <a:ext cx="4376304" cy="1598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63FDC8-4ED9-176A-448F-9872E313A637}"/>
              </a:ext>
            </a:extLst>
          </p:cNvPr>
          <p:cNvSpPr txBox="1"/>
          <p:nvPr/>
        </p:nvSpPr>
        <p:spPr>
          <a:xfrm>
            <a:off x="7771882" y="6520201"/>
            <a:ext cx="51672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555555"/>
                </a:solidFill>
                <a:latin typeface="Aptos"/>
              </a:rPr>
              <a:t>Running 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101586-0018-6970-4FD4-0D86B64D17D0}"/>
              </a:ext>
            </a:extLst>
          </p:cNvPr>
          <p:cNvSpPr txBox="1"/>
          <p:nvPr/>
        </p:nvSpPr>
        <p:spPr>
          <a:xfrm>
            <a:off x="7116030" y="7033549"/>
            <a:ext cx="5167241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3600" dirty="0">
                <a:solidFill>
                  <a:srgbClr val="5F5F5F"/>
                </a:solidFill>
                <a:latin typeface="Aptos"/>
              </a:rPr>
              <a:t>7min 26s</a:t>
            </a:r>
            <a:r>
              <a:rPr sz="3600" dirty="0">
                <a:solidFill>
                  <a:srgbClr val="5F5F5F"/>
                </a:solidFill>
                <a:latin typeface="Aptos"/>
              </a:rPr>
              <a:t>  </a:t>
            </a:r>
            <a:r>
              <a:rPr sz="3600" b="1" dirty="0">
                <a:solidFill>
                  <a:srgbClr val="2857A8"/>
                </a:solidFill>
                <a:latin typeface="Aptos"/>
              </a:rPr>
              <a:t>→  </a:t>
            </a:r>
            <a:r>
              <a:rPr lang="en-US" altLang="zh-CN" sz="3600" b="1" dirty="0">
                <a:solidFill>
                  <a:srgbClr val="2857A8"/>
                </a:solidFill>
                <a:latin typeface="Aptos"/>
              </a:rPr>
              <a:t>3</a:t>
            </a:r>
            <a:r>
              <a:rPr sz="3600" b="1" dirty="0">
                <a:solidFill>
                  <a:srgbClr val="2857A8"/>
                </a:solidFill>
                <a:latin typeface="Aptos"/>
              </a:rPr>
              <a:t>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44E9869-8156-E20C-E805-7107F1D9330A}"/>
              </a:ext>
            </a:extLst>
          </p:cNvPr>
          <p:cNvSpPr/>
          <p:nvPr/>
        </p:nvSpPr>
        <p:spPr>
          <a:xfrm>
            <a:off x="12272035" y="5345386"/>
            <a:ext cx="11052313" cy="629920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/>
              <a:t>x</a:t>
            </a:r>
            <a:endParaRPr sz="4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91CB6A-D360-54ED-D4E6-ED015E6DFDCD}"/>
              </a:ext>
            </a:extLst>
          </p:cNvPr>
          <p:cNvSpPr/>
          <p:nvPr/>
        </p:nvSpPr>
        <p:spPr>
          <a:xfrm>
            <a:off x="13024875" y="5582617"/>
            <a:ext cx="79010" cy="584069"/>
          </a:xfrm>
          <a:prstGeom prst="rect">
            <a:avLst/>
          </a:prstGeom>
          <a:solidFill>
            <a:srgbClr val="28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BFB8B6-0753-9862-34E6-B37D241235FD}"/>
              </a:ext>
            </a:extLst>
          </p:cNvPr>
          <p:cNvSpPr txBox="1"/>
          <p:nvPr/>
        </p:nvSpPr>
        <p:spPr>
          <a:xfrm>
            <a:off x="13230300" y="5490395"/>
            <a:ext cx="60047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D2D2D"/>
                </a:solidFill>
                <a:latin typeface="Aptos"/>
              </a:rPr>
              <a:t>Bilinear Pairing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68B5C3-A74F-CD86-D473-C0CCBBC4DC24}"/>
              </a:ext>
            </a:extLst>
          </p:cNvPr>
          <p:cNvSpPr txBox="1"/>
          <p:nvPr/>
        </p:nvSpPr>
        <p:spPr>
          <a:xfrm>
            <a:off x="18914113" y="5632506"/>
            <a:ext cx="42665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 dirty="0">
                <a:solidFill>
                  <a:srgbClr val="787878"/>
                </a:solidFill>
                <a:latin typeface="Aptos"/>
              </a:rPr>
              <a:t>before vs after flattening</a:t>
            </a:r>
            <a:endParaRPr lang="en-GB" sz="2800" b="1" i="0" dirty="0">
              <a:solidFill>
                <a:srgbClr val="787878"/>
              </a:solidFill>
              <a:latin typeface="Aptos"/>
            </a:endParaRPr>
          </a:p>
          <a:p>
            <a:pPr algn="ctr"/>
            <a:r>
              <a:rPr lang="en-US" altLang="zh-CN" sz="2800" b="1" dirty="0">
                <a:solidFill>
                  <a:srgbClr val="787878"/>
                </a:solidFill>
                <a:latin typeface="Aptos"/>
              </a:rPr>
              <a:t>same</a:t>
            </a:r>
            <a:r>
              <a:rPr lang="zh-CN" altLang="en-US" sz="2800" b="1" dirty="0">
                <a:solidFill>
                  <a:srgbClr val="787878"/>
                </a:solidFill>
                <a:latin typeface="Aptos"/>
              </a:rPr>
              <a:t> </a:t>
            </a:r>
            <a:r>
              <a:rPr lang="en-US" altLang="zh-CN" sz="2800" b="1" dirty="0">
                <a:solidFill>
                  <a:srgbClr val="787878"/>
                </a:solidFill>
                <a:latin typeface="Aptos"/>
              </a:rPr>
              <a:t>input</a:t>
            </a:r>
            <a:endParaRPr sz="2800" b="1" i="0" dirty="0">
              <a:solidFill>
                <a:srgbClr val="787878"/>
              </a:solidFill>
              <a:latin typeface="Aptos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30A0C83-4116-81AC-F112-37FAA0249CD3}"/>
              </a:ext>
            </a:extLst>
          </p:cNvPr>
          <p:cNvSpPr/>
          <p:nvPr/>
        </p:nvSpPr>
        <p:spPr>
          <a:xfrm>
            <a:off x="12593342" y="6520201"/>
            <a:ext cx="6136040" cy="1598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B0CC2E-4A37-A81C-9195-103DA457969C}"/>
              </a:ext>
            </a:extLst>
          </p:cNvPr>
          <p:cNvSpPr txBox="1"/>
          <p:nvPr/>
        </p:nvSpPr>
        <p:spPr>
          <a:xfrm>
            <a:off x="13340914" y="7057770"/>
            <a:ext cx="5167241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3600" dirty="0">
                <a:solidFill>
                  <a:srgbClr val="5F5F5F"/>
                </a:solidFill>
                <a:latin typeface="Aptos"/>
              </a:rPr>
              <a:t>1402k</a:t>
            </a:r>
            <a:r>
              <a:rPr sz="3600" b="1" dirty="0">
                <a:solidFill>
                  <a:srgbClr val="2857A8"/>
                </a:solidFill>
                <a:latin typeface="Aptos"/>
              </a:rPr>
              <a:t>  →  </a:t>
            </a:r>
            <a:r>
              <a:rPr lang="en-US" altLang="zh-CN" sz="3600" b="1" dirty="0">
                <a:solidFill>
                  <a:srgbClr val="2857A8"/>
                </a:solidFill>
                <a:latin typeface="Aptos"/>
              </a:rPr>
              <a:t>37k</a:t>
            </a:r>
            <a:endParaRPr sz="3600" b="1" dirty="0">
              <a:solidFill>
                <a:srgbClr val="2857A8"/>
              </a:solidFill>
              <a:latin typeface="Aptos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CB8A679-0EE9-C145-4A83-A3D163B3B93D}"/>
              </a:ext>
            </a:extLst>
          </p:cNvPr>
          <p:cNvSpPr/>
          <p:nvPr/>
        </p:nvSpPr>
        <p:spPr>
          <a:xfrm>
            <a:off x="18847853" y="6500396"/>
            <a:ext cx="4266528" cy="1598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E05A92-A143-3EA3-36AB-1CBE145D9F2C}"/>
              </a:ext>
            </a:extLst>
          </p:cNvPr>
          <p:cNvSpPr txBox="1"/>
          <p:nvPr/>
        </p:nvSpPr>
        <p:spPr>
          <a:xfrm>
            <a:off x="19088957" y="6623358"/>
            <a:ext cx="51672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555555"/>
                </a:solidFill>
                <a:latin typeface="Aptos"/>
              </a:rPr>
              <a:t>Running time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10D4BF-5542-B469-F1B1-F21557978653}"/>
              </a:ext>
            </a:extLst>
          </p:cNvPr>
          <p:cNvSpPr txBox="1"/>
          <p:nvPr/>
        </p:nvSpPr>
        <p:spPr>
          <a:xfrm>
            <a:off x="18592143" y="7079435"/>
            <a:ext cx="5167241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 dirty="0">
                <a:solidFill>
                  <a:srgbClr val="5F5F5F"/>
                </a:solidFill>
                <a:latin typeface="Aptos"/>
              </a:rPr>
              <a:t>1h</a:t>
            </a:r>
            <a:r>
              <a:rPr lang="zh-CN" altLang="en-US" sz="3600" b="0" dirty="0">
                <a:solidFill>
                  <a:srgbClr val="5F5F5F"/>
                </a:solidFill>
                <a:latin typeface="Aptos"/>
              </a:rPr>
              <a:t> </a:t>
            </a:r>
            <a:r>
              <a:rPr lang="en-US" altLang="zh-CN" sz="3600" b="0" dirty="0">
                <a:solidFill>
                  <a:srgbClr val="5F5F5F"/>
                </a:solidFill>
                <a:latin typeface="Aptos"/>
              </a:rPr>
              <a:t>14min</a:t>
            </a:r>
            <a:r>
              <a:rPr sz="3600" b="1" dirty="0">
                <a:solidFill>
                  <a:srgbClr val="2857A8"/>
                </a:solidFill>
                <a:latin typeface="Aptos"/>
              </a:rPr>
              <a:t>  →  </a:t>
            </a:r>
            <a:r>
              <a:rPr lang="en-US" altLang="zh-CN" sz="3600" b="1" dirty="0">
                <a:solidFill>
                  <a:srgbClr val="2857A8"/>
                </a:solidFill>
                <a:latin typeface="Aptos"/>
              </a:rPr>
              <a:t>23s</a:t>
            </a:r>
            <a:endParaRPr sz="3600" b="1" dirty="0">
              <a:solidFill>
                <a:srgbClr val="2857A8"/>
              </a:solidFill>
              <a:latin typeface="Apto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31926D-FAC8-0C76-D95D-CB7FDD487570}"/>
              </a:ext>
            </a:extLst>
          </p:cNvPr>
          <p:cNvSpPr txBox="1"/>
          <p:nvPr/>
        </p:nvSpPr>
        <p:spPr>
          <a:xfrm>
            <a:off x="12087303" y="56356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8276C-7E87-C057-4BFB-6888EA9E8C8E}"/>
              </a:ext>
            </a:extLst>
          </p:cNvPr>
          <p:cNvSpPr txBox="1"/>
          <p:nvPr/>
        </p:nvSpPr>
        <p:spPr>
          <a:xfrm>
            <a:off x="12611038" y="6619396"/>
            <a:ext cx="662400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555555"/>
                </a:solidFill>
                <a:latin typeface="Aptos"/>
              </a:rPr>
              <a:t>Ru</a:t>
            </a:r>
            <a:r>
              <a:rPr lang="en-GB" sz="2800" b="1" dirty="0">
                <a:solidFill>
                  <a:srgbClr val="555555"/>
                </a:solidFill>
                <a:latin typeface="Aptos"/>
              </a:rPr>
              <a:t>les</a:t>
            </a:r>
            <a:r>
              <a:rPr lang="zh-CN" altLang="en-US" sz="2800" b="1" dirty="0">
                <a:solidFill>
                  <a:srgbClr val="555555"/>
                </a:solidFill>
                <a:latin typeface="Aptos"/>
              </a:rPr>
              <a:t> </a:t>
            </a:r>
            <a:r>
              <a:rPr lang="en-US" altLang="zh-CN" sz="2800" b="1" dirty="0">
                <a:solidFill>
                  <a:srgbClr val="555555"/>
                </a:solidFill>
                <a:latin typeface="Aptos"/>
              </a:rPr>
              <a:t>generated</a:t>
            </a:r>
            <a:r>
              <a:rPr lang="zh-CN" altLang="en-US" sz="2800" b="1" dirty="0">
                <a:solidFill>
                  <a:srgbClr val="555555"/>
                </a:solidFill>
                <a:latin typeface="Aptos"/>
              </a:rPr>
              <a:t> </a:t>
            </a:r>
            <a:r>
              <a:rPr lang="en-US" altLang="zh-CN" sz="2800" b="1" dirty="0">
                <a:solidFill>
                  <a:srgbClr val="555555"/>
                </a:solidFill>
                <a:latin typeface="Aptos"/>
              </a:rPr>
              <a:t>during</a:t>
            </a:r>
            <a:r>
              <a:rPr lang="zh-CN" altLang="en-US" sz="2800" b="1" dirty="0">
                <a:solidFill>
                  <a:srgbClr val="555555"/>
                </a:solidFill>
                <a:latin typeface="Aptos"/>
              </a:rPr>
              <a:t> </a:t>
            </a:r>
            <a:r>
              <a:rPr lang="en-US" altLang="zh-CN" sz="2800" b="1" dirty="0">
                <a:solidFill>
                  <a:srgbClr val="555555"/>
                </a:solidFill>
                <a:latin typeface="Aptos"/>
              </a:rPr>
              <a:t>computation</a:t>
            </a:r>
            <a:endParaRPr lang="en-GB" sz="2800" b="1" dirty="0">
              <a:solidFill>
                <a:srgbClr val="555555"/>
              </a:solidFill>
              <a:latin typeface="Aptos"/>
            </a:endParaRPr>
          </a:p>
          <a:p>
            <a:pPr algn="l"/>
            <a:endParaRPr sz="2800" b="1" i="0" dirty="0">
              <a:solidFill>
                <a:srgbClr val="555555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E9B9AF9-9EBC-5936-FF2D-BC22825800BC}"/>
                  </a:ext>
                </a:extLst>
              </p:cNvPr>
              <p:cNvSpPr txBox="1"/>
              <p:nvPr/>
            </p:nvSpPr>
            <p:spPr>
              <a:xfrm>
                <a:off x="7660430" y="8221145"/>
                <a:ext cx="4266529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800" b="1" i="0" dirty="0">
                    <a:solidFill>
                      <a:srgbClr val="787878"/>
                    </a:solidFill>
                    <a:latin typeface="Aptos"/>
                  </a:rPr>
                  <a:t>before vs after flattening</a:t>
                </a:r>
                <a:endParaRPr lang="en-GB" sz="2800" b="1" i="0" dirty="0">
                  <a:solidFill>
                    <a:srgbClr val="787878"/>
                  </a:solidFill>
                  <a:latin typeface="Aptos"/>
                </a:endParaRPr>
              </a:p>
              <a:p>
                <a:r>
                  <a:rPr lang="en-US" altLang="zh-CN" sz="2800" b="1" dirty="0">
                    <a:solidFill>
                      <a:srgbClr val="787878"/>
                    </a:solidFill>
                    <a:latin typeface="Aptos"/>
                  </a:rPr>
                  <a:t>	</a:t>
                </a:r>
                <a:r>
                  <a:rPr lang="zh-CN" altLang="en-US" sz="2800" b="1" dirty="0">
                    <a:solidFill>
                      <a:srgbClr val="787878"/>
                    </a:solidFill>
                    <a:latin typeface="Aptos"/>
                  </a:rPr>
                  <a:t>      </a:t>
                </a:r>
                <a:r>
                  <a:rPr lang="en-US" altLang="zh-CN" sz="2800" b="1" dirty="0">
                    <a:solidFill>
                      <a:srgbClr val="787878"/>
                    </a:solidFill>
                    <a:latin typeface="Aptos"/>
                  </a:rPr>
                  <a:t>without</a:t>
                </a:r>
                <a:r>
                  <a:rPr lang="zh-CN" altLang="en-US" sz="2800" b="1" dirty="0">
                    <a:solidFill>
                      <a:srgbClr val="787878"/>
                    </a:solidFill>
                    <a:latin typeface="Aptos"/>
                  </a:rPr>
                  <a:t> </a:t>
                </a:r>
                <a:r>
                  <a:rPr lang="en-US" altLang="zh-CN" sz="2800" b="1" dirty="0">
                    <a:solidFill>
                      <a:srgbClr val="787878"/>
                    </a:solidFill>
                    <a:latin typeface="Aptos"/>
                  </a:rPr>
                  <a:t>extra</a:t>
                </a:r>
                <a:r>
                  <a:rPr lang="zh-CN" altLang="en-US" sz="2800" b="1" dirty="0">
                    <a:solidFill>
                      <a:srgbClr val="787878"/>
                    </a:solidFill>
                    <a:latin typeface="Apto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b="1" i="1">
                            <a:solidFill>
                              <a:srgbClr val="78787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1" i="1">
                            <a:solidFill>
                              <a:srgbClr val="787878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1" i="1" smtClean="0">
                            <a:solidFill>
                              <a:srgbClr val="787878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zh-CN" altLang="en-US" sz="2800" b="1" i="1" smtClean="0">
                            <a:solidFill>
                              <a:srgbClr val="787878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GB" altLang="zh-CN" sz="2800" b="1" dirty="0">
                  <a:solidFill>
                    <a:srgbClr val="787878"/>
                  </a:solidFill>
                  <a:latin typeface="Aptos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E9B9AF9-9EBC-5936-FF2D-BC2282580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430" y="8221145"/>
                <a:ext cx="4266529" cy="954107"/>
              </a:xfrm>
              <a:prstGeom prst="rect">
                <a:avLst/>
              </a:prstGeom>
              <a:blipFill>
                <a:blip r:embed="rId2"/>
                <a:stretch>
                  <a:fillRect l="-2967" t="-6579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3524720-9453-B4BC-3CF2-74080BA9C223}"/>
              </a:ext>
            </a:extLst>
          </p:cNvPr>
          <p:cNvSpPr/>
          <p:nvPr/>
        </p:nvSpPr>
        <p:spPr>
          <a:xfrm>
            <a:off x="1418393" y="9258976"/>
            <a:ext cx="6004745" cy="1598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700A77-9C59-6B2E-A3E8-D8438FCE4390}"/>
              </a:ext>
            </a:extLst>
          </p:cNvPr>
          <p:cNvSpPr txBox="1"/>
          <p:nvPr/>
        </p:nvSpPr>
        <p:spPr>
          <a:xfrm>
            <a:off x="1381909" y="9344835"/>
            <a:ext cx="662400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555555"/>
                </a:solidFill>
                <a:latin typeface="Aptos"/>
              </a:rPr>
              <a:t>Ru</a:t>
            </a:r>
            <a:r>
              <a:rPr lang="en-GB" sz="2800" b="1" dirty="0">
                <a:solidFill>
                  <a:srgbClr val="555555"/>
                </a:solidFill>
                <a:latin typeface="Aptos"/>
              </a:rPr>
              <a:t>les</a:t>
            </a:r>
            <a:r>
              <a:rPr lang="zh-CN" altLang="en-US" sz="2800" b="1" dirty="0">
                <a:solidFill>
                  <a:srgbClr val="555555"/>
                </a:solidFill>
                <a:latin typeface="Aptos"/>
              </a:rPr>
              <a:t> </a:t>
            </a:r>
            <a:r>
              <a:rPr lang="en-US" altLang="zh-CN" sz="2800" b="1" dirty="0">
                <a:solidFill>
                  <a:srgbClr val="555555"/>
                </a:solidFill>
                <a:latin typeface="Aptos"/>
              </a:rPr>
              <a:t>generated</a:t>
            </a:r>
            <a:r>
              <a:rPr lang="zh-CN" altLang="en-US" sz="2800" b="1" dirty="0">
                <a:solidFill>
                  <a:srgbClr val="555555"/>
                </a:solidFill>
                <a:latin typeface="Aptos"/>
              </a:rPr>
              <a:t> </a:t>
            </a:r>
            <a:r>
              <a:rPr lang="en-US" altLang="zh-CN" sz="2800" b="1" dirty="0">
                <a:solidFill>
                  <a:srgbClr val="555555"/>
                </a:solidFill>
                <a:latin typeface="Aptos"/>
              </a:rPr>
              <a:t>during</a:t>
            </a:r>
            <a:r>
              <a:rPr lang="zh-CN" altLang="en-US" sz="2800" b="1" dirty="0">
                <a:solidFill>
                  <a:srgbClr val="555555"/>
                </a:solidFill>
                <a:latin typeface="Aptos"/>
              </a:rPr>
              <a:t> </a:t>
            </a:r>
            <a:r>
              <a:rPr lang="en-US" altLang="zh-CN" sz="2800" b="1" dirty="0">
                <a:solidFill>
                  <a:srgbClr val="555555"/>
                </a:solidFill>
                <a:latin typeface="Aptos"/>
              </a:rPr>
              <a:t>computation</a:t>
            </a:r>
            <a:endParaRPr lang="en-GB" sz="2800" b="1" dirty="0">
              <a:solidFill>
                <a:srgbClr val="555555"/>
              </a:solidFill>
              <a:latin typeface="Aptos"/>
            </a:endParaRPr>
          </a:p>
          <a:p>
            <a:pPr algn="l"/>
            <a:endParaRPr sz="2800" b="1" i="0" dirty="0">
              <a:solidFill>
                <a:srgbClr val="555555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9AA7C85-F8E6-6144-7C00-C4CFA8DFB7C5}"/>
                  </a:ext>
                </a:extLst>
              </p:cNvPr>
              <p:cNvSpPr txBox="1"/>
              <p:nvPr/>
            </p:nvSpPr>
            <p:spPr>
              <a:xfrm>
                <a:off x="1837144" y="9874324"/>
                <a:ext cx="5167241" cy="6463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3600" b="0" i="1" smtClean="0">
                        <a:solidFill>
                          <a:srgbClr val="5F5F5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3600" b="1" dirty="0">
                    <a:solidFill>
                      <a:srgbClr val="2857A8"/>
                    </a:solidFill>
                    <a:latin typeface="Aptos"/>
                  </a:rPr>
                  <a:t>  →  </a:t>
                </a:r>
                <a:r>
                  <a:rPr lang="en-US" altLang="zh-CN" sz="3600" b="1" dirty="0">
                    <a:solidFill>
                      <a:srgbClr val="2857A8"/>
                    </a:solidFill>
                    <a:latin typeface="Aptos"/>
                  </a:rPr>
                  <a:t>26k</a:t>
                </a:r>
                <a:endParaRPr sz="3600" b="1" dirty="0">
                  <a:solidFill>
                    <a:srgbClr val="2857A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9AA7C85-F8E6-6144-7C00-C4CFA8DFB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144" y="9874324"/>
                <a:ext cx="5167241" cy="646331"/>
              </a:xfrm>
              <a:prstGeom prst="rect">
                <a:avLst/>
              </a:prstGeom>
              <a:blipFill>
                <a:blip r:embed="rId3"/>
                <a:stretch>
                  <a:fillRect t="-13462" b="-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346FBE8-CC22-2D53-A3DB-72114D93C7E2}"/>
              </a:ext>
            </a:extLst>
          </p:cNvPr>
          <p:cNvSpPr/>
          <p:nvPr/>
        </p:nvSpPr>
        <p:spPr>
          <a:xfrm>
            <a:off x="7540512" y="9258975"/>
            <a:ext cx="4376304" cy="15985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BE6E1E-044C-4777-DC82-56C46A02E834}"/>
              </a:ext>
            </a:extLst>
          </p:cNvPr>
          <p:cNvSpPr txBox="1"/>
          <p:nvPr/>
        </p:nvSpPr>
        <p:spPr>
          <a:xfrm>
            <a:off x="7778262" y="9301459"/>
            <a:ext cx="51672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555555"/>
                </a:solidFill>
                <a:latin typeface="Aptos"/>
              </a:rPr>
              <a:t>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9ECB570-341D-6E54-6951-9D07E7FEF089}"/>
                  </a:ext>
                </a:extLst>
              </p:cNvPr>
              <p:cNvSpPr txBox="1"/>
              <p:nvPr/>
            </p:nvSpPr>
            <p:spPr>
              <a:xfrm>
                <a:off x="6909919" y="9853021"/>
                <a:ext cx="5167241" cy="6463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3600" i="1">
                        <a:solidFill>
                          <a:srgbClr val="5F5F5F"/>
                        </a:solidFill>
                        <a:latin typeface="Cambria Math" panose="02040503050406030204" pitchFamily="18" charset="0"/>
                      </a:rPr>
                      <m:t>∞ </m:t>
                    </m:r>
                  </m:oMath>
                </a14:m>
                <a:r>
                  <a:rPr sz="3600" b="1" dirty="0">
                    <a:solidFill>
                      <a:srgbClr val="2857A8"/>
                    </a:solidFill>
                    <a:latin typeface="Aptos"/>
                  </a:rPr>
                  <a:t>→  </a:t>
                </a:r>
                <a:r>
                  <a:rPr lang="en-US" altLang="zh-CN" sz="3600" b="1" dirty="0">
                    <a:solidFill>
                      <a:srgbClr val="2857A8"/>
                    </a:solidFill>
                    <a:latin typeface="Aptos"/>
                  </a:rPr>
                  <a:t>4</a:t>
                </a:r>
                <a:r>
                  <a:rPr sz="3600" b="1" dirty="0">
                    <a:solidFill>
                      <a:srgbClr val="2857A8"/>
                    </a:solidFill>
                    <a:latin typeface="Aptos"/>
                  </a:rPr>
                  <a:t>s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9ECB570-341D-6E54-6951-9D07E7FEF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919" y="9853021"/>
                <a:ext cx="5167241" cy="646331"/>
              </a:xfrm>
              <a:prstGeom prst="rect">
                <a:avLst/>
              </a:prstGeom>
              <a:blipFill>
                <a:blip r:embed="rId4"/>
                <a:stretch>
                  <a:fillRect t="-13462" b="-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E4F5E1C-4A3A-74E5-ABEB-4CECB9105D30}"/>
              </a:ext>
            </a:extLst>
          </p:cNvPr>
          <p:cNvSpPr/>
          <p:nvPr/>
        </p:nvSpPr>
        <p:spPr>
          <a:xfrm>
            <a:off x="12546675" y="9257903"/>
            <a:ext cx="6136040" cy="1598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19466A-F1EC-0533-3525-9F81C6A0BDFB}"/>
                  </a:ext>
                </a:extLst>
              </p:cNvPr>
              <p:cNvSpPr txBox="1"/>
              <p:nvPr/>
            </p:nvSpPr>
            <p:spPr>
              <a:xfrm>
                <a:off x="13294247" y="9795472"/>
                <a:ext cx="5167241" cy="6463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3600" i="1">
                        <a:solidFill>
                          <a:srgbClr val="5F5F5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3600" b="1" dirty="0">
                    <a:solidFill>
                      <a:srgbClr val="2857A8"/>
                    </a:solidFill>
                    <a:latin typeface="Aptos"/>
                  </a:rPr>
                  <a:t>  →  </a:t>
                </a:r>
                <a:r>
                  <a:rPr lang="en-US" altLang="zh-CN" sz="3600" b="1" dirty="0">
                    <a:solidFill>
                      <a:srgbClr val="2857A8"/>
                    </a:solidFill>
                    <a:latin typeface="Aptos"/>
                  </a:rPr>
                  <a:t>107k</a:t>
                </a:r>
                <a:endParaRPr sz="3600" b="1" dirty="0">
                  <a:solidFill>
                    <a:srgbClr val="2857A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19466A-F1EC-0533-3525-9F81C6A0B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4247" y="9795472"/>
                <a:ext cx="5167241" cy="646331"/>
              </a:xfrm>
              <a:prstGeom prst="rect">
                <a:avLst/>
              </a:prstGeom>
              <a:blipFill>
                <a:blip r:embed="rId5"/>
                <a:stretch>
                  <a:fillRect t="-13462" b="-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97CBB61-9D84-FCF7-116F-707239D59005}"/>
              </a:ext>
            </a:extLst>
          </p:cNvPr>
          <p:cNvSpPr/>
          <p:nvPr/>
        </p:nvSpPr>
        <p:spPr>
          <a:xfrm>
            <a:off x="18847852" y="9271075"/>
            <a:ext cx="4332789" cy="1598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898777-EF90-A113-9D6C-CB9E1D6E2F1D}"/>
              </a:ext>
            </a:extLst>
          </p:cNvPr>
          <p:cNvSpPr txBox="1"/>
          <p:nvPr/>
        </p:nvSpPr>
        <p:spPr>
          <a:xfrm>
            <a:off x="19088957" y="9394037"/>
            <a:ext cx="51672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55555"/>
                </a:solidFill>
                <a:latin typeface="Aptos"/>
              </a:rPr>
              <a:t>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66889A1-470D-1FF0-BBEE-FE773F10F420}"/>
                  </a:ext>
                </a:extLst>
              </p:cNvPr>
              <p:cNvSpPr txBox="1"/>
              <p:nvPr/>
            </p:nvSpPr>
            <p:spPr>
              <a:xfrm>
                <a:off x="18463756" y="9851947"/>
                <a:ext cx="5167241" cy="6463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3600" i="1">
                        <a:solidFill>
                          <a:srgbClr val="5F5F5F"/>
                        </a:solidFill>
                        <a:latin typeface="Cambria Math" panose="02040503050406030204" pitchFamily="18" charset="0"/>
                      </a:rPr>
                      <m:t>∞ </m:t>
                    </m:r>
                  </m:oMath>
                </a14:m>
                <a:r>
                  <a:rPr sz="3600" b="1" dirty="0">
                    <a:solidFill>
                      <a:srgbClr val="2857A8"/>
                    </a:solidFill>
                    <a:latin typeface="Aptos"/>
                  </a:rPr>
                  <a:t>→ </a:t>
                </a:r>
                <a:r>
                  <a:rPr lang="en-US" altLang="zh-CN" sz="3600" b="1" dirty="0">
                    <a:solidFill>
                      <a:srgbClr val="2857A8"/>
                    </a:solidFill>
                    <a:latin typeface="Aptos"/>
                  </a:rPr>
                  <a:t>4min</a:t>
                </a:r>
                <a:r>
                  <a:rPr lang="zh-CN" altLang="en-US" sz="3600" b="1" dirty="0">
                    <a:solidFill>
                      <a:srgbClr val="2857A8"/>
                    </a:solidFill>
                    <a:latin typeface="Aptos"/>
                  </a:rPr>
                  <a:t> </a:t>
                </a:r>
                <a:r>
                  <a:rPr lang="en-US" altLang="zh-CN" sz="3600" b="1" dirty="0">
                    <a:solidFill>
                      <a:srgbClr val="2857A8"/>
                    </a:solidFill>
                    <a:latin typeface="Aptos"/>
                  </a:rPr>
                  <a:t>5</a:t>
                </a:r>
                <a:r>
                  <a:rPr lang="zh-CN" altLang="en-US" sz="3600" b="1" dirty="0">
                    <a:solidFill>
                      <a:srgbClr val="2857A8"/>
                    </a:solidFill>
                    <a:latin typeface="Aptos"/>
                  </a:rPr>
                  <a:t> </a:t>
                </a:r>
                <a:r>
                  <a:rPr lang="en-US" altLang="zh-CN" sz="3600" b="1" dirty="0">
                    <a:solidFill>
                      <a:srgbClr val="2857A8"/>
                    </a:solidFill>
                    <a:latin typeface="Aptos"/>
                  </a:rPr>
                  <a:t>s</a:t>
                </a:r>
                <a:endParaRPr sz="3600" b="1" dirty="0">
                  <a:solidFill>
                    <a:srgbClr val="2857A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66889A1-470D-1FF0-BBEE-FE773F10F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3756" y="9851947"/>
                <a:ext cx="5167241" cy="646331"/>
              </a:xfrm>
              <a:prstGeom prst="rect">
                <a:avLst/>
              </a:prstGeom>
              <a:blipFill>
                <a:blip r:embed="rId6"/>
                <a:stretch>
                  <a:fillRect t="-13462" b="-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9A2342E7-0801-9C59-C831-864E80AA13D6}"/>
              </a:ext>
            </a:extLst>
          </p:cNvPr>
          <p:cNvSpPr txBox="1"/>
          <p:nvPr/>
        </p:nvSpPr>
        <p:spPr>
          <a:xfrm>
            <a:off x="12611038" y="9394037"/>
            <a:ext cx="662400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555555"/>
                </a:solidFill>
                <a:latin typeface="Aptos"/>
              </a:rPr>
              <a:t>Ru</a:t>
            </a:r>
            <a:r>
              <a:rPr lang="en-GB" sz="2800" b="1" dirty="0">
                <a:solidFill>
                  <a:srgbClr val="555555"/>
                </a:solidFill>
                <a:latin typeface="Aptos"/>
              </a:rPr>
              <a:t>les</a:t>
            </a:r>
            <a:r>
              <a:rPr lang="zh-CN" altLang="en-US" sz="2800" b="1" dirty="0">
                <a:solidFill>
                  <a:srgbClr val="555555"/>
                </a:solidFill>
                <a:latin typeface="Aptos"/>
              </a:rPr>
              <a:t> </a:t>
            </a:r>
            <a:r>
              <a:rPr lang="en-US" altLang="zh-CN" sz="2800" b="1" dirty="0">
                <a:solidFill>
                  <a:srgbClr val="555555"/>
                </a:solidFill>
                <a:latin typeface="Aptos"/>
              </a:rPr>
              <a:t>generated</a:t>
            </a:r>
            <a:r>
              <a:rPr lang="zh-CN" altLang="en-US" sz="2800" b="1" dirty="0">
                <a:solidFill>
                  <a:srgbClr val="555555"/>
                </a:solidFill>
                <a:latin typeface="Aptos"/>
              </a:rPr>
              <a:t> </a:t>
            </a:r>
            <a:r>
              <a:rPr lang="en-US" altLang="zh-CN" sz="2800" b="1" dirty="0">
                <a:solidFill>
                  <a:srgbClr val="555555"/>
                </a:solidFill>
                <a:latin typeface="Aptos"/>
              </a:rPr>
              <a:t>during</a:t>
            </a:r>
            <a:r>
              <a:rPr lang="zh-CN" altLang="en-US" sz="2800" b="1" dirty="0">
                <a:solidFill>
                  <a:srgbClr val="555555"/>
                </a:solidFill>
                <a:latin typeface="Aptos"/>
              </a:rPr>
              <a:t> </a:t>
            </a:r>
            <a:r>
              <a:rPr lang="en-US" altLang="zh-CN" sz="2800" b="1" dirty="0">
                <a:solidFill>
                  <a:srgbClr val="555555"/>
                </a:solidFill>
                <a:latin typeface="Aptos"/>
              </a:rPr>
              <a:t>computation</a:t>
            </a:r>
            <a:endParaRPr lang="en-GB" sz="2800" b="1" dirty="0">
              <a:solidFill>
                <a:srgbClr val="555555"/>
              </a:solidFill>
              <a:latin typeface="Aptos"/>
            </a:endParaRPr>
          </a:p>
          <a:p>
            <a:pPr algn="l"/>
            <a:endParaRPr sz="2800" b="1" i="0" dirty="0">
              <a:solidFill>
                <a:srgbClr val="555555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F4A62ED-6347-4BFA-FB29-690D0D299130}"/>
                  </a:ext>
                </a:extLst>
              </p:cNvPr>
              <p:cNvSpPr txBox="1"/>
              <p:nvPr/>
            </p:nvSpPr>
            <p:spPr>
              <a:xfrm>
                <a:off x="18923820" y="8274802"/>
                <a:ext cx="4266529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800" b="1" i="0" dirty="0">
                    <a:solidFill>
                      <a:srgbClr val="787878"/>
                    </a:solidFill>
                    <a:latin typeface="Aptos"/>
                  </a:rPr>
                  <a:t>before vs after flattening</a:t>
                </a:r>
                <a:endParaRPr lang="en-GB" sz="2800" b="1" i="0" dirty="0">
                  <a:solidFill>
                    <a:srgbClr val="787878"/>
                  </a:solidFill>
                  <a:latin typeface="Aptos"/>
                </a:endParaRPr>
              </a:p>
              <a:p>
                <a:pPr lvl="1"/>
                <a:r>
                  <a:rPr lang="zh-CN" altLang="en-US" sz="2800" b="1" dirty="0">
                    <a:solidFill>
                      <a:srgbClr val="787878"/>
                    </a:solidFill>
                    <a:latin typeface="Aptos"/>
                  </a:rPr>
                  <a:t>       </a:t>
                </a:r>
                <a:r>
                  <a:rPr lang="en-US" altLang="zh-CN" sz="2800" b="1" dirty="0">
                    <a:solidFill>
                      <a:srgbClr val="787878"/>
                    </a:solidFill>
                    <a:latin typeface="Aptos"/>
                  </a:rPr>
                  <a:t>without</a:t>
                </a:r>
                <a:r>
                  <a:rPr lang="zh-CN" altLang="en-US" sz="2800" b="1" dirty="0">
                    <a:solidFill>
                      <a:srgbClr val="787878"/>
                    </a:solidFill>
                    <a:latin typeface="Aptos"/>
                  </a:rPr>
                  <a:t> </a:t>
                </a:r>
                <a:r>
                  <a:rPr lang="en-US" altLang="zh-CN" sz="2800" b="1" dirty="0">
                    <a:solidFill>
                      <a:srgbClr val="787878"/>
                    </a:solidFill>
                    <a:latin typeface="Aptos"/>
                  </a:rPr>
                  <a:t>extra</a:t>
                </a:r>
                <a:r>
                  <a:rPr lang="zh-CN" altLang="en-US" sz="2800" b="1" dirty="0">
                    <a:solidFill>
                      <a:srgbClr val="787878"/>
                    </a:solidFill>
                    <a:latin typeface="Apto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b="1" i="1">
                            <a:solidFill>
                              <a:srgbClr val="78787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1" i="1">
                            <a:solidFill>
                              <a:srgbClr val="787878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1" i="1" smtClean="0">
                            <a:solidFill>
                              <a:srgbClr val="787878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lang="en-GB" altLang="zh-CN" sz="2800" b="1" dirty="0">
                  <a:solidFill>
                    <a:srgbClr val="787878"/>
                  </a:solidFill>
                  <a:latin typeface="Aptos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F4A62ED-6347-4BFA-FB29-690D0D299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3820" y="8274802"/>
                <a:ext cx="4266529" cy="954107"/>
              </a:xfrm>
              <a:prstGeom prst="rect">
                <a:avLst/>
              </a:prstGeom>
              <a:blipFill>
                <a:blip r:embed="rId7"/>
                <a:stretch>
                  <a:fillRect l="-2967" t="-6579" r="-297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600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9CC2592-4413-D892-9E84-41F3EC512C8D}"/>
              </a:ext>
            </a:extLst>
          </p:cNvPr>
          <p:cNvGrpSpPr/>
          <p:nvPr/>
        </p:nvGrpSpPr>
        <p:grpSpPr>
          <a:xfrm>
            <a:off x="1889739" y="3528994"/>
            <a:ext cx="20181367" cy="7443805"/>
            <a:chOff x="1934046" y="3735736"/>
            <a:chExt cx="11164824" cy="4220979"/>
          </a:xfrm>
        </p:grpSpPr>
        <p:sp>
          <p:nvSpPr>
            <p:cNvPr id="4" name="Text 0">
              <a:extLst>
                <a:ext uri="{FF2B5EF4-FFF2-40B4-BE49-F238E27FC236}">
                  <a16:creationId xmlns:a16="http://schemas.microsoft.com/office/drawing/2014/main" id="{393C3F4E-0FC0-A333-2E4D-84B1F68C9125}"/>
                </a:ext>
              </a:extLst>
            </p:cNvPr>
            <p:cNvSpPr/>
            <p:nvPr/>
          </p:nvSpPr>
          <p:spPr>
            <a:xfrm>
              <a:off x="1934046" y="3735736"/>
              <a:ext cx="448056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6800" dirty="0">
                  <a:latin typeface="Calibri" panose="020F0502020204030204" pitchFamily="34" charset="0"/>
                  <a:ea typeface="+mj-ea"/>
                  <a:cs typeface="Calibri" panose="020F0502020204030204" pitchFamily="34" charset="0"/>
                </a:rPr>
                <a:t>Main Contributions</a:t>
              </a:r>
            </a:p>
          </p:txBody>
        </p:sp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7FA90CFA-1856-4680-EC63-AE42C0D12F4C}"/>
                </a:ext>
              </a:extLst>
            </p:cNvPr>
            <p:cNvSpPr/>
            <p:nvPr/>
          </p:nvSpPr>
          <p:spPr>
            <a:xfrm>
              <a:off x="2345526" y="4884331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4000" b="1" dirty="0">
                  <a:solidFill>
                    <a:srgbClr val="062A59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Theory</a:t>
              </a:r>
              <a:endParaRPr lang="en-US" sz="4000" dirty="0"/>
            </a:p>
          </p:txBody>
        </p:sp>
        <p:sp>
          <p:nvSpPr>
            <p:cNvPr id="6" name="Shape 2">
              <a:extLst>
                <a:ext uri="{FF2B5EF4-FFF2-40B4-BE49-F238E27FC236}">
                  <a16:creationId xmlns:a16="http://schemas.microsoft.com/office/drawing/2014/main" id="{9EFD1739-AE97-D04A-28C3-C8A667142370}"/>
                </a:ext>
              </a:extLst>
            </p:cNvPr>
            <p:cNvSpPr/>
            <p:nvPr/>
          </p:nvSpPr>
          <p:spPr>
            <a:xfrm>
              <a:off x="2345526" y="5304955"/>
              <a:ext cx="4919472" cy="0"/>
            </a:xfrm>
            <a:prstGeom prst="line">
              <a:avLst/>
            </a:prstGeom>
            <a:noFill/>
            <a:ln w="12700">
              <a:solidFill>
                <a:srgbClr val="106D8A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67FD84F7-5140-52B3-3729-109245418632}"/>
                </a:ext>
              </a:extLst>
            </p:cNvPr>
            <p:cNvSpPr/>
            <p:nvPr/>
          </p:nvSpPr>
          <p:spPr>
            <a:xfrm>
              <a:off x="7795350" y="4884331"/>
              <a:ext cx="2057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4000" b="1" dirty="0">
                  <a:solidFill>
                    <a:srgbClr val="062A59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Application</a:t>
              </a:r>
              <a:endParaRPr lang="en-US" sz="4000" dirty="0"/>
            </a:p>
          </p:txBody>
        </p:sp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2BC94112-4BE4-6036-5E1C-2BD47046C29E}"/>
                </a:ext>
              </a:extLst>
            </p:cNvPr>
            <p:cNvSpPr/>
            <p:nvPr/>
          </p:nvSpPr>
          <p:spPr>
            <a:xfrm>
              <a:off x="7795350" y="5304955"/>
              <a:ext cx="5230368" cy="0"/>
            </a:xfrm>
            <a:prstGeom prst="line">
              <a:avLst/>
            </a:prstGeom>
            <a:noFill/>
            <a:ln w="12700">
              <a:solidFill>
                <a:srgbClr val="C86B2E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DC034001-18CC-EDE3-0C14-6858A5A9C211}"/>
                </a:ext>
              </a:extLst>
            </p:cNvPr>
            <p:cNvSpPr/>
            <p:nvPr/>
          </p:nvSpPr>
          <p:spPr>
            <a:xfrm>
              <a:off x="2400390" y="5679859"/>
              <a:ext cx="109728" cy="109728"/>
            </a:xfrm>
            <a:prstGeom prst="ellipse">
              <a:avLst/>
            </a:prstGeom>
            <a:solidFill>
              <a:srgbClr val="106D8A"/>
            </a:solidFill>
            <a:ln w="12700">
              <a:solidFill>
                <a:srgbClr val="106D8A">
                  <a:alpha val="0"/>
                </a:srgbClr>
              </a:solidFill>
              <a:prstDash val="solid"/>
            </a:ln>
            <a:effectLst>
              <a:outerShdw blurRad="127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267D078C-2CFF-EB92-95B4-3EC99163AD3E}"/>
                </a:ext>
              </a:extLst>
            </p:cNvPr>
            <p:cNvSpPr/>
            <p:nvPr/>
          </p:nvSpPr>
          <p:spPr>
            <a:xfrm>
              <a:off x="2601558" y="5579275"/>
              <a:ext cx="4645152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3600" b="1" dirty="0">
                  <a:solidFill>
                    <a:srgbClr val="062A5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Redesign the definitions, algorithm, and proofs </a:t>
              </a:r>
              <a:r>
                <a:rPr lang="en-US" sz="3600" dirty="0">
                  <a:solidFill>
                    <a:srgbClr val="1732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for the flattened setting, with a termination proof.</a:t>
              </a:r>
              <a:endParaRPr lang="en-US" sz="3600" dirty="0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9F7F16E4-C8DE-F22A-9B3D-29FB807A8ECD}"/>
                </a:ext>
              </a:extLst>
            </p:cNvPr>
            <p:cNvSpPr/>
            <p:nvPr/>
          </p:nvSpPr>
          <p:spPr>
            <a:xfrm>
              <a:off x="2400390" y="7005739"/>
              <a:ext cx="109728" cy="109728"/>
            </a:xfrm>
            <a:prstGeom prst="ellipse">
              <a:avLst/>
            </a:prstGeom>
            <a:solidFill>
              <a:srgbClr val="106D8A"/>
            </a:solidFill>
            <a:ln w="12700">
              <a:solidFill>
                <a:srgbClr val="106D8A">
                  <a:alpha val="0"/>
                </a:srgbClr>
              </a:solidFill>
              <a:prstDash val="solid"/>
            </a:ln>
            <a:effectLst>
              <a:outerShdw blurRad="127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C46BD7B2-39BF-A32E-66B8-F2FBAF40E2CF}"/>
                </a:ext>
              </a:extLst>
            </p:cNvPr>
            <p:cNvSpPr/>
            <p:nvPr/>
          </p:nvSpPr>
          <p:spPr>
            <a:xfrm>
              <a:off x="2601558" y="6905155"/>
              <a:ext cx="4645152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3600" b="1" dirty="0">
                  <a:solidFill>
                    <a:srgbClr val="062A5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Eliminate AC-redundant rules</a:t>
              </a:r>
              <a:r>
                <a:rPr lang="en-US" sz="3600" dirty="0">
                  <a:solidFill>
                    <a:srgbClr val="1732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, significantly reducing the size of the generated rewrite system.</a:t>
              </a:r>
              <a:endParaRPr lang="en-US" sz="3600" dirty="0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A986A440-0745-39A4-9804-1E2C27A6D7A5}"/>
                </a:ext>
              </a:extLst>
            </p:cNvPr>
            <p:cNvSpPr/>
            <p:nvPr/>
          </p:nvSpPr>
          <p:spPr>
            <a:xfrm>
              <a:off x="7850214" y="5679859"/>
              <a:ext cx="109728" cy="109728"/>
            </a:xfrm>
            <a:prstGeom prst="ellipse">
              <a:avLst/>
            </a:prstGeom>
            <a:solidFill>
              <a:srgbClr val="C86B2E"/>
            </a:solidFill>
            <a:ln w="12700">
              <a:solidFill>
                <a:srgbClr val="C86B2E">
                  <a:alpha val="0"/>
                </a:srgbClr>
              </a:solidFill>
              <a:prstDash val="solid"/>
            </a:ln>
            <a:effectLst>
              <a:outerShdw blurRad="127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14" name="Text 10">
              <a:extLst>
                <a:ext uri="{FF2B5EF4-FFF2-40B4-BE49-F238E27FC236}">
                  <a16:creationId xmlns:a16="http://schemas.microsoft.com/office/drawing/2014/main" id="{DD2BDD5C-8D05-28E3-CA2A-F34E8EBDA2AD}"/>
                </a:ext>
              </a:extLst>
            </p:cNvPr>
            <p:cNvSpPr/>
            <p:nvPr/>
          </p:nvSpPr>
          <p:spPr>
            <a:xfrm>
              <a:off x="8051382" y="5579275"/>
              <a:ext cx="5047488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3600" b="1" dirty="0">
                  <a:solidFill>
                    <a:srgbClr val="062A5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Major efficiency gains</a:t>
              </a:r>
              <a:r>
                <a:rPr lang="en-US" sz="3600" dirty="0">
                  <a:solidFill>
                    <a:srgbClr val="1732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: Abelian groups from </a:t>
              </a:r>
              <a:r>
                <a:rPr lang="en-US" sz="3600" b="1" dirty="0">
                  <a:solidFill>
                    <a:srgbClr val="062A5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7+ min</a:t>
              </a:r>
              <a:r>
                <a:rPr lang="en-US" sz="3600" dirty="0">
                  <a:solidFill>
                    <a:srgbClr val="1732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to </a:t>
              </a:r>
              <a:r>
                <a:rPr lang="en-US" sz="3600" b="1" dirty="0">
                  <a:solidFill>
                    <a:srgbClr val="062A5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seconds</a:t>
              </a:r>
              <a:r>
                <a:rPr lang="en-US" sz="3600" dirty="0">
                  <a:solidFill>
                    <a:srgbClr val="1732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; bilinear pairing from </a:t>
              </a:r>
              <a:r>
                <a:rPr lang="en-US" sz="3600" b="1" dirty="0">
                  <a:solidFill>
                    <a:srgbClr val="062A5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1+ hour</a:t>
              </a:r>
              <a:r>
                <a:rPr lang="en-US" sz="3600" dirty="0">
                  <a:solidFill>
                    <a:srgbClr val="1732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to </a:t>
              </a:r>
              <a:r>
                <a:rPr lang="en-US" sz="3600" b="1" dirty="0">
                  <a:solidFill>
                    <a:srgbClr val="062A5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&lt; 1 min</a:t>
              </a:r>
              <a:r>
                <a:rPr lang="en-US" sz="3600" dirty="0">
                  <a:solidFill>
                    <a:srgbClr val="1732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.</a:t>
              </a:r>
              <a:endParaRPr lang="en-US" sz="3600" dirty="0"/>
            </a:p>
            <a:p>
              <a:pPr marL="0" indent="0">
                <a:buNone/>
              </a:pPr>
              <a:endParaRPr lang="en-US" sz="3600" dirty="0"/>
            </a:p>
          </p:txBody>
        </p:sp>
        <p:sp>
          <p:nvSpPr>
            <p:cNvPr id="15" name="Shape 11">
              <a:extLst>
                <a:ext uri="{FF2B5EF4-FFF2-40B4-BE49-F238E27FC236}">
                  <a16:creationId xmlns:a16="http://schemas.microsoft.com/office/drawing/2014/main" id="{2519C0BE-BC81-0D15-EECB-3E1DDA394C78}"/>
                </a:ext>
              </a:extLst>
            </p:cNvPr>
            <p:cNvSpPr/>
            <p:nvPr/>
          </p:nvSpPr>
          <p:spPr>
            <a:xfrm>
              <a:off x="7850214" y="7005739"/>
              <a:ext cx="109728" cy="109728"/>
            </a:xfrm>
            <a:prstGeom prst="ellipse">
              <a:avLst/>
            </a:prstGeom>
            <a:solidFill>
              <a:srgbClr val="C86B2E"/>
            </a:solidFill>
            <a:ln w="12700">
              <a:solidFill>
                <a:srgbClr val="C86B2E">
                  <a:alpha val="0"/>
                </a:srgbClr>
              </a:solidFill>
              <a:prstDash val="solid"/>
            </a:ln>
            <a:effectLst>
              <a:outerShdw blurRad="127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CF2C9980-BD0C-4159-A4AC-BDF7E0E5586B}"/>
                </a:ext>
              </a:extLst>
            </p:cNvPr>
            <p:cNvSpPr/>
            <p:nvPr/>
          </p:nvSpPr>
          <p:spPr>
            <a:xfrm>
              <a:off x="8051382" y="6905155"/>
              <a:ext cx="5047488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3600" b="1" dirty="0">
                  <a:solidFill>
                    <a:srgbClr val="062A5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Automatically construct the auxiliary rewrite system</a:t>
              </a:r>
              <a:r>
                <a:rPr lang="en-US" sz="3600" dirty="0">
                  <a:solidFill>
                    <a:srgbClr val="1732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, removing the need for user-provided input</a:t>
              </a:r>
              <a:r>
                <a:rPr lang="zh-CN" altLang="en-US" sz="3600" dirty="0">
                  <a:solidFill>
                    <a:srgbClr val="1732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altLang="zh-CN" sz="3600" dirty="0">
                  <a:solidFill>
                    <a:srgbClr val="1732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</a:t>
              </a:r>
              <a:r>
                <a:rPr lang="zh-CN" altLang="en-US" sz="3600" dirty="0">
                  <a:solidFill>
                    <a:srgbClr val="1732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altLang="zh-CN" sz="3600" dirty="0">
                  <a:solidFill>
                    <a:srgbClr val="1732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some</a:t>
              </a:r>
              <a:r>
                <a:rPr lang="zh-CN" altLang="en-US" sz="3600" dirty="0">
                  <a:solidFill>
                    <a:srgbClr val="1732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altLang="zh-CN" sz="3600" dirty="0">
                  <a:solidFill>
                    <a:srgbClr val="1732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cases</a:t>
              </a:r>
              <a:r>
                <a:rPr lang="en-US" sz="3600" dirty="0">
                  <a:solidFill>
                    <a:srgbClr val="1732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.</a:t>
              </a:r>
              <a:endParaRPr 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90305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F8263-F534-A924-A41F-A401C6C2F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567" y="1959640"/>
            <a:ext cx="16668750" cy="2362510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Future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work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0FC699-7634-4646-A464-A35A9202D1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45662" y="4631412"/>
            <a:ext cx="20711557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Further </a:t>
            </a:r>
            <a:r>
              <a:rPr kumimoji="0" lang="en-US" altLang="en-US" sz="4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optimise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theory and implementation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There are still many opportunities to simplify definitions</a:t>
            </a:r>
            <a:r>
              <a:rPr kumimoji="0" lang="zh-CN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zh-CN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proofs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improve efficiency</a:t>
            </a:r>
            <a:r>
              <a:rPr kumimoji="0" lang="zh-CN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zh-CN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zh-CN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the prototype into </a:t>
            </a:r>
            <a:r>
              <a:rPr kumimoji="0" lang="en-US" altLang="en-US" sz="4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ProVerif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Tamarin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This would make the approach directly usable in existing protocol verification tools.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 the theory beyond AC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The</a:t>
            </a:r>
            <a:r>
              <a:rPr kumimoji="0" lang="zh-CN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</a:rPr>
              <a:t>current</a:t>
            </a:r>
            <a:r>
              <a:rPr lang="zh-CN" altLang="en-US" sz="4000" dirty="0">
                <a:latin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</a:rPr>
              <a:t>theory</a:t>
            </a:r>
            <a:r>
              <a:rPr lang="zh-CN" altLang="en-US" sz="4000" dirty="0">
                <a:latin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</a:rPr>
              <a:t>only</a:t>
            </a:r>
            <a:r>
              <a:rPr lang="zh-CN" altLang="en-US" sz="4000" dirty="0">
                <a:latin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</a:rPr>
              <a:t>supports</a:t>
            </a:r>
            <a:r>
              <a:rPr lang="zh-CN" altLang="en-US" sz="4000" dirty="0">
                <a:latin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</a:rPr>
              <a:t>the</a:t>
            </a:r>
            <a:r>
              <a:rPr lang="zh-CN" altLang="en-US" sz="4000" dirty="0">
                <a:latin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</a:rPr>
              <a:t>target</a:t>
            </a:r>
            <a:r>
              <a:rPr lang="zh-CN" altLang="en-US" sz="4000" dirty="0">
                <a:latin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</a:rPr>
              <a:t>theory</a:t>
            </a:r>
            <a:r>
              <a:rPr lang="zh-CN" altLang="en-US" sz="4000" dirty="0">
                <a:latin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</a:rPr>
              <a:t>to</a:t>
            </a:r>
            <a:r>
              <a:rPr lang="zh-CN" altLang="en-US" sz="4000" dirty="0">
                <a:latin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</a:rPr>
              <a:t>be</a:t>
            </a:r>
            <a:r>
              <a:rPr lang="zh-CN" altLang="en-US" sz="4000" dirty="0">
                <a:latin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</a:rPr>
              <a:t>AC.</a:t>
            </a:r>
            <a:r>
              <a:rPr lang="zh-CN" altLang="en-US" sz="4000" dirty="0"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natural next step is to handle more general equational theories</a:t>
            </a:r>
            <a:r>
              <a:rPr kumimoji="0" lang="en-US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zh-CN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such</a:t>
            </a:r>
            <a:r>
              <a:rPr kumimoji="0" lang="zh-CN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</a:t>
            </a:r>
            <a:r>
              <a:rPr kumimoji="0" lang="zh-CN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XOR</a:t>
            </a:r>
            <a:r>
              <a:rPr kumimoji="0" lang="zh-CN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(efficiency)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altLang="en-US" sz="4000" dirty="0" err="1">
                <a:latin typeface="Arial" panose="020B0604020202020204" pitchFamily="34" charset="0"/>
              </a:rPr>
              <a:t>XOR</a:t>
            </a:r>
            <a:r>
              <a:rPr lang="en-US" altLang="zh-CN" sz="4000" dirty="0" err="1">
                <a:latin typeface="Arial" panose="020B0604020202020204" pitchFamily="34" charset="0"/>
              </a:rPr>
              <a:t>h</a:t>
            </a:r>
            <a:r>
              <a:rPr lang="zh-CN" altLang="en-US" sz="4000" dirty="0">
                <a:latin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</a:rPr>
              <a:t>(scope)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US" altLang="en-US" sz="3600" dirty="0">
                <a:latin typeface="Arial" panose="020B0604020202020204" pitchFamily="34" charset="0"/>
              </a:rPr>
            </a:b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A03A5B-B461-3685-EC0E-AFF253A77B81}"/>
              </a:ext>
            </a:extLst>
          </p:cNvPr>
          <p:cNvSpPr txBox="1"/>
          <p:nvPr/>
        </p:nvSpPr>
        <p:spPr>
          <a:xfrm>
            <a:off x="8927388" y="10757647"/>
            <a:ext cx="65481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7030A0"/>
                </a:solidFill>
              </a:rPr>
              <a:t>Any</a:t>
            </a:r>
            <a:r>
              <a:rPr lang="zh-CN" altLang="en-US" sz="7200" b="1" dirty="0">
                <a:solidFill>
                  <a:srgbClr val="7030A0"/>
                </a:solidFill>
              </a:rPr>
              <a:t> </a:t>
            </a:r>
            <a:r>
              <a:rPr lang="en-US" altLang="zh-CN" sz="7200" b="1" dirty="0">
                <a:solidFill>
                  <a:srgbClr val="7030A0"/>
                </a:solidFill>
              </a:rPr>
              <a:t>questions?</a:t>
            </a:r>
            <a:endParaRPr lang="en-US" sz="72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252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U_powerpoint-template (royal blue)">
  <a:themeElements>
    <a:clrScheme name="OU (royal blue)">
      <a:dk1>
        <a:srgbClr val="002147"/>
      </a:dk1>
      <a:lt1>
        <a:sysClr val="window" lastClr="FFFFFF"/>
      </a:lt1>
      <a:dk2>
        <a:srgbClr val="44546A"/>
      </a:dk2>
      <a:lt2>
        <a:srgbClr val="F2F4F4"/>
      </a:lt2>
      <a:accent1>
        <a:srgbClr val="1D42A6"/>
      </a:accent1>
      <a:accent2>
        <a:srgbClr val="FB5607"/>
      </a:accent2>
      <a:accent3>
        <a:srgbClr val="49B6FF"/>
      </a:accent3>
      <a:accent4>
        <a:srgbClr val="002147"/>
      </a:accent4>
      <a:accent5>
        <a:srgbClr val="727687"/>
      </a:accent5>
      <a:accent6>
        <a:srgbClr val="A6ABBD"/>
      </a:accent6>
      <a:hlink>
        <a:srgbClr val="49B6FF"/>
      </a:hlink>
      <a:folHlink>
        <a:srgbClr val="1D42A6"/>
      </a:folHlink>
    </a:clrScheme>
    <a:fontScheme name="OU (colours)">
      <a:majorFont>
        <a:latin typeface="Noto Serif"/>
        <a:ea typeface=""/>
        <a:cs typeface=""/>
      </a:majorFont>
      <a:minorFont>
        <a:latin typeface="Robo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0CEF7F2821F44F98824C875DA1BC3C" ma:contentTypeVersion="16" ma:contentTypeDescription="Create a new document." ma:contentTypeScope="" ma:versionID="af7006317f16397da384137f1fccdc09">
  <xsd:schema xmlns:xsd="http://www.w3.org/2001/XMLSchema" xmlns:xs="http://www.w3.org/2001/XMLSchema" xmlns:p="http://schemas.microsoft.com/office/2006/metadata/properties" xmlns:ns2="d4f8d5d9-2805-43e4-90ac-b52dd799f3fd" xmlns:ns3="8856ff30-749b-43ac-b6fb-1433920a3a91" targetNamespace="http://schemas.microsoft.com/office/2006/metadata/properties" ma:root="true" ma:fieldsID="8573943bc1ef7b5172b86bb021a75244" ns2:_="" ns3:_="">
    <xsd:import namespace="d4f8d5d9-2805-43e4-90ac-b52dd799f3fd"/>
    <xsd:import namespace="8856ff30-749b-43ac-b6fb-1433920a3a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f8d5d9-2805-43e4-90ac-b52dd799f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1eeb44a9-b924-44d0-8ed9-f8b504a4ba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6ff30-749b-43ac-b6fb-1433920a3a9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83164fe9-05af-4113-af5a-d8fc1c60b5e3}" ma:internalName="TaxCatchAll" ma:showField="CatchAllData" ma:web="8856ff30-749b-43ac-b6fb-1433920a3a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4f8d5d9-2805-43e4-90ac-b52dd799f3fd">
      <Terms xmlns="http://schemas.microsoft.com/office/infopath/2007/PartnerControls"/>
    </lcf76f155ced4ddcb4097134ff3c332f>
    <TaxCatchAll xmlns="8856ff30-749b-43ac-b6fb-1433920a3a91" xsi:nil="true"/>
  </documentManagement>
</p:properties>
</file>

<file path=customXml/itemProps1.xml><?xml version="1.0" encoding="utf-8"?>
<ds:datastoreItem xmlns:ds="http://schemas.openxmlformats.org/officeDocument/2006/customXml" ds:itemID="{AAFC3C50-F901-4541-9776-E90C8B2E6E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f8d5d9-2805-43e4-90ac-b52dd799f3fd"/>
    <ds:schemaRef ds:uri="8856ff30-749b-43ac-b6fb-1433920a3a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51C6B5-ECDE-4579-BF43-EB3E310819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1A71FA-BBFA-41DB-A944-53AD5B1D9825}">
  <ds:schemaRefs>
    <ds:schemaRef ds:uri="http://schemas.microsoft.com/office/2006/metadata/properties"/>
    <ds:schemaRef ds:uri="http://schemas.microsoft.com/office/infopath/2007/PartnerControls"/>
    <ds:schemaRef ds:uri="d4f8d5d9-2805-43e4-90ac-b52dd799f3fd"/>
    <ds:schemaRef ds:uri="8856ff30-749b-43ac-b6fb-1433920a3a9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38693</TotalTime>
  <Words>1850</Words>
  <Application>Microsoft Macintosh PowerPoint</Application>
  <PresentationFormat>Custom</PresentationFormat>
  <Paragraphs>505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Roboto</vt:lpstr>
      <vt:lpstr>Arial</vt:lpstr>
      <vt:lpstr>Aptos Display</vt:lpstr>
      <vt:lpstr>Calibri</vt:lpstr>
      <vt:lpstr>Cambria Math</vt:lpstr>
      <vt:lpstr>Noto Serif</vt:lpstr>
      <vt:lpstr>Georgia</vt:lpstr>
      <vt:lpstr>Aptos</vt:lpstr>
      <vt:lpstr>OU_powerpoint-template (royal blue)</vt:lpstr>
      <vt:lpstr>Toward Efficient Verification of the Finite Variant Property</vt:lpstr>
      <vt:lpstr>Talk Overview</vt:lpstr>
      <vt:lpstr>Symbolic Modelling of Cryptographic Protocols</vt:lpstr>
      <vt:lpstr>Why ProVerif Needs Unification? </vt:lpstr>
      <vt:lpstr>From Syntactic Unification to E-Unification </vt:lpstr>
      <vt:lpstr>Capability Boundary of ProVerif </vt:lpstr>
      <vt:lpstr>Existing Approaches</vt:lpstr>
      <vt:lpstr>FVPgen: An Algorithm for Automatically Proving the FVP</vt:lpstr>
      <vt:lpstr>What Does FVP Mean for the Algorithm?</vt:lpstr>
      <vt:lpstr>What Does FVP Mean for the Algorithm?</vt:lpstr>
      <vt:lpstr>Inside the Algorithm: Saturation Loop</vt:lpstr>
      <vt:lpstr>The Limitations in the Algorithm </vt:lpstr>
      <vt:lpstr>Improvement: Classic Terms to Flattened Normal Terms </vt:lpstr>
      <vt:lpstr>Flattening: Benefits and Challenges</vt:lpstr>
      <vt:lpstr>Overlapping: Classic case</vt:lpstr>
      <vt:lpstr>Overlapping: Extended case (NEW)</vt:lpstr>
      <vt:lpstr>Overlapping: An unexpected case (NEW)</vt:lpstr>
      <vt:lpstr>Sample Result: ACN</vt:lpstr>
      <vt:lpstr>FVPgen 2.0</vt:lpstr>
      <vt:lpstr>Experimental results</vt:lpstr>
      <vt:lpstr>Abelian Group and Bilinear Pairing</vt:lpstr>
      <vt:lpstr>PowerPoint Presentation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Dave Startup</dc:creator>
  <cp:lastModifiedBy>Jiachen Qian</cp:lastModifiedBy>
  <cp:revision>73</cp:revision>
  <dcterms:created xsi:type="dcterms:W3CDTF">2023-10-11T17:12:51Z</dcterms:created>
  <dcterms:modified xsi:type="dcterms:W3CDTF">2026-06-03T20:26:25Z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0x010100860CEF7F2821F44F98824C875DA1BC3C</vt:lpwstr>
  </property>
  <property fmtid="{D5CDD505-2E9C-101B-9397-08002B2CF9AE}" pid="3" name="MediaServiceImageTags">
    <vt:lpwstr/>
  </property>
</Properties>
</file>